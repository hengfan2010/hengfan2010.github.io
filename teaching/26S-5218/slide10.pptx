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5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6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7" r:id="rId3"/>
    <p:sldMasterId id="2147483703" r:id="rId4"/>
    <p:sldMasterId id="2147483709" r:id="rId5"/>
    <p:sldMasterId id="2147483751" r:id="rId6"/>
    <p:sldMasterId id="2147483757" r:id="rId7"/>
  </p:sldMasterIdLst>
  <p:notesMasterIdLst>
    <p:notesMasterId r:id="rId76"/>
  </p:notesMasterIdLst>
  <p:sldIdLst>
    <p:sldId id="894" r:id="rId8"/>
    <p:sldId id="869" r:id="rId9"/>
    <p:sldId id="1024" r:id="rId10"/>
    <p:sldId id="293" r:id="rId11"/>
    <p:sldId id="399" r:id="rId12"/>
    <p:sldId id="316" r:id="rId13"/>
    <p:sldId id="317" r:id="rId14"/>
    <p:sldId id="318" r:id="rId15"/>
    <p:sldId id="319" r:id="rId16"/>
    <p:sldId id="320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280" r:id="rId27"/>
    <p:sldId id="270" r:id="rId28"/>
    <p:sldId id="532" r:id="rId29"/>
    <p:sldId id="1029" r:id="rId30"/>
    <p:sldId id="258" r:id="rId31"/>
    <p:sldId id="1030" r:id="rId32"/>
    <p:sldId id="1021" r:id="rId33"/>
    <p:sldId id="1022" r:id="rId34"/>
    <p:sldId id="275" r:id="rId35"/>
    <p:sldId id="276" r:id="rId36"/>
    <p:sldId id="957" r:id="rId37"/>
    <p:sldId id="958" r:id="rId38"/>
    <p:sldId id="959" r:id="rId39"/>
    <p:sldId id="960" r:id="rId40"/>
    <p:sldId id="961" r:id="rId41"/>
    <p:sldId id="962" r:id="rId42"/>
    <p:sldId id="963" r:id="rId43"/>
    <p:sldId id="964" r:id="rId44"/>
    <p:sldId id="965" r:id="rId45"/>
    <p:sldId id="967" r:id="rId46"/>
    <p:sldId id="968" r:id="rId47"/>
    <p:sldId id="969" r:id="rId48"/>
    <p:sldId id="970" r:id="rId49"/>
    <p:sldId id="261" r:id="rId50"/>
    <p:sldId id="262" r:id="rId51"/>
    <p:sldId id="263" r:id="rId52"/>
    <p:sldId id="264" r:id="rId53"/>
    <p:sldId id="265" r:id="rId54"/>
    <p:sldId id="987" r:id="rId55"/>
    <p:sldId id="988" r:id="rId56"/>
    <p:sldId id="989" r:id="rId57"/>
    <p:sldId id="990" r:id="rId58"/>
    <p:sldId id="992" r:id="rId59"/>
    <p:sldId id="993" r:id="rId60"/>
    <p:sldId id="994" r:id="rId61"/>
    <p:sldId id="995" r:id="rId62"/>
    <p:sldId id="875" r:id="rId63"/>
    <p:sldId id="418" r:id="rId64"/>
    <p:sldId id="1028" r:id="rId65"/>
    <p:sldId id="419" r:id="rId66"/>
    <p:sldId id="420" r:id="rId67"/>
    <p:sldId id="421" r:id="rId68"/>
    <p:sldId id="422" r:id="rId69"/>
    <p:sldId id="424" r:id="rId70"/>
    <p:sldId id="425" r:id="rId71"/>
    <p:sldId id="1004" r:id="rId72"/>
    <p:sldId id="999" r:id="rId73"/>
    <p:sldId id="1001" r:id="rId74"/>
    <p:sldId id="1005" r:id="rId7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81422" autoAdjust="0"/>
  </p:normalViewPr>
  <p:slideViewPr>
    <p:cSldViewPr snapToGrid="0">
      <p:cViewPr varScale="1">
        <p:scale>
          <a:sx n="96" d="100"/>
          <a:sy n="96" d="100"/>
        </p:scale>
        <p:origin x="2120" y="168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-769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409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slide" Target="slides/slide67.xml"/><Relationship Id="rId79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aramond" panose="020204040303010108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BBD37736-4DC9-4C05-99A7-856CCC231FA5}" type="datetimeFigureOut">
              <a:rPr lang="en-US" smtClean="0"/>
              <a:pPr/>
              <a:t>3/17/26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aramond" panose="020204040303010108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75BAD559-58E6-437A-A7FE-2E6C4DB0F6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695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009DEB-A5ED-49DA-809F-4D64373B3F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029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picture of one</a:t>
            </a:r>
            <a:r>
              <a:rPr lang="en-US" baseline="0" dirty="0"/>
              <a:t> sky, one road…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CC26E2-EF77-9F4B-B158-EB7E88518AF0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0109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numerator – </a:t>
            </a:r>
            <a:r>
              <a:rPr lang="en-US" dirty="0" err="1"/>
              <a:t>分子</a:t>
            </a:r>
            <a:endParaRPr lang="en-US" dirty="0"/>
          </a:p>
          <a:p>
            <a:r>
              <a:rPr lang="en-US" dirty="0"/>
              <a:t>denominator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分母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AD559-58E6-437A-A7FE-2E6C4DB0F6C1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708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jpg"/><Relationship Id="rId9" Type="http://schemas.openxmlformats.org/officeDocument/2006/relationships/image" Target="../media/image13.pn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jpg"/><Relationship Id="rId9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548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40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33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15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8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37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63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71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01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91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445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5678-EE20-4FA5-88E2-6E0BD67A2E26}" type="datetime1">
              <a:rPr lang="en-US" smtClean="0"/>
              <a:t>3/17/26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064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738E-8962-435F-8C43-147B8DD7E819}" type="datetime1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18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Garamond" panose="02020404030301010803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AEA93-55E7-4DA9-90C2-089A26EEFEC4}" type="datetime1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730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F3C7-6809-4F39-BD67-A75817BDDE0A}" type="datetime1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514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AEB24-CE78-465C-A726-91D0868FA48F}" type="datetime1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476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ADF0-1749-4E8B-9691-B44A5F8C0895}" type="datetime1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603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628A-A867-4937-BBE5-207DB6F9C51A}" type="datetime1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70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BBB94-68E6-4675-A946-F1C5994EDBD7}" type="datetime1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225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8377-21E3-4835-B75D-4E2847E2750F}" type="datetime1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402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1B39-B140-43FE-96DB-472A2B59CE7C}" type="datetime1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5358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00BB2-27C5-458B-ABCE-839C88CF47CE}" type="datetime1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46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040" y="789204"/>
            <a:ext cx="7801920" cy="6999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41005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33522" y="2229228"/>
            <a:ext cx="6076937" cy="3555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>
              <a:latin typeface="Garamond" panose="02020404030301010803" pitchFamily="18" charset="0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3698" y="270276"/>
            <a:ext cx="853660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 dirty="0">
                <a:latin typeface="Garamond" panose="02020404030301010803" pitchFamily="18" charset="0"/>
              </a:rPr>
              <a:t>8 Feb</a:t>
            </a:r>
            <a:r>
              <a:rPr lang="en-US" spc="-7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 dirty="0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 dirty="0">
                <a:latin typeface="Garamond" panose="02020404030301010803" pitchFamily="18" charset="0"/>
              </a:rPr>
              <a:t> </a:t>
            </a:r>
            <a:r>
              <a:rPr lang="nn-NO" spc="-5" dirty="0">
                <a:latin typeface="Garamond" panose="02020404030301010803" pitchFamily="18" charset="0"/>
              </a:rPr>
              <a:t>Johnson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20426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 dirty="0">
                <a:latin typeface="Garamond" panose="02020404030301010803" pitchFamily="18" charset="0"/>
              </a:rPr>
              <a:t>8 Feb</a:t>
            </a:r>
            <a:r>
              <a:rPr lang="en-US" spc="-7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 dirty="0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 dirty="0">
                <a:latin typeface="Garamond" panose="02020404030301010803" pitchFamily="18" charset="0"/>
              </a:rPr>
              <a:t> </a:t>
            </a:r>
            <a:r>
              <a:rPr lang="nn-NO" spc="-5" dirty="0">
                <a:latin typeface="Garamond" panose="02020404030301010803" pitchFamily="18" charset="0"/>
              </a:rPr>
              <a:t>Johnson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4717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 dirty="0">
                <a:latin typeface="Garamond" panose="02020404030301010803" pitchFamily="18" charset="0"/>
              </a:rPr>
              <a:t>8 Feb</a:t>
            </a:r>
            <a:r>
              <a:rPr lang="en-US" spc="-7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 dirty="0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 dirty="0">
                <a:latin typeface="Garamond" panose="02020404030301010803" pitchFamily="18" charset="0"/>
              </a:rPr>
              <a:t> </a:t>
            </a:r>
            <a:r>
              <a:rPr lang="nn-NO" spc="-5" dirty="0">
                <a:latin typeface="Garamond" panose="02020404030301010803" pitchFamily="18" charset="0"/>
              </a:rPr>
              <a:t>Johnson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38334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10974" y="139999"/>
            <a:ext cx="961148" cy="65779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>
              <a:latin typeface="Garamond" panose="02020404030301010803" pitchFamily="18" charset="0"/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4270316" y="343199"/>
            <a:ext cx="1885946" cy="1777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>
              <a:latin typeface="Garamond" panose="02020404030301010803" pitchFamily="18" charset="0"/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63097" y="371632"/>
            <a:ext cx="2807970" cy="0"/>
          </a:xfrm>
          <a:custGeom>
            <a:avLst/>
            <a:gdLst/>
            <a:ahLst/>
            <a:cxnLst/>
            <a:rect l="l" t="t" r="r" b="b"/>
            <a:pathLst>
              <a:path w="2807970">
                <a:moveTo>
                  <a:pt x="2807694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1800" dirty="0">
              <a:latin typeface="Garamond" panose="02020404030301010803" pitchFamily="18" charset="0"/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1376648" y="329679"/>
            <a:ext cx="86995" cy="84667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62930"/>
                </a:moveTo>
                <a:lnTo>
                  <a:pt x="0" y="31465"/>
                </a:lnTo>
                <a:lnTo>
                  <a:pt x="86449" y="0"/>
                </a:lnTo>
                <a:lnTo>
                  <a:pt x="86449" y="6293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1800" dirty="0">
              <a:latin typeface="Garamond" panose="02020404030301010803" pitchFamily="18" charset="0"/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1376648" y="329679"/>
            <a:ext cx="86995" cy="84667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0"/>
                </a:moveTo>
                <a:lnTo>
                  <a:pt x="0" y="31465"/>
                </a:lnTo>
                <a:lnTo>
                  <a:pt x="86449" y="62930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1800" dirty="0">
              <a:latin typeface="Garamond" panose="02020404030301010803" pitchFamily="18" charset="0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 dirty="0">
                <a:latin typeface="Garamond" panose="02020404030301010803" pitchFamily="18" charset="0"/>
              </a:rPr>
              <a:t>8 Feb</a:t>
            </a:r>
            <a:r>
              <a:rPr lang="en-US" spc="-7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 dirty="0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 dirty="0">
                <a:latin typeface="Garamond" panose="02020404030301010803" pitchFamily="18" charset="0"/>
              </a:rPr>
              <a:t> </a:t>
            </a:r>
            <a:r>
              <a:rPr lang="nn-NO" spc="-5" dirty="0">
                <a:latin typeface="Garamond" panose="02020404030301010803" pitchFamily="18" charset="0"/>
              </a:rPr>
              <a:t>Johnson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08578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 dirty="0">
                <a:latin typeface="Garamond" panose="02020404030301010803" pitchFamily="18" charset="0"/>
              </a:rPr>
              <a:t>8 Feb</a:t>
            </a:r>
            <a:r>
              <a:rPr lang="en-US" spc="-7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 dirty="0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 dirty="0">
                <a:latin typeface="Garamond" panose="02020404030301010803" pitchFamily="18" charset="0"/>
              </a:rPr>
              <a:t> </a:t>
            </a:r>
            <a:r>
              <a:rPr lang="nn-NO" spc="-5" dirty="0">
                <a:latin typeface="Garamond" panose="02020404030301010803" pitchFamily="18" charset="0"/>
              </a:rPr>
              <a:t>Johnson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95961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262890"/>
            <a:ext cx="8376919" cy="508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A87FF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936740" y="6333235"/>
            <a:ext cx="596900" cy="193964"/>
          </a:xfrm>
        </p:spPr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spc="-10" dirty="0">
                <a:latin typeface="Garamond" panose="02020404030301010803" pitchFamily="18" charset="0"/>
              </a:rPr>
              <a:t>4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21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dirty="0">
                <a:latin typeface="Garamond" panose="02020404030301010803" pitchFamily="18" charset="0"/>
              </a:rPr>
              <a:t>Richard</a:t>
            </a:r>
            <a:r>
              <a:rPr lang="en-US" spc="-130" dirty="0">
                <a:latin typeface="Garamond" panose="02020404030301010803" pitchFamily="18" charset="0"/>
              </a:rPr>
              <a:t> </a:t>
            </a:r>
            <a:r>
              <a:rPr lang="en-US" spc="-20" dirty="0" err="1">
                <a:latin typeface="Garamond" panose="02020404030301010803" pitchFamily="18" charset="0"/>
              </a:rPr>
              <a:t>Socher</a:t>
            </a:r>
            <a:endParaRPr lang="en-US" spc="-20" dirty="0">
              <a:latin typeface="Garamond" panose="02020404030301010803" pitchFamily="18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pPr marL="25400">
              <a:lnSpc>
                <a:spcPts val="1470"/>
              </a:lnSpc>
            </a:pPr>
            <a:fld id="{81D60167-4931-47E6-BA6A-407CBD079E47}" type="slidenum">
              <a:rPr lang="en-US" smtClean="0"/>
              <a:pPr marL="25400">
                <a:lnSpc>
                  <a:spcPts val="147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8021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A87FF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936740" y="6333235"/>
            <a:ext cx="596900" cy="193964"/>
          </a:xfrm>
        </p:spPr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spc="-10" dirty="0">
                <a:latin typeface="Garamond" panose="02020404030301010803" pitchFamily="18" charset="0"/>
              </a:rPr>
              <a:t>4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21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dirty="0">
                <a:latin typeface="Garamond" panose="02020404030301010803" pitchFamily="18" charset="0"/>
              </a:rPr>
              <a:t>Richard</a:t>
            </a:r>
            <a:r>
              <a:rPr lang="en-US" spc="-130" dirty="0">
                <a:latin typeface="Garamond" panose="02020404030301010803" pitchFamily="18" charset="0"/>
              </a:rPr>
              <a:t> </a:t>
            </a:r>
            <a:r>
              <a:rPr lang="en-US" spc="-20" dirty="0" err="1">
                <a:latin typeface="Garamond" panose="02020404030301010803" pitchFamily="18" charset="0"/>
              </a:rPr>
              <a:t>Socher</a:t>
            </a:r>
            <a:endParaRPr lang="en-US" spc="-20" dirty="0">
              <a:latin typeface="Garamond" panose="02020404030301010803" pitchFamily="18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pPr marL="25400">
              <a:lnSpc>
                <a:spcPts val="1470"/>
              </a:lnSpc>
            </a:pPr>
            <a:fld id="{81D60167-4931-47E6-BA6A-407CBD079E47}" type="slidenum">
              <a:rPr lang="en-US" smtClean="0"/>
              <a:pPr marL="25400">
                <a:lnSpc>
                  <a:spcPts val="147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2781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A87FF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6936740" y="6333235"/>
            <a:ext cx="596900" cy="193964"/>
          </a:xfrm>
        </p:spPr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spc="-10" dirty="0">
                <a:latin typeface="Garamond" panose="02020404030301010803" pitchFamily="18" charset="0"/>
              </a:rPr>
              <a:t>4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21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16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dirty="0">
                <a:latin typeface="Garamond" panose="02020404030301010803" pitchFamily="18" charset="0"/>
              </a:rPr>
              <a:t>Richard</a:t>
            </a:r>
            <a:r>
              <a:rPr lang="en-US" spc="-130" dirty="0">
                <a:latin typeface="Garamond" panose="02020404030301010803" pitchFamily="18" charset="0"/>
              </a:rPr>
              <a:t> </a:t>
            </a:r>
            <a:r>
              <a:rPr lang="en-US" spc="-20" dirty="0" err="1">
                <a:latin typeface="Garamond" panose="02020404030301010803" pitchFamily="18" charset="0"/>
              </a:rPr>
              <a:t>Socher</a:t>
            </a:r>
            <a:endParaRPr lang="en-US" spc="-20" dirty="0">
              <a:latin typeface="Garamond" panose="02020404030301010803" pitchFamily="18" charset="0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pPr marL="25400">
              <a:lnSpc>
                <a:spcPts val="1470"/>
              </a:lnSpc>
            </a:pPr>
            <a:fld id="{81D60167-4931-47E6-BA6A-407CBD079E47}" type="slidenum">
              <a:rPr lang="en-US" smtClean="0"/>
              <a:pPr marL="25400">
                <a:lnSpc>
                  <a:spcPts val="147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0736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A87FF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6936740" y="6333235"/>
            <a:ext cx="596900" cy="193964"/>
          </a:xfrm>
        </p:spPr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spc="-10" dirty="0">
                <a:latin typeface="Garamond" panose="02020404030301010803" pitchFamily="18" charset="0"/>
              </a:rPr>
              <a:t>4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21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16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dirty="0">
                <a:latin typeface="Garamond" panose="02020404030301010803" pitchFamily="18" charset="0"/>
              </a:rPr>
              <a:t>Richard</a:t>
            </a:r>
            <a:r>
              <a:rPr lang="en-US" spc="-130" dirty="0">
                <a:latin typeface="Garamond" panose="02020404030301010803" pitchFamily="18" charset="0"/>
              </a:rPr>
              <a:t> </a:t>
            </a:r>
            <a:r>
              <a:rPr lang="en-US" spc="-20" dirty="0" err="1">
                <a:latin typeface="Garamond" panose="02020404030301010803" pitchFamily="18" charset="0"/>
              </a:rPr>
              <a:t>Socher</a:t>
            </a:r>
            <a:endParaRPr lang="en-US" spc="-20" dirty="0">
              <a:latin typeface="Garamond" panose="02020404030301010803" pitchFamily="18" charset="0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pPr marL="25400">
              <a:lnSpc>
                <a:spcPts val="1470"/>
              </a:lnSpc>
            </a:pPr>
            <a:fld id="{81D60167-4931-47E6-BA6A-407CBD079E47}" type="slidenum">
              <a:rPr lang="en-US" smtClean="0"/>
              <a:pPr marL="25400">
                <a:lnSpc>
                  <a:spcPts val="147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4340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4800" y="76200"/>
            <a:ext cx="8394700" cy="643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6936740" y="6333235"/>
            <a:ext cx="596900" cy="193964"/>
          </a:xfrm>
        </p:spPr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spc="-10" dirty="0">
                <a:latin typeface="Garamond" panose="02020404030301010803" pitchFamily="18" charset="0"/>
              </a:rPr>
              <a:t>4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21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16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dirty="0">
                <a:latin typeface="Garamond" panose="02020404030301010803" pitchFamily="18" charset="0"/>
              </a:rPr>
              <a:t>Richard</a:t>
            </a:r>
            <a:r>
              <a:rPr lang="en-US" spc="-130" dirty="0">
                <a:latin typeface="Garamond" panose="02020404030301010803" pitchFamily="18" charset="0"/>
              </a:rPr>
              <a:t> </a:t>
            </a:r>
            <a:r>
              <a:rPr lang="en-US" spc="-20" dirty="0" err="1">
                <a:latin typeface="Garamond" panose="02020404030301010803" pitchFamily="18" charset="0"/>
              </a:rPr>
              <a:t>Socher</a:t>
            </a:r>
            <a:endParaRPr lang="en-US" spc="-20" dirty="0">
              <a:latin typeface="Garamond" panose="02020404030301010803" pitchFamily="18" charset="0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pPr marL="25400">
              <a:lnSpc>
                <a:spcPts val="1470"/>
              </a:lnSpc>
            </a:pPr>
            <a:fld id="{81D60167-4931-47E6-BA6A-407CBD079E47}" type="slidenum">
              <a:rPr lang="en-US" smtClean="0"/>
              <a:pPr marL="25400">
                <a:lnSpc>
                  <a:spcPts val="147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6004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262890"/>
            <a:ext cx="8376919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A87FF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58900" y="4978400"/>
            <a:ext cx="64262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936740" y="6333235"/>
            <a:ext cx="596900" cy="193964"/>
          </a:xfrm>
        </p:spPr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spc="-10" dirty="0">
                <a:latin typeface="Garamond" panose="02020404030301010803" pitchFamily="18" charset="0"/>
              </a:rPr>
              <a:t>4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26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dirty="0">
                <a:latin typeface="Garamond" panose="02020404030301010803" pitchFamily="18" charset="0"/>
              </a:rPr>
              <a:t>Richard</a:t>
            </a:r>
            <a:r>
              <a:rPr lang="en-US" spc="-130" dirty="0">
                <a:latin typeface="Garamond" panose="02020404030301010803" pitchFamily="18" charset="0"/>
              </a:rPr>
              <a:t> </a:t>
            </a:r>
            <a:r>
              <a:rPr lang="en-US" spc="-20" dirty="0" err="1">
                <a:latin typeface="Garamond" panose="02020404030301010803" pitchFamily="18" charset="0"/>
              </a:rPr>
              <a:t>Socher</a:t>
            </a:r>
            <a:endParaRPr lang="en-US" spc="-20" dirty="0">
              <a:latin typeface="Garamond" panose="02020404030301010803" pitchFamily="18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pPr marL="25400">
              <a:lnSpc>
                <a:spcPts val="1470"/>
              </a:lnSpc>
            </a:pPr>
            <a:fld id="{81D60167-4931-47E6-BA6A-407CBD079E47}" type="slidenum">
              <a:rPr lang="en-US" smtClean="0"/>
              <a:pPr marL="25400">
                <a:lnSpc>
                  <a:spcPts val="147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3165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A87FF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936740" y="6333235"/>
            <a:ext cx="596900" cy="193964"/>
          </a:xfrm>
        </p:spPr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spc="-10" dirty="0">
                <a:latin typeface="Garamond" panose="02020404030301010803" pitchFamily="18" charset="0"/>
              </a:rPr>
              <a:t>4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26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dirty="0">
                <a:latin typeface="Garamond" panose="02020404030301010803" pitchFamily="18" charset="0"/>
              </a:rPr>
              <a:t>Richard</a:t>
            </a:r>
            <a:r>
              <a:rPr lang="en-US" spc="-130" dirty="0">
                <a:latin typeface="Garamond" panose="02020404030301010803" pitchFamily="18" charset="0"/>
              </a:rPr>
              <a:t> </a:t>
            </a:r>
            <a:r>
              <a:rPr lang="en-US" spc="-20" dirty="0" err="1">
                <a:latin typeface="Garamond" panose="02020404030301010803" pitchFamily="18" charset="0"/>
              </a:rPr>
              <a:t>Socher</a:t>
            </a:r>
            <a:endParaRPr lang="en-US" spc="-20" dirty="0">
              <a:latin typeface="Garamond" panose="02020404030301010803" pitchFamily="18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pPr marL="25400">
              <a:lnSpc>
                <a:spcPts val="1470"/>
              </a:lnSpc>
            </a:pPr>
            <a:fld id="{81D60167-4931-47E6-BA6A-407CBD079E47}" type="slidenum">
              <a:rPr lang="en-US" smtClean="0"/>
              <a:pPr marL="25400">
                <a:lnSpc>
                  <a:spcPts val="147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282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A87FF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6936740" y="6333235"/>
            <a:ext cx="596900" cy="193964"/>
          </a:xfrm>
        </p:spPr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spc="-10" dirty="0">
                <a:latin typeface="Garamond" panose="02020404030301010803" pitchFamily="18" charset="0"/>
              </a:rPr>
              <a:t>4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26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16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dirty="0">
                <a:latin typeface="Garamond" panose="02020404030301010803" pitchFamily="18" charset="0"/>
              </a:rPr>
              <a:t>Richard</a:t>
            </a:r>
            <a:r>
              <a:rPr lang="en-US" spc="-130" dirty="0">
                <a:latin typeface="Garamond" panose="02020404030301010803" pitchFamily="18" charset="0"/>
              </a:rPr>
              <a:t> </a:t>
            </a:r>
            <a:r>
              <a:rPr lang="en-US" spc="-20" dirty="0" err="1">
                <a:latin typeface="Garamond" panose="02020404030301010803" pitchFamily="18" charset="0"/>
              </a:rPr>
              <a:t>Socher</a:t>
            </a:r>
            <a:endParaRPr lang="en-US" spc="-20" dirty="0">
              <a:latin typeface="Garamond" panose="02020404030301010803" pitchFamily="18" charset="0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pPr marL="25400">
              <a:lnSpc>
                <a:spcPts val="1470"/>
              </a:lnSpc>
            </a:pPr>
            <a:fld id="{81D60167-4931-47E6-BA6A-407CBD079E47}" type="slidenum">
              <a:rPr lang="en-US" smtClean="0"/>
              <a:pPr marL="25400">
                <a:lnSpc>
                  <a:spcPts val="147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536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A87FF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6936740" y="6333235"/>
            <a:ext cx="596900" cy="193964"/>
          </a:xfrm>
        </p:spPr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spc="-10" dirty="0">
                <a:latin typeface="Garamond" panose="02020404030301010803" pitchFamily="18" charset="0"/>
              </a:rPr>
              <a:t>4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26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16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dirty="0">
                <a:latin typeface="Garamond" panose="02020404030301010803" pitchFamily="18" charset="0"/>
              </a:rPr>
              <a:t>Richard</a:t>
            </a:r>
            <a:r>
              <a:rPr lang="en-US" spc="-130" dirty="0">
                <a:latin typeface="Garamond" panose="02020404030301010803" pitchFamily="18" charset="0"/>
              </a:rPr>
              <a:t> </a:t>
            </a:r>
            <a:r>
              <a:rPr lang="en-US" spc="-20" dirty="0" err="1">
                <a:latin typeface="Garamond" panose="02020404030301010803" pitchFamily="18" charset="0"/>
              </a:rPr>
              <a:t>Socher</a:t>
            </a:r>
            <a:endParaRPr lang="en-US" spc="-20" dirty="0">
              <a:latin typeface="Garamond" panose="02020404030301010803" pitchFamily="18" charset="0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pPr marL="25400">
              <a:lnSpc>
                <a:spcPts val="1470"/>
              </a:lnSpc>
            </a:pPr>
            <a:fld id="{81D60167-4931-47E6-BA6A-407CBD079E47}" type="slidenum">
              <a:rPr lang="en-US" smtClean="0"/>
              <a:pPr marL="25400">
                <a:lnSpc>
                  <a:spcPts val="147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5764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6936740" y="6333235"/>
            <a:ext cx="596900" cy="193964"/>
          </a:xfrm>
        </p:spPr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spc="-10" dirty="0">
                <a:latin typeface="Garamond" panose="02020404030301010803" pitchFamily="18" charset="0"/>
              </a:rPr>
              <a:t>4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26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16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dirty="0">
                <a:latin typeface="Garamond" panose="02020404030301010803" pitchFamily="18" charset="0"/>
              </a:rPr>
              <a:t>Richard</a:t>
            </a:r>
            <a:r>
              <a:rPr lang="en-US" spc="-130" dirty="0">
                <a:latin typeface="Garamond" panose="02020404030301010803" pitchFamily="18" charset="0"/>
              </a:rPr>
              <a:t> </a:t>
            </a:r>
            <a:r>
              <a:rPr lang="en-US" spc="-20" dirty="0" err="1">
                <a:latin typeface="Garamond" panose="02020404030301010803" pitchFamily="18" charset="0"/>
              </a:rPr>
              <a:t>Socher</a:t>
            </a:r>
            <a:endParaRPr lang="en-US" spc="-20" dirty="0">
              <a:latin typeface="Garamond" panose="02020404030301010803" pitchFamily="18" charset="0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pPr marL="25400">
              <a:lnSpc>
                <a:spcPts val="1470"/>
              </a:lnSpc>
            </a:pPr>
            <a:fld id="{81D60167-4931-47E6-BA6A-407CBD079E47}" type="slidenum">
              <a:rPr lang="en-US" smtClean="0"/>
              <a:pPr marL="25400">
                <a:lnSpc>
                  <a:spcPts val="147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0550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mtClean="0"/>
              <a:pPr marL="38100">
                <a:lnSpc>
                  <a:spcPts val="14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9830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986FF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mtClean="0"/>
              <a:pPr marL="38100">
                <a:lnSpc>
                  <a:spcPts val="14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0136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986FF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mtClean="0"/>
              <a:pPr marL="38100">
                <a:lnSpc>
                  <a:spcPts val="14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751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986FF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mtClean="0"/>
              <a:pPr marL="38100">
                <a:lnSpc>
                  <a:spcPts val="14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0746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mtClean="0"/>
              <a:pPr marL="38100">
                <a:lnSpc>
                  <a:spcPts val="14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643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249377"/>
            <a:ext cx="8376919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mtClean="0"/>
              <a:pPr marL="38100">
                <a:lnSpc>
                  <a:spcPts val="14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00120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 u="heavy">
                <a:solidFill>
                  <a:schemeClr val="tx1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mtClean="0"/>
              <a:pPr marL="38100">
                <a:lnSpc>
                  <a:spcPts val="14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4449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mtClean="0"/>
              <a:pPr marL="38100">
                <a:lnSpc>
                  <a:spcPts val="14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9616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2554" y="2374723"/>
            <a:ext cx="368530" cy="213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2993298" y="2351532"/>
            <a:ext cx="382167" cy="245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4963947" y="2351532"/>
            <a:ext cx="383348" cy="245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6963441" y="2379361"/>
            <a:ext cx="377507" cy="2179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5575554" y="1213865"/>
            <a:ext cx="1880235" cy="2002155"/>
          </a:xfrm>
          <a:custGeom>
            <a:avLst/>
            <a:gdLst/>
            <a:ahLst/>
            <a:cxnLst/>
            <a:rect l="l" t="t" r="r" b="b"/>
            <a:pathLst>
              <a:path w="1880234" h="2002155">
                <a:moveTo>
                  <a:pt x="1641221" y="1946148"/>
                </a:moveTo>
                <a:lnTo>
                  <a:pt x="1624203" y="1936242"/>
                </a:lnTo>
                <a:lnTo>
                  <a:pt x="1550289" y="1893189"/>
                </a:lnTo>
                <a:lnTo>
                  <a:pt x="1545590" y="1890395"/>
                </a:lnTo>
                <a:lnTo>
                  <a:pt x="1539494" y="1891919"/>
                </a:lnTo>
                <a:lnTo>
                  <a:pt x="1536827" y="1896745"/>
                </a:lnTo>
                <a:lnTo>
                  <a:pt x="1534033" y="1901444"/>
                </a:lnTo>
                <a:lnTo>
                  <a:pt x="1535684" y="1907540"/>
                </a:lnTo>
                <a:lnTo>
                  <a:pt x="1540383" y="1910207"/>
                </a:lnTo>
                <a:lnTo>
                  <a:pt x="1584998" y="1936242"/>
                </a:lnTo>
                <a:lnTo>
                  <a:pt x="0" y="1936242"/>
                </a:lnTo>
                <a:lnTo>
                  <a:pt x="0" y="1956054"/>
                </a:lnTo>
                <a:lnTo>
                  <a:pt x="1584998" y="1956054"/>
                </a:lnTo>
                <a:lnTo>
                  <a:pt x="1540383" y="1982089"/>
                </a:lnTo>
                <a:lnTo>
                  <a:pt x="1535684" y="1984756"/>
                </a:lnTo>
                <a:lnTo>
                  <a:pt x="1534033" y="1990852"/>
                </a:lnTo>
                <a:lnTo>
                  <a:pt x="1536827" y="1995551"/>
                </a:lnTo>
                <a:lnTo>
                  <a:pt x="1539494" y="2000377"/>
                </a:lnTo>
                <a:lnTo>
                  <a:pt x="1545590" y="2001901"/>
                </a:lnTo>
                <a:lnTo>
                  <a:pt x="1550289" y="1999107"/>
                </a:lnTo>
                <a:lnTo>
                  <a:pt x="1624203" y="1956054"/>
                </a:lnTo>
                <a:lnTo>
                  <a:pt x="1641221" y="1946148"/>
                </a:lnTo>
                <a:close/>
              </a:path>
              <a:path w="1880234" h="2002155">
                <a:moveTo>
                  <a:pt x="1879981" y="95504"/>
                </a:moveTo>
                <a:lnTo>
                  <a:pt x="1877187" y="90805"/>
                </a:lnTo>
                <a:lnTo>
                  <a:pt x="1835632" y="19558"/>
                </a:lnTo>
                <a:lnTo>
                  <a:pt x="1824228" y="0"/>
                </a:lnTo>
                <a:lnTo>
                  <a:pt x="1771269" y="90805"/>
                </a:lnTo>
                <a:lnTo>
                  <a:pt x="1768475" y="95504"/>
                </a:lnTo>
                <a:lnTo>
                  <a:pt x="1769999" y="101600"/>
                </a:lnTo>
                <a:lnTo>
                  <a:pt x="1774825" y="104394"/>
                </a:lnTo>
                <a:lnTo>
                  <a:pt x="1779524" y="107188"/>
                </a:lnTo>
                <a:lnTo>
                  <a:pt x="1785620" y="105537"/>
                </a:lnTo>
                <a:lnTo>
                  <a:pt x="1788287" y="100838"/>
                </a:lnTo>
                <a:lnTo>
                  <a:pt x="1814322" y="56210"/>
                </a:lnTo>
                <a:lnTo>
                  <a:pt x="1814322" y="1408938"/>
                </a:lnTo>
                <a:lnTo>
                  <a:pt x="1834134" y="1408938"/>
                </a:lnTo>
                <a:lnTo>
                  <a:pt x="1834134" y="56210"/>
                </a:lnTo>
                <a:lnTo>
                  <a:pt x="1860169" y="100838"/>
                </a:lnTo>
                <a:lnTo>
                  <a:pt x="1862836" y="105537"/>
                </a:lnTo>
                <a:lnTo>
                  <a:pt x="1868932" y="107188"/>
                </a:lnTo>
                <a:lnTo>
                  <a:pt x="1878330" y="101600"/>
                </a:lnTo>
                <a:lnTo>
                  <a:pt x="1879981" y="95504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7322819" y="2715767"/>
            <a:ext cx="166115" cy="1752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2" name="bg object 22"/>
          <p:cNvSpPr/>
          <p:nvPr/>
        </p:nvSpPr>
        <p:spPr>
          <a:xfrm>
            <a:off x="7322819" y="2948939"/>
            <a:ext cx="166115" cy="1737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3" name="bg object 23"/>
          <p:cNvSpPr/>
          <p:nvPr/>
        </p:nvSpPr>
        <p:spPr>
          <a:xfrm>
            <a:off x="7322819" y="3180588"/>
            <a:ext cx="166115" cy="1752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4" name="bg object 24"/>
          <p:cNvSpPr/>
          <p:nvPr/>
        </p:nvSpPr>
        <p:spPr>
          <a:xfrm>
            <a:off x="7322819" y="3413760"/>
            <a:ext cx="166115" cy="1737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5" name="bg object 25"/>
          <p:cNvSpPr/>
          <p:nvPr/>
        </p:nvSpPr>
        <p:spPr>
          <a:xfrm>
            <a:off x="7216902" y="2623566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59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59" y="60960"/>
                </a:lnTo>
                <a:lnTo>
                  <a:pt x="365759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59" y="1072896"/>
                </a:lnTo>
                <a:lnTo>
                  <a:pt x="37236" y="1068103"/>
                </a:lnTo>
                <a:lnTo>
                  <a:pt x="17859" y="1055036"/>
                </a:lnTo>
                <a:lnTo>
                  <a:pt x="4792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59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6" name="bg object 26"/>
          <p:cNvSpPr/>
          <p:nvPr/>
        </p:nvSpPr>
        <p:spPr>
          <a:xfrm>
            <a:off x="3569969" y="3104261"/>
            <a:ext cx="1641475" cy="111760"/>
          </a:xfrm>
          <a:custGeom>
            <a:avLst/>
            <a:gdLst/>
            <a:ahLst/>
            <a:cxnLst/>
            <a:rect l="l" t="t" r="r" b="b"/>
            <a:pathLst>
              <a:path w="1641475" h="111760">
                <a:moveTo>
                  <a:pt x="1601996" y="55752"/>
                </a:moveTo>
                <a:lnTo>
                  <a:pt x="1540382" y="91693"/>
                </a:lnTo>
                <a:lnTo>
                  <a:pt x="1535683" y="94361"/>
                </a:lnTo>
                <a:lnTo>
                  <a:pt x="1534032" y="100456"/>
                </a:lnTo>
                <a:lnTo>
                  <a:pt x="1536827" y="105155"/>
                </a:lnTo>
                <a:lnTo>
                  <a:pt x="1539493" y="109981"/>
                </a:lnTo>
                <a:lnTo>
                  <a:pt x="1545589" y="111505"/>
                </a:lnTo>
                <a:lnTo>
                  <a:pt x="1550289" y="108712"/>
                </a:lnTo>
                <a:lnTo>
                  <a:pt x="1624212" y="65659"/>
                </a:lnTo>
                <a:lnTo>
                  <a:pt x="1621535" y="65659"/>
                </a:lnTo>
                <a:lnTo>
                  <a:pt x="1621535" y="64262"/>
                </a:lnTo>
                <a:lnTo>
                  <a:pt x="1616582" y="64262"/>
                </a:lnTo>
                <a:lnTo>
                  <a:pt x="1601996" y="55752"/>
                </a:lnTo>
                <a:close/>
              </a:path>
              <a:path w="1641475" h="111760">
                <a:moveTo>
                  <a:pt x="1585014" y="45847"/>
                </a:moveTo>
                <a:lnTo>
                  <a:pt x="0" y="45847"/>
                </a:lnTo>
                <a:lnTo>
                  <a:pt x="0" y="65659"/>
                </a:lnTo>
                <a:lnTo>
                  <a:pt x="1585014" y="65659"/>
                </a:lnTo>
                <a:lnTo>
                  <a:pt x="1601996" y="55752"/>
                </a:lnTo>
                <a:lnTo>
                  <a:pt x="1585014" y="45847"/>
                </a:lnTo>
                <a:close/>
              </a:path>
              <a:path w="1641475" h="111760">
                <a:moveTo>
                  <a:pt x="1624212" y="45847"/>
                </a:moveTo>
                <a:lnTo>
                  <a:pt x="1621535" y="45847"/>
                </a:lnTo>
                <a:lnTo>
                  <a:pt x="1621535" y="65659"/>
                </a:lnTo>
                <a:lnTo>
                  <a:pt x="1624212" y="65659"/>
                </a:lnTo>
                <a:lnTo>
                  <a:pt x="1641220" y="55752"/>
                </a:lnTo>
                <a:lnTo>
                  <a:pt x="1624212" y="45847"/>
                </a:lnTo>
                <a:close/>
              </a:path>
              <a:path w="1641475" h="111760">
                <a:moveTo>
                  <a:pt x="1616582" y="47243"/>
                </a:moveTo>
                <a:lnTo>
                  <a:pt x="1601996" y="55752"/>
                </a:lnTo>
                <a:lnTo>
                  <a:pt x="1616582" y="64262"/>
                </a:lnTo>
                <a:lnTo>
                  <a:pt x="1616582" y="47243"/>
                </a:lnTo>
                <a:close/>
              </a:path>
              <a:path w="1641475" h="111760">
                <a:moveTo>
                  <a:pt x="1621535" y="47243"/>
                </a:moveTo>
                <a:lnTo>
                  <a:pt x="1616582" y="47243"/>
                </a:lnTo>
                <a:lnTo>
                  <a:pt x="1616582" y="64262"/>
                </a:lnTo>
                <a:lnTo>
                  <a:pt x="1621535" y="64262"/>
                </a:lnTo>
                <a:lnTo>
                  <a:pt x="1621535" y="47243"/>
                </a:lnTo>
                <a:close/>
              </a:path>
              <a:path w="1641475" h="111760">
                <a:moveTo>
                  <a:pt x="1545589" y="0"/>
                </a:moveTo>
                <a:lnTo>
                  <a:pt x="1539493" y="1524"/>
                </a:lnTo>
                <a:lnTo>
                  <a:pt x="1536827" y="6350"/>
                </a:lnTo>
                <a:lnTo>
                  <a:pt x="1534032" y="11049"/>
                </a:lnTo>
                <a:lnTo>
                  <a:pt x="1535683" y="17144"/>
                </a:lnTo>
                <a:lnTo>
                  <a:pt x="1540382" y="19812"/>
                </a:lnTo>
                <a:lnTo>
                  <a:pt x="1601996" y="55752"/>
                </a:lnTo>
                <a:lnTo>
                  <a:pt x="1616582" y="47243"/>
                </a:lnTo>
                <a:lnTo>
                  <a:pt x="1621535" y="47243"/>
                </a:lnTo>
                <a:lnTo>
                  <a:pt x="1621535" y="45847"/>
                </a:lnTo>
                <a:lnTo>
                  <a:pt x="1624212" y="45847"/>
                </a:lnTo>
                <a:lnTo>
                  <a:pt x="1550289" y="2793"/>
                </a:lnTo>
                <a:lnTo>
                  <a:pt x="154558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7" name="bg object 27"/>
          <p:cNvSpPr/>
          <p:nvPr/>
        </p:nvSpPr>
        <p:spPr>
          <a:xfrm>
            <a:off x="5315711" y="2715767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8" name="bg object 28"/>
          <p:cNvSpPr/>
          <p:nvPr/>
        </p:nvSpPr>
        <p:spPr>
          <a:xfrm>
            <a:off x="5315711" y="2948939"/>
            <a:ext cx="166115" cy="1737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9" name="bg object 29"/>
          <p:cNvSpPr/>
          <p:nvPr/>
        </p:nvSpPr>
        <p:spPr>
          <a:xfrm>
            <a:off x="5315711" y="3180588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0" name="bg object 30"/>
          <p:cNvSpPr/>
          <p:nvPr/>
        </p:nvSpPr>
        <p:spPr>
          <a:xfrm>
            <a:off x="5315711" y="3413760"/>
            <a:ext cx="166115" cy="1737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1" name="bg object 31"/>
          <p:cNvSpPr/>
          <p:nvPr/>
        </p:nvSpPr>
        <p:spPr>
          <a:xfrm>
            <a:off x="5209793" y="2623566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60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59" y="60960"/>
                </a:lnTo>
                <a:lnTo>
                  <a:pt x="365759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59" y="1072896"/>
                </a:lnTo>
                <a:lnTo>
                  <a:pt x="37236" y="1068103"/>
                </a:lnTo>
                <a:lnTo>
                  <a:pt x="17859" y="1055036"/>
                </a:lnTo>
                <a:lnTo>
                  <a:pt x="4792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59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2" name="bg object 32"/>
          <p:cNvSpPr/>
          <p:nvPr/>
        </p:nvSpPr>
        <p:spPr>
          <a:xfrm>
            <a:off x="1301496" y="2715767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3" name="bg object 33"/>
          <p:cNvSpPr/>
          <p:nvPr/>
        </p:nvSpPr>
        <p:spPr>
          <a:xfrm>
            <a:off x="1301496" y="2948939"/>
            <a:ext cx="166115" cy="1737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4" name="bg object 34"/>
          <p:cNvSpPr/>
          <p:nvPr/>
        </p:nvSpPr>
        <p:spPr>
          <a:xfrm>
            <a:off x="1301496" y="3180588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5" name="bg object 35"/>
          <p:cNvSpPr/>
          <p:nvPr/>
        </p:nvSpPr>
        <p:spPr>
          <a:xfrm>
            <a:off x="1301496" y="3413760"/>
            <a:ext cx="166115" cy="1737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6" name="bg object 36"/>
          <p:cNvSpPr/>
          <p:nvPr/>
        </p:nvSpPr>
        <p:spPr>
          <a:xfrm>
            <a:off x="1197102" y="2623566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59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59" y="60960"/>
                </a:lnTo>
                <a:lnTo>
                  <a:pt x="365759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59" y="1072896"/>
                </a:lnTo>
                <a:lnTo>
                  <a:pt x="37231" y="1068103"/>
                </a:lnTo>
                <a:lnTo>
                  <a:pt x="17854" y="1055036"/>
                </a:lnTo>
                <a:lnTo>
                  <a:pt x="4790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0" y="37236"/>
                </a:lnTo>
                <a:lnTo>
                  <a:pt x="17854" y="17859"/>
                </a:lnTo>
                <a:lnTo>
                  <a:pt x="37231" y="4792"/>
                </a:lnTo>
                <a:lnTo>
                  <a:pt x="60959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7" name="bg object 37"/>
          <p:cNvSpPr/>
          <p:nvPr/>
        </p:nvSpPr>
        <p:spPr>
          <a:xfrm>
            <a:off x="1562862" y="3104261"/>
            <a:ext cx="1641475" cy="111760"/>
          </a:xfrm>
          <a:custGeom>
            <a:avLst/>
            <a:gdLst/>
            <a:ahLst/>
            <a:cxnLst/>
            <a:rect l="l" t="t" r="r" b="b"/>
            <a:pathLst>
              <a:path w="1641475" h="111760">
                <a:moveTo>
                  <a:pt x="1601996" y="55752"/>
                </a:moveTo>
                <a:lnTo>
                  <a:pt x="1540383" y="91693"/>
                </a:lnTo>
                <a:lnTo>
                  <a:pt x="1535683" y="94361"/>
                </a:lnTo>
                <a:lnTo>
                  <a:pt x="1534033" y="100456"/>
                </a:lnTo>
                <a:lnTo>
                  <a:pt x="1536827" y="105155"/>
                </a:lnTo>
                <a:lnTo>
                  <a:pt x="1539494" y="109981"/>
                </a:lnTo>
                <a:lnTo>
                  <a:pt x="1545589" y="111505"/>
                </a:lnTo>
                <a:lnTo>
                  <a:pt x="1550289" y="108712"/>
                </a:lnTo>
                <a:lnTo>
                  <a:pt x="1624212" y="65659"/>
                </a:lnTo>
                <a:lnTo>
                  <a:pt x="1621536" y="65659"/>
                </a:lnTo>
                <a:lnTo>
                  <a:pt x="1621536" y="64262"/>
                </a:lnTo>
                <a:lnTo>
                  <a:pt x="1616583" y="64262"/>
                </a:lnTo>
                <a:lnTo>
                  <a:pt x="1601996" y="55752"/>
                </a:lnTo>
                <a:close/>
              </a:path>
              <a:path w="1641475" h="111760">
                <a:moveTo>
                  <a:pt x="1585014" y="45847"/>
                </a:moveTo>
                <a:lnTo>
                  <a:pt x="0" y="45847"/>
                </a:lnTo>
                <a:lnTo>
                  <a:pt x="0" y="65659"/>
                </a:lnTo>
                <a:lnTo>
                  <a:pt x="1585014" y="65659"/>
                </a:lnTo>
                <a:lnTo>
                  <a:pt x="1601996" y="55752"/>
                </a:lnTo>
                <a:lnTo>
                  <a:pt x="1585014" y="45847"/>
                </a:lnTo>
                <a:close/>
              </a:path>
              <a:path w="1641475" h="111760">
                <a:moveTo>
                  <a:pt x="1624212" y="45847"/>
                </a:moveTo>
                <a:lnTo>
                  <a:pt x="1621536" y="45847"/>
                </a:lnTo>
                <a:lnTo>
                  <a:pt x="1621536" y="65659"/>
                </a:lnTo>
                <a:lnTo>
                  <a:pt x="1624212" y="65659"/>
                </a:lnTo>
                <a:lnTo>
                  <a:pt x="1641220" y="55752"/>
                </a:lnTo>
                <a:lnTo>
                  <a:pt x="1624212" y="45847"/>
                </a:lnTo>
                <a:close/>
              </a:path>
              <a:path w="1641475" h="111760">
                <a:moveTo>
                  <a:pt x="1616583" y="47243"/>
                </a:moveTo>
                <a:lnTo>
                  <a:pt x="1601996" y="55752"/>
                </a:lnTo>
                <a:lnTo>
                  <a:pt x="1616583" y="64262"/>
                </a:lnTo>
                <a:lnTo>
                  <a:pt x="1616583" y="47243"/>
                </a:lnTo>
                <a:close/>
              </a:path>
              <a:path w="1641475" h="111760">
                <a:moveTo>
                  <a:pt x="1621536" y="47243"/>
                </a:moveTo>
                <a:lnTo>
                  <a:pt x="1616583" y="47243"/>
                </a:lnTo>
                <a:lnTo>
                  <a:pt x="1616583" y="64262"/>
                </a:lnTo>
                <a:lnTo>
                  <a:pt x="1621536" y="64262"/>
                </a:lnTo>
                <a:lnTo>
                  <a:pt x="1621536" y="47243"/>
                </a:lnTo>
                <a:close/>
              </a:path>
              <a:path w="1641475" h="111760">
                <a:moveTo>
                  <a:pt x="1545589" y="0"/>
                </a:moveTo>
                <a:lnTo>
                  <a:pt x="1539494" y="1524"/>
                </a:lnTo>
                <a:lnTo>
                  <a:pt x="1536827" y="6350"/>
                </a:lnTo>
                <a:lnTo>
                  <a:pt x="1534033" y="11049"/>
                </a:lnTo>
                <a:lnTo>
                  <a:pt x="1535683" y="17144"/>
                </a:lnTo>
                <a:lnTo>
                  <a:pt x="1540383" y="19812"/>
                </a:lnTo>
                <a:lnTo>
                  <a:pt x="1601996" y="55752"/>
                </a:lnTo>
                <a:lnTo>
                  <a:pt x="1616583" y="47243"/>
                </a:lnTo>
                <a:lnTo>
                  <a:pt x="1621536" y="47243"/>
                </a:lnTo>
                <a:lnTo>
                  <a:pt x="1621536" y="45847"/>
                </a:lnTo>
                <a:lnTo>
                  <a:pt x="1624212" y="45847"/>
                </a:lnTo>
                <a:lnTo>
                  <a:pt x="1550289" y="2793"/>
                </a:lnTo>
                <a:lnTo>
                  <a:pt x="154558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8" name="bg object 38"/>
          <p:cNvSpPr/>
          <p:nvPr/>
        </p:nvSpPr>
        <p:spPr>
          <a:xfrm>
            <a:off x="3308603" y="2715767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9" name="bg object 39"/>
          <p:cNvSpPr/>
          <p:nvPr/>
        </p:nvSpPr>
        <p:spPr>
          <a:xfrm>
            <a:off x="3308603" y="2948939"/>
            <a:ext cx="166115" cy="1737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0" name="bg object 40"/>
          <p:cNvSpPr/>
          <p:nvPr/>
        </p:nvSpPr>
        <p:spPr>
          <a:xfrm>
            <a:off x="3308603" y="3180588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1" name="bg object 41"/>
          <p:cNvSpPr/>
          <p:nvPr/>
        </p:nvSpPr>
        <p:spPr>
          <a:xfrm>
            <a:off x="3308603" y="3413760"/>
            <a:ext cx="166115" cy="1737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2" name="bg object 42"/>
          <p:cNvSpPr/>
          <p:nvPr/>
        </p:nvSpPr>
        <p:spPr>
          <a:xfrm>
            <a:off x="3204210" y="2623566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60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60" y="60960"/>
                </a:lnTo>
                <a:lnTo>
                  <a:pt x="365760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60" y="1072896"/>
                </a:lnTo>
                <a:lnTo>
                  <a:pt x="37236" y="1068103"/>
                </a:lnTo>
                <a:lnTo>
                  <a:pt x="17859" y="1055036"/>
                </a:lnTo>
                <a:lnTo>
                  <a:pt x="4792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60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3" name="bg object 43"/>
          <p:cNvSpPr/>
          <p:nvPr/>
        </p:nvSpPr>
        <p:spPr>
          <a:xfrm>
            <a:off x="2228419" y="2873078"/>
            <a:ext cx="292210" cy="1805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4" name="bg object 44"/>
          <p:cNvSpPr/>
          <p:nvPr/>
        </p:nvSpPr>
        <p:spPr>
          <a:xfrm>
            <a:off x="4252291" y="2873078"/>
            <a:ext cx="292210" cy="1805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5" name="bg object 45"/>
          <p:cNvSpPr/>
          <p:nvPr/>
        </p:nvSpPr>
        <p:spPr>
          <a:xfrm>
            <a:off x="6259288" y="2873078"/>
            <a:ext cx="290818" cy="1805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6" name="bg object 46"/>
          <p:cNvSpPr/>
          <p:nvPr/>
        </p:nvSpPr>
        <p:spPr>
          <a:xfrm>
            <a:off x="7053144" y="916255"/>
            <a:ext cx="673425" cy="2690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mtClean="0"/>
              <a:pPr marL="38100">
                <a:lnSpc>
                  <a:spcPts val="14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9438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2554" y="2374723"/>
            <a:ext cx="368530" cy="213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2993298" y="2351532"/>
            <a:ext cx="382167" cy="245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4963947" y="2351532"/>
            <a:ext cx="383348" cy="245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6963441" y="2379361"/>
            <a:ext cx="377507" cy="2179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5575554" y="1213865"/>
            <a:ext cx="1880235" cy="2002155"/>
          </a:xfrm>
          <a:custGeom>
            <a:avLst/>
            <a:gdLst/>
            <a:ahLst/>
            <a:cxnLst/>
            <a:rect l="l" t="t" r="r" b="b"/>
            <a:pathLst>
              <a:path w="1880234" h="2002155">
                <a:moveTo>
                  <a:pt x="1641221" y="1946148"/>
                </a:moveTo>
                <a:lnTo>
                  <a:pt x="1624203" y="1936242"/>
                </a:lnTo>
                <a:lnTo>
                  <a:pt x="1550289" y="1893189"/>
                </a:lnTo>
                <a:lnTo>
                  <a:pt x="1545590" y="1890395"/>
                </a:lnTo>
                <a:lnTo>
                  <a:pt x="1539494" y="1891919"/>
                </a:lnTo>
                <a:lnTo>
                  <a:pt x="1536827" y="1896745"/>
                </a:lnTo>
                <a:lnTo>
                  <a:pt x="1534033" y="1901444"/>
                </a:lnTo>
                <a:lnTo>
                  <a:pt x="1535684" y="1907540"/>
                </a:lnTo>
                <a:lnTo>
                  <a:pt x="1540383" y="1910207"/>
                </a:lnTo>
                <a:lnTo>
                  <a:pt x="1584998" y="1936242"/>
                </a:lnTo>
                <a:lnTo>
                  <a:pt x="0" y="1936242"/>
                </a:lnTo>
                <a:lnTo>
                  <a:pt x="0" y="1956054"/>
                </a:lnTo>
                <a:lnTo>
                  <a:pt x="1584998" y="1956054"/>
                </a:lnTo>
                <a:lnTo>
                  <a:pt x="1540383" y="1982089"/>
                </a:lnTo>
                <a:lnTo>
                  <a:pt x="1535684" y="1984756"/>
                </a:lnTo>
                <a:lnTo>
                  <a:pt x="1534033" y="1990852"/>
                </a:lnTo>
                <a:lnTo>
                  <a:pt x="1536827" y="1995551"/>
                </a:lnTo>
                <a:lnTo>
                  <a:pt x="1539494" y="2000377"/>
                </a:lnTo>
                <a:lnTo>
                  <a:pt x="1545590" y="2001901"/>
                </a:lnTo>
                <a:lnTo>
                  <a:pt x="1550289" y="1999107"/>
                </a:lnTo>
                <a:lnTo>
                  <a:pt x="1624203" y="1956054"/>
                </a:lnTo>
                <a:lnTo>
                  <a:pt x="1641221" y="1946148"/>
                </a:lnTo>
                <a:close/>
              </a:path>
              <a:path w="1880234" h="2002155">
                <a:moveTo>
                  <a:pt x="1879981" y="95504"/>
                </a:moveTo>
                <a:lnTo>
                  <a:pt x="1877187" y="90805"/>
                </a:lnTo>
                <a:lnTo>
                  <a:pt x="1835632" y="19558"/>
                </a:lnTo>
                <a:lnTo>
                  <a:pt x="1824228" y="0"/>
                </a:lnTo>
                <a:lnTo>
                  <a:pt x="1771269" y="90805"/>
                </a:lnTo>
                <a:lnTo>
                  <a:pt x="1768475" y="95504"/>
                </a:lnTo>
                <a:lnTo>
                  <a:pt x="1769999" y="101600"/>
                </a:lnTo>
                <a:lnTo>
                  <a:pt x="1774825" y="104394"/>
                </a:lnTo>
                <a:lnTo>
                  <a:pt x="1779524" y="107188"/>
                </a:lnTo>
                <a:lnTo>
                  <a:pt x="1785620" y="105537"/>
                </a:lnTo>
                <a:lnTo>
                  <a:pt x="1788287" y="100838"/>
                </a:lnTo>
                <a:lnTo>
                  <a:pt x="1814322" y="56210"/>
                </a:lnTo>
                <a:lnTo>
                  <a:pt x="1814322" y="1408938"/>
                </a:lnTo>
                <a:lnTo>
                  <a:pt x="1834134" y="1408938"/>
                </a:lnTo>
                <a:lnTo>
                  <a:pt x="1834134" y="56210"/>
                </a:lnTo>
                <a:lnTo>
                  <a:pt x="1860169" y="100838"/>
                </a:lnTo>
                <a:lnTo>
                  <a:pt x="1862836" y="105537"/>
                </a:lnTo>
                <a:lnTo>
                  <a:pt x="1868932" y="107188"/>
                </a:lnTo>
                <a:lnTo>
                  <a:pt x="1878330" y="101600"/>
                </a:lnTo>
                <a:lnTo>
                  <a:pt x="1879981" y="95504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7322820" y="2715768"/>
            <a:ext cx="166115" cy="1752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2" name="bg object 22"/>
          <p:cNvSpPr/>
          <p:nvPr/>
        </p:nvSpPr>
        <p:spPr>
          <a:xfrm>
            <a:off x="7322820" y="2948940"/>
            <a:ext cx="166115" cy="1737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3" name="bg object 23"/>
          <p:cNvSpPr/>
          <p:nvPr/>
        </p:nvSpPr>
        <p:spPr>
          <a:xfrm>
            <a:off x="7322820" y="3180587"/>
            <a:ext cx="166115" cy="1752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4" name="bg object 24"/>
          <p:cNvSpPr/>
          <p:nvPr/>
        </p:nvSpPr>
        <p:spPr>
          <a:xfrm>
            <a:off x="7322820" y="3413759"/>
            <a:ext cx="166115" cy="1737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5" name="bg object 25"/>
          <p:cNvSpPr/>
          <p:nvPr/>
        </p:nvSpPr>
        <p:spPr>
          <a:xfrm>
            <a:off x="7216902" y="2623565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59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59" y="60960"/>
                </a:lnTo>
                <a:lnTo>
                  <a:pt x="365759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59" y="1072896"/>
                </a:lnTo>
                <a:lnTo>
                  <a:pt x="37236" y="1068103"/>
                </a:lnTo>
                <a:lnTo>
                  <a:pt x="17859" y="1055036"/>
                </a:lnTo>
                <a:lnTo>
                  <a:pt x="4792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59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6" name="bg object 26"/>
          <p:cNvSpPr/>
          <p:nvPr/>
        </p:nvSpPr>
        <p:spPr>
          <a:xfrm>
            <a:off x="3569970" y="3104261"/>
            <a:ext cx="1641475" cy="111760"/>
          </a:xfrm>
          <a:custGeom>
            <a:avLst/>
            <a:gdLst/>
            <a:ahLst/>
            <a:cxnLst/>
            <a:rect l="l" t="t" r="r" b="b"/>
            <a:pathLst>
              <a:path w="1641475" h="111760">
                <a:moveTo>
                  <a:pt x="1601996" y="55752"/>
                </a:moveTo>
                <a:lnTo>
                  <a:pt x="1540382" y="91693"/>
                </a:lnTo>
                <a:lnTo>
                  <a:pt x="1535683" y="94361"/>
                </a:lnTo>
                <a:lnTo>
                  <a:pt x="1534032" y="100456"/>
                </a:lnTo>
                <a:lnTo>
                  <a:pt x="1536827" y="105155"/>
                </a:lnTo>
                <a:lnTo>
                  <a:pt x="1539493" y="109981"/>
                </a:lnTo>
                <a:lnTo>
                  <a:pt x="1545589" y="111505"/>
                </a:lnTo>
                <a:lnTo>
                  <a:pt x="1550289" y="108712"/>
                </a:lnTo>
                <a:lnTo>
                  <a:pt x="1624212" y="65659"/>
                </a:lnTo>
                <a:lnTo>
                  <a:pt x="1621535" y="65659"/>
                </a:lnTo>
                <a:lnTo>
                  <a:pt x="1621535" y="64262"/>
                </a:lnTo>
                <a:lnTo>
                  <a:pt x="1616582" y="64262"/>
                </a:lnTo>
                <a:lnTo>
                  <a:pt x="1601996" y="55752"/>
                </a:lnTo>
                <a:close/>
              </a:path>
              <a:path w="1641475" h="111760">
                <a:moveTo>
                  <a:pt x="1585014" y="45847"/>
                </a:moveTo>
                <a:lnTo>
                  <a:pt x="0" y="45847"/>
                </a:lnTo>
                <a:lnTo>
                  <a:pt x="0" y="65659"/>
                </a:lnTo>
                <a:lnTo>
                  <a:pt x="1585014" y="65659"/>
                </a:lnTo>
                <a:lnTo>
                  <a:pt x="1601996" y="55752"/>
                </a:lnTo>
                <a:lnTo>
                  <a:pt x="1585014" y="45847"/>
                </a:lnTo>
                <a:close/>
              </a:path>
              <a:path w="1641475" h="111760">
                <a:moveTo>
                  <a:pt x="1624212" y="45847"/>
                </a:moveTo>
                <a:lnTo>
                  <a:pt x="1621535" y="45847"/>
                </a:lnTo>
                <a:lnTo>
                  <a:pt x="1621535" y="65659"/>
                </a:lnTo>
                <a:lnTo>
                  <a:pt x="1624212" y="65659"/>
                </a:lnTo>
                <a:lnTo>
                  <a:pt x="1641220" y="55752"/>
                </a:lnTo>
                <a:lnTo>
                  <a:pt x="1624212" y="45847"/>
                </a:lnTo>
                <a:close/>
              </a:path>
              <a:path w="1641475" h="111760">
                <a:moveTo>
                  <a:pt x="1616582" y="47243"/>
                </a:moveTo>
                <a:lnTo>
                  <a:pt x="1601996" y="55752"/>
                </a:lnTo>
                <a:lnTo>
                  <a:pt x="1616582" y="64262"/>
                </a:lnTo>
                <a:lnTo>
                  <a:pt x="1616582" y="47243"/>
                </a:lnTo>
                <a:close/>
              </a:path>
              <a:path w="1641475" h="111760">
                <a:moveTo>
                  <a:pt x="1621535" y="47243"/>
                </a:moveTo>
                <a:lnTo>
                  <a:pt x="1616582" y="47243"/>
                </a:lnTo>
                <a:lnTo>
                  <a:pt x="1616582" y="64262"/>
                </a:lnTo>
                <a:lnTo>
                  <a:pt x="1621535" y="64262"/>
                </a:lnTo>
                <a:lnTo>
                  <a:pt x="1621535" y="47243"/>
                </a:lnTo>
                <a:close/>
              </a:path>
              <a:path w="1641475" h="111760">
                <a:moveTo>
                  <a:pt x="1545589" y="0"/>
                </a:moveTo>
                <a:lnTo>
                  <a:pt x="1539493" y="1524"/>
                </a:lnTo>
                <a:lnTo>
                  <a:pt x="1536827" y="6350"/>
                </a:lnTo>
                <a:lnTo>
                  <a:pt x="1534032" y="11049"/>
                </a:lnTo>
                <a:lnTo>
                  <a:pt x="1535683" y="17144"/>
                </a:lnTo>
                <a:lnTo>
                  <a:pt x="1540382" y="19812"/>
                </a:lnTo>
                <a:lnTo>
                  <a:pt x="1601996" y="55752"/>
                </a:lnTo>
                <a:lnTo>
                  <a:pt x="1616582" y="47243"/>
                </a:lnTo>
                <a:lnTo>
                  <a:pt x="1621535" y="47243"/>
                </a:lnTo>
                <a:lnTo>
                  <a:pt x="1621535" y="45847"/>
                </a:lnTo>
                <a:lnTo>
                  <a:pt x="1624212" y="45847"/>
                </a:lnTo>
                <a:lnTo>
                  <a:pt x="1550289" y="2793"/>
                </a:lnTo>
                <a:lnTo>
                  <a:pt x="154558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7" name="bg object 27"/>
          <p:cNvSpPr/>
          <p:nvPr/>
        </p:nvSpPr>
        <p:spPr>
          <a:xfrm>
            <a:off x="5315711" y="2715768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8" name="bg object 28"/>
          <p:cNvSpPr/>
          <p:nvPr/>
        </p:nvSpPr>
        <p:spPr>
          <a:xfrm>
            <a:off x="5315711" y="2948940"/>
            <a:ext cx="166115" cy="1737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9" name="bg object 29"/>
          <p:cNvSpPr/>
          <p:nvPr/>
        </p:nvSpPr>
        <p:spPr>
          <a:xfrm>
            <a:off x="5315711" y="3180587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0" name="bg object 30"/>
          <p:cNvSpPr/>
          <p:nvPr/>
        </p:nvSpPr>
        <p:spPr>
          <a:xfrm>
            <a:off x="5315711" y="3413759"/>
            <a:ext cx="166115" cy="1737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1" name="bg object 31"/>
          <p:cNvSpPr/>
          <p:nvPr/>
        </p:nvSpPr>
        <p:spPr>
          <a:xfrm>
            <a:off x="5209794" y="2623565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60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59" y="60960"/>
                </a:lnTo>
                <a:lnTo>
                  <a:pt x="365759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59" y="1072896"/>
                </a:lnTo>
                <a:lnTo>
                  <a:pt x="37236" y="1068103"/>
                </a:lnTo>
                <a:lnTo>
                  <a:pt x="17859" y="1055036"/>
                </a:lnTo>
                <a:lnTo>
                  <a:pt x="4792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59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2" name="bg object 32"/>
          <p:cNvSpPr/>
          <p:nvPr/>
        </p:nvSpPr>
        <p:spPr>
          <a:xfrm>
            <a:off x="1301496" y="2715768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3" name="bg object 33"/>
          <p:cNvSpPr/>
          <p:nvPr/>
        </p:nvSpPr>
        <p:spPr>
          <a:xfrm>
            <a:off x="1301496" y="2948940"/>
            <a:ext cx="166115" cy="1737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4" name="bg object 34"/>
          <p:cNvSpPr/>
          <p:nvPr/>
        </p:nvSpPr>
        <p:spPr>
          <a:xfrm>
            <a:off x="1301496" y="3180587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5" name="bg object 35"/>
          <p:cNvSpPr/>
          <p:nvPr/>
        </p:nvSpPr>
        <p:spPr>
          <a:xfrm>
            <a:off x="1301496" y="3413759"/>
            <a:ext cx="166115" cy="1737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6" name="bg object 36"/>
          <p:cNvSpPr/>
          <p:nvPr/>
        </p:nvSpPr>
        <p:spPr>
          <a:xfrm>
            <a:off x="1197102" y="2623565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59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59" y="60960"/>
                </a:lnTo>
                <a:lnTo>
                  <a:pt x="365759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59" y="1072896"/>
                </a:lnTo>
                <a:lnTo>
                  <a:pt x="37231" y="1068103"/>
                </a:lnTo>
                <a:lnTo>
                  <a:pt x="17854" y="1055036"/>
                </a:lnTo>
                <a:lnTo>
                  <a:pt x="4790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0" y="37236"/>
                </a:lnTo>
                <a:lnTo>
                  <a:pt x="17854" y="17859"/>
                </a:lnTo>
                <a:lnTo>
                  <a:pt x="37231" y="4792"/>
                </a:lnTo>
                <a:lnTo>
                  <a:pt x="60959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7" name="bg object 37"/>
          <p:cNvSpPr/>
          <p:nvPr/>
        </p:nvSpPr>
        <p:spPr>
          <a:xfrm>
            <a:off x="1562862" y="3104261"/>
            <a:ext cx="1641475" cy="111760"/>
          </a:xfrm>
          <a:custGeom>
            <a:avLst/>
            <a:gdLst/>
            <a:ahLst/>
            <a:cxnLst/>
            <a:rect l="l" t="t" r="r" b="b"/>
            <a:pathLst>
              <a:path w="1641475" h="111760">
                <a:moveTo>
                  <a:pt x="1601996" y="55752"/>
                </a:moveTo>
                <a:lnTo>
                  <a:pt x="1540383" y="91693"/>
                </a:lnTo>
                <a:lnTo>
                  <a:pt x="1535683" y="94361"/>
                </a:lnTo>
                <a:lnTo>
                  <a:pt x="1534033" y="100456"/>
                </a:lnTo>
                <a:lnTo>
                  <a:pt x="1536827" y="105155"/>
                </a:lnTo>
                <a:lnTo>
                  <a:pt x="1539494" y="109981"/>
                </a:lnTo>
                <a:lnTo>
                  <a:pt x="1545589" y="111505"/>
                </a:lnTo>
                <a:lnTo>
                  <a:pt x="1550289" y="108712"/>
                </a:lnTo>
                <a:lnTo>
                  <a:pt x="1624212" y="65659"/>
                </a:lnTo>
                <a:lnTo>
                  <a:pt x="1621536" y="65659"/>
                </a:lnTo>
                <a:lnTo>
                  <a:pt x="1621536" y="64262"/>
                </a:lnTo>
                <a:lnTo>
                  <a:pt x="1616583" y="64262"/>
                </a:lnTo>
                <a:lnTo>
                  <a:pt x="1601996" y="55752"/>
                </a:lnTo>
                <a:close/>
              </a:path>
              <a:path w="1641475" h="111760">
                <a:moveTo>
                  <a:pt x="1585014" y="45847"/>
                </a:moveTo>
                <a:lnTo>
                  <a:pt x="0" y="45847"/>
                </a:lnTo>
                <a:lnTo>
                  <a:pt x="0" y="65659"/>
                </a:lnTo>
                <a:lnTo>
                  <a:pt x="1585014" y="65659"/>
                </a:lnTo>
                <a:lnTo>
                  <a:pt x="1601996" y="55752"/>
                </a:lnTo>
                <a:lnTo>
                  <a:pt x="1585014" y="45847"/>
                </a:lnTo>
                <a:close/>
              </a:path>
              <a:path w="1641475" h="111760">
                <a:moveTo>
                  <a:pt x="1624212" y="45847"/>
                </a:moveTo>
                <a:lnTo>
                  <a:pt x="1621536" y="45847"/>
                </a:lnTo>
                <a:lnTo>
                  <a:pt x="1621536" y="65659"/>
                </a:lnTo>
                <a:lnTo>
                  <a:pt x="1624212" y="65659"/>
                </a:lnTo>
                <a:lnTo>
                  <a:pt x="1641220" y="55752"/>
                </a:lnTo>
                <a:lnTo>
                  <a:pt x="1624212" y="45847"/>
                </a:lnTo>
                <a:close/>
              </a:path>
              <a:path w="1641475" h="111760">
                <a:moveTo>
                  <a:pt x="1616583" y="47243"/>
                </a:moveTo>
                <a:lnTo>
                  <a:pt x="1601996" y="55752"/>
                </a:lnTo>
                <a:lnTo>
                  <a:pt x="1616583" y="64262"/>
                </a:lnTo>
                <a:lnTo>
                  <a:pt x="1616583" y="47243"/>
                </a:lnTo>
                <a:close/>
              </a:path>
              <a:path w="1641475" h="111760">
                <a:moveTo>
                  <a:pt x="1621536" y="47243"/>
                </a:moveTo>
                <a:lnTo>
                  <a:pt x="1616583" y="47243"/>
                </a:lnTo>
                <a:lnTo>
                  <a:pt x="1616583" y="64262"/>
                </a:lnTo>
                <a:lnTo>
                  <a:pt x="1621536" y="64262"/>
                </a:lnTo>
                <a:lnTo>
                  <a:pt x="1621536" y="47243"/>
                </a:lnTo>
                <a:close/>
              </a:path>
              <a:path w="1641475" h="111760">
                <a:moveTo>
                  <a:pt x="1545589" y="0"/>
                </a:moveTo>
                <a:lnTo>
                  <a:pt x="1539494" y="1524"/>
                </a:lnTo>
                <a:lnTo>
                  <a:pt x="1536827" y="6350"/>
                </a:lnTo>
                <a:lnTo>
                  <a:pt x="1534033" y="11049"/>
                </a:lnTo>
                <a:lnTo>
                  <a:pt x="1535683" y="17144"/>
                </a:lnTo>
                <a:lnTo>
                  <a:pt x="1540383" y="19812"/>
                </a:lnTo>
                <a:lnTo>
                  <a:pt x="1601996" y="55752"/>
                </a:lnTo>
                <a:lnTo>
                  <a:pt x="1616583" y="47243"/>
                </a:lnTo>
                <a:lnTo>
                  <a:pt x="1621536" y="47243"/>
                </a:lnTo>
                <a:lnTo>
                  <a:pt x="1621536" y="45847"/>
                </a:lnTo>
                <a:lnTo>
                  <a:pt x="1624212" y="45847"/>
                </a:lnTo>
                <a:lnTo>
                  <a:pt x="1550289" y="2793"/>
                </a:lnTo>
                <a:lnTo>
                  <a:pt x="154558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8" name="bg object 38"/>
          <p:cNvSpPr/>
          <p:nvPr/>
        </p:nvSpPr>
        <p:spPr>
          <a:xfrm>
            <a:off x="3308604" y="2715768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9" name="bg object 39"/>
          <p:cNvSpPr/>
          <p:nvPr/>
        </p:nvSpPr>
        <p:spPr>
          <a:xfrm>
            <a:off x="3308604" y="2948940"/>
            <a:ext cx="166115" cy="1737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0" name="bg object 40"/>
          <p:cNvSpPr/>
          <p:nvPr/>
        </p:nvSpPr>
        <p:spPr>
          <a:xfrm>
            <a:off x="3308604" y="3180587"/>
            <a:ext cx="166115" cy="175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1" name="bg object 41"/>
          <p:cNvSpPr/>
          <p:nvPr/>
        </p:nvSpPr>
        <p:spPr>
          <a:xfrm>
            <a:off x="3308604" y="3413759"/>
            <a:ext cx="166115" cy="1737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2" name="bg object 42"/>
          <p:cNvSpPr/>
          <p:nvPr/>
        </p:nvSpPr>
        <p:spPr>
          <a:xfrm>
            <a:off x="3204210" y="2623565"/>
            <a:ext cx="365760" cy="1073150"/>
          </a:xfrm>
          <a:custGeom>
            <a:avLst/>
            <a:gdLst/>
            <a:ahLst/>
            <a:cxnLst/>
            <a:rect l="l" t="t" r="r" b="b"/>
            <a:pathLst>
              <a:path w="365760" h="1073150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60" y="60960"/>
                </a:lnTo>
                <a:lnTo>
                  <a:pt x="365760" y="1011936"/>
                </a:lnTo>
                <a:lnTo>
                  <a:pt x="360967" y="1035659"/>
                </a:lnTo>
                <a:lnTo>
                  <a:pt x="347900" y="1055036"/>
                </a:lnTo>
                <a:lnTo>
                  <a:pt x="328523" y="1068103"/>
                </a:lnTo>
                <a:lnTo>
                  <a:pt x="304800" y="1072896"/>
                </a:lnTo>
                <a:lnTo>
                  <a:pt x="60960" y="1072896"/>
                </a:lnTo>
                <a:lnTo>
                  <a:pt x="37236" y="1068103"/>
                </a:lnTo>
                <a:lnTo>
                  <a:pt x="17859" y="1055036"/>
                </a:lnTo>
                <a:lnTo>
                  <a:pt x="4792" y="1035659"/>
                </a:lnTo>
                <a:lnTo>
                  <a:pt x="0" y="1011936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60" y="0"/>
                </a:lnTo>
                <a:lnTo>
                  <a:pt x="304800" y="0"/>
                </a:lnTo>
                <a:close/>
              </a:path>
            </a:pathLst>
          </a:custGeom>
          <a:ln w="19812">
            <a:solidFill>
              <a:srgbClr val="A3001D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3" name="bg object 43"/>
          <p:cNvSpPr/>
          <p:nvPr/>
        </p:nvSpPr>
        <p:spPr>
          <a:xfrm>
            <a:off x="2228419" y="2873078"/>
            <a:ext cx="292210" cy="1805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4" name="bg object 44"/>
          <p:cNvSpPr/>
          <p:nvPr/>
        </p:nvSpPr>
        <p:spPr>
          <a:xfrm>
            <a:off x="4252291" y="2873078"/>
            <a:ext cx="292210" cy="1805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5" name="bg object 45"/>
          <p:cNvSpPr/>
          <p:nvPr/>
        </p:nvSpPr>
        <p:spPr>
          <a:xfrm>
            <a:off x="6259288" y="2873078"/>
            <a:ext cx="290818" cy="1805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6" name="bg object 46"/>
          <p:cNvSpPr/>
          <p:nvPr/>
        </p:nvSpPr>
        <p:spPr>
          <a:xfrm>
            <a:off x="7053145" y="916255"/>
            <a:ext cx="673425" cy="2690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7" name="bg object 47"/>
          <p:cNvSpPr/>
          <p:nvPr/>
        </p:nvSpPr>
        <p:spPr>
          <a:xfrm>
            <a:off x="923544" y="821435"/>
            <a:ext cx="6948170" cy="3190240"/>
          </a:xfrm>
          <a:custGeom>
            <a:avLst/>
            <a:gdLst/>
            <a:ahLst/>
            <a:cxnLst/>
            <a:rect l="l" t="t" r="r" b="b"/>
            <a:pathLst>
              <a:path w="6948170" h="3190240">
                <a:moveTo>
                  <a:pt x="899147" y="1491996"/>
                </a:moveTo>
                <a:lnTo>
                  <a:pt x="0" y="1491996"/>
                </a:lnTo>
                <a:lnTo>
                  <a:pt x="0" y="3189732"/>
                </a:lnTo>
                <a:lnTo>
                  <a:pt x="899147" y="3189732"/>
                </a:lnTo>
                <a:lnTo>
                  <a:pt x="899147" y="1491996"/>
                </a:lnTo>
                <a:close/>
              </a:path>
              <a:path w="6948170" h="3190240">
                <a:moveTo>
                  <a:pt x="6947916" y="0"/>
                </a:moveTo>
                <a:lnTo>
                  <a:pt x="5998464" y="0"/>
                </a:lnTo>
                <a:lnTo>
                  <a:pt x="5998464" y="350520"/>
                </a:lnTo>
                <a:lnTo>
                  <a:pt x="5998464" y="445008"/>
                </a:lnTo>
                <a:lnTo>
                  <a:pt x="6947916" y="445008"/>
                </a:lnTo>
                <a:lnTo>
                  <a:pt x="6947916" y="350520"/>
                </a:lnTo>
                <a:lnTo>
                  <a:pt x="6947916" y="0"/>
                </a:lnTo>
                <a:close/>
              </a:path>
            </a:pathLst>
          </a:custGeom>
          <a:solidFill>
            <a:srgbClr val="4285F4">
              <a:alpha val="34901"/>
            </a:srgbClr>
          </a:solid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8" name="bg object 48"/>
          <p:cNvSpPr/>
          <p:nvPr/>
        </p:nvSpPr>
        <p:spPr>
          <a:xfrm>
            <a:off x="7396734" y="1267205"/>
            <a:ext cx="8255" cy="1923414"/>
          </a:xfrm>
          <a:custGeom>
            <a:avLst/>
            <a:gdLst/>
            <a:ahLst/>
            <a:cxnLst/>
            <a:rect l="l" t="t" r="r" b="b"/>
            <a:pathLst>
              <a:path w="8254" h="1923414">
                <a:moveTo>
                  <a:pt x="-91122" y="961580"/>
                </a:moveTo>
                <a:lnTo>
                  <a:pt x="99377" y="961580"/>
                </a:lnTo>
              </a:path>
            </a:pathLst>
          </a:custGeom>
          <a:ln w="2113661">
            <a:solidFill>
              <a:srgbClr val="4285F4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9" name="bg object 49"/>
          <p:cNvSpPr/>
          <p:nvPr/>
        </p:nvSpPr>
        <p:spPr>
          <a:xfrm>
            <a:off x="1823466" y="2871215"/>
            <a:ext cx="5641340" cy="571500"/>
          </a:xfrm>
          <a:custGeom>
            <a:avLst/>
            <a:gdLst/>
            <a:ahLst/>
            <a:cxnLst/>
            <a:rect l="l" t="t" r="r" b="b"/>
            <a:pathLst>
              <a:path w="5641340" h="571500">
                <a:moveTo>
                  <a:pt x="571500" y="0"/>
                </a:moveTo>
                <a:lnTo>
                  <a:pt x="0" y="285750"/>
                </a:lnTo>
                <a:lnTo>
                  <a:pt x="571500" y="571500"/>
                </a:lnTo>
                <a:lnTo>
                  <a:pt x="571500" y="381000"/>
                </a:lnTo>
                <a:lnTo>
                  <a:pt x="476250" y="381000"/>
                </a:lnTo>
                <a:lnTo>
                  <a:pt x="476250" y="190500"/>
                </a:lnTo>
                <a:lnTo>
                  <a:pt x="571500" y="190500"/>
                </a:lnTo>
                <a:lnTo>
                  <a:pt x="571500" y="0"/>
                </a:lnTo>
                <a:close/>
              </a:path>
              <a:path w="5641340" h="571500">
                <a:moveTo>
                  <a:pt x="571500" y="190500"/>
                </a:moveTo>
                <a:lnTo>
                  <a:pt x="476250" y="190500"/>
                </a:lnTo>
                <a:lnTo>
                  <a:pt x="476250" y="381000"/>
                </a:lnTo>
                <a:lnTo>
                  <a:pt x="571500" y="381000"/>
                </a:lnTo>
                <a:lnTo>
                  <a:pt x="571500" y="190500"/>
                </a:lnTo>
                <a:close/>
              </a:path>
              <a:path w="5641340" h="571500">
                <a:moveTo>
                  <a:pt x="5641339" y="190500"/>
                </a:moveTo>
                <a:lnTo>
                  <a:pt x="571500" y="190500"/>
                </a:lnTo>
                <a:lnTo>
                  <a:pt x="571500" y="381000"/>
                </a:lnTo>
                <a:lnTo>
                  <a:pt x="5641339" y="381000"/>
                </a:lnTo>
                <a:lnTo>
                  <a:pt x="5641339" y="190500"/>
                </a:lnTo>
                <a:close/>
              </a:path>
            </a:pathLst>
          </a:custGeom>
          <a:solidFill>
            <a:srgbClr val="4285F4">
              <a:alpha val="50195"/>
            </a:srgbClr>
          </a:solid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mtClean="0"/>
              <a:pPr marL="38100">
                <a:lnSpc>
                  <a:spcPts val="14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76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495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B0C4986D-6BE9-4264-908F-02DB36FD8D6C}" type="datetime1">
              <a:rPr lang="en-US" smtClean="0"/>
              <a:t>3/17/26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BA9B540C-44DA-4F69-89C9-7C84606640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209325" y="2316821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18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sldNum="0"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 baseline="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>
              <a:lumMod val="50000"/>
              <a:lumOff val="50000"/>
            </a:schemeClr>
          </a:solidFill>
          <a:latin typeface="Garamond" panose="02020404030301010803" pitchFamily="18" charset="0"/>
          <a:ea typeface="+mn-ea"/>
          <a:cs typeface="Garamond" panose="02020404030301010803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b="0" i="0" kern="1200">
          <a:solidFill>
            <a:schemeClr val="tx1">
              <a:lumMod val="50000"/>
              <a:lumOff val="50000"/>
            </a:schemeClr>
          </a:solidFill>
          <a:latin typeface="Garamond" panose="02020404030301010803" pitchFamily="18" charset="0"/>
          <a:ea typeface="+mn-ea"/>
          <a:cs typeface="Garamond" panose="02020404030301010803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b="0" i="0" kern="1200">
          <a:solidFill>
            <a:schemeClr val="tx1">
              <a:lumMod val="50000"/>
              <a:lumOff val="50000"/>
            </a:schemeClr>
          </a:solidFill>
          <a:latin typeface="Garamond" panose="02020404030301010803" pitchFamily="18" charset="0"/>
          <a:ea typeface="+mn-ea"/>
          <a:cs typeface="Garamond" panose="02020404030301010803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b="0" i="0" kern="1200">
          <a:solidFill>
            <a:schemeClr val="tx1">
              <a:lumMod val="50000"/>
              <a:lumOff val="50000"/>
            </a:schemeClr>
          </a:solidFill>
          <a:latin typeface="Garamond" panose="02020404030301010803" pitchFamily="18" charset="0"/>
          <a:ea typeface="+mn-ea"/>
          <a:cs typeface="Garamond" panose="02020404030301010803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b="0" i="0" kern="1200">
          <a:solidFill>
            <a:schemeClr val="tx1">
              <a:lumMod val="50000"/>
              <a:lumOff val="50000"/>
            </a:schemeClr>
          </a:solidFill>
          <a:latin typeface="Garamond" panose="02020404030301010803" pitchFamily="18" charset="0"/>
          <a:ea typeface="+mn-ea"/>
          <a:cs typeface="Garamond" panose="02020404030301010803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8324" y="130409"/>
            <a:ext cx="886735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7153" y="1391228"/>
            <a:ext cx="836969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08913" y="6305350"/>
            <a:ext cx="1310004" cy="2739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 dirty="0">
                <a:latin typeface="Garamond" panose="02020404030301010803" pitchFamily="18" charset="0"/>
              </a:rPr>
              <a:t>8 Feb</a:t>
            </a:r>
            <a:r>
              <a:rPr lang="en-US" spc="-7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45224" y="6308472"/>
            <a:ext cx="4697730" cy="247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 dirty="0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 dirty="0">
                <a:latin typeface="Garamond" panose="02020404030301010803" pitchFamily="18" charset="0"/>
              </a:rPr>
              <a:t> </a:t>
            </a:r>
            <a:r>
              <a:rPr lang="nn-NO" spc="-5" dirty="0">
                <a:latin typeface="Garamond" panose="02020404030301010803" pitchFamily="18" charset="0"/>
              </a:rPr>
              <a:t>Johnson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961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</p:sldLayoutIdLst>
  <p:txStyles>
    <p:titleStyle>
      <a:lvl1pPr>
        <a:defRPr>
          <a:latin typeface="Garamond" panose="02020404030301010803" pitchFamily="18" charset="0"/>
          <a:ea typeface="+mj-ea"/>
          <a:cs typeface="+mj-cs"/>
        </a:defRPr>
      </a:lvl1pPr>
    </p:titleStyle>
    <p:bodyStyle>
      <a:lvl1pPr marL="0">
        <a:defRPr>
          <a:latin typeface="Garamond" panose="02020404030301010803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540" y="262890"/>
            <a:ext cx="8376919" cy="508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A87FF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540" y="1102751"/>
            <a:ext cx="83845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936740" y="6333235"/>
            <a:ext cx="596900" cy="193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spc="-10" dirty="0">
                <a:latin typeface="Garamond" panose="02020404030301010803" pitchFamily="18" charset="0"/>
              </a:rPr>
              <a:t>4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21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105300" y="6307835"/>
            <a:ext cx="1091564" cy="193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dirty="0">
                <a:latin typeface="Garamond" panose="02020404030301010803" pitchFamily="18" charset="0"/>
              </a:rPr>
              <a:t>Richard</a:t>
            </a:r>
            <a:r>
              <a:rPr lang="en-US" spc="-130" dirty="0">
                <a:latin typeface="Garamond" panose="02020404030301010803" pitchFamily="18" charset="0"/>
              </a:rPr>
              <a:t> </a:t>
            </a:r>
            <a:r>
              <a:rPr lang="en-US" spc="-20" dirty="0" err="1">
                <a:latin typeface="Garamond" panose="02020404030301010803" pitchFamily="18" charset="0"/>
              </a:rPr>
              <a:t>Socher</a:t>
            </a:r>
            <a:endParaRPr lang="en-US" spc="-20" dirty="0">
              <a:latin typeface="Garamond" panose="02020404030301010803" pitchFamily="18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40" y="6333235"/>
            <a:ext cx="229234" cy="194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pPr marL="25400">
              <a:lnSpc>
                <a:spcPts val="1470"/>
              </a:lnSpc>
            </a:pPr>
            <a:fld id="{81D60167-4931-47E6-BA6A-407CBD079E47}" type="slidenum">
              <a:rPr lang="en-US" smtClean="0"/>
              <a:pPr marL="25400">
                <a:lnSpc>
                  <a:spcPts val="147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62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p:txStyles>
    <p:titleStyle>
      <a:lvl1pPr>
        <a:defRPr>
          <a:latin typeface="Garamond" panose="02020404030301010803" pitchFamily="18" charset="0"/>
          <a:ea typeface="+mj-ea"/>
          <a:cs typeface="+mj-cs"/>
        </a:defRPr>
      </a:lvl1pPr>
    </p:titleStyle>
    <p:bodyStyle>
      <a:lvl1pPr marL="0">
        <a:defRPr>
          <a:latin typeface="Garamond" panose="02020404030301010803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540" y="262890"/>
            <a:ext cx="8376919" cy="508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A87FF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4964" y="1185227"/>
            <a:ext cx="843407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936740" y="6333235"/>
            <a:ext cx="596900" cy="193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spc="-10" dirty="0">
                <a:latin typeface="Garamond" panose="02020404030301010803" pitchFamily="18" charset="0"/>
              </a:rPr>
              <a:t>4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26</a:t>
            </a:r>
            <a:r>
              <a:rPr lang="en-US" spc="-45" dirty="0">
                <a:latin typeface="Garamond" panose="02020404030301010803" pitchFamily="18" charset="0"/>
              </a:rPr>
              <a:t>/</a:t>
            </a:r>
            <a:r>
              <a:rPr lang="en-US" spc="-10" dirty="0">
                <a:latin typeface="Garamond" panose="02020404030301010803" pitchFamily="18" charset="0"/>
              </a:rPr>
              <a:t>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105300" y="6307835"/>
            <a:ext cx="1091564" cy="193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70"/>
              </a:lnSpc>
            </a:pPr>
            <a:r>
              <a:rPr lang="en-US" dirty="0">
                <a:latin typeface="Garamond" panose="02020404030301010803" pitchFamily="18" charset="0"/>
              </a:rPr>
              <a:t>Richard</a:t>
            </a:r>
            <a:r>
              <a:rPr lang="en-US" spc="-130" dirty="0">
                <a:latin typeface="Garamond" panose="02020404030301010803" pitchFamily="18" charset="0"/>
              </a:rPr>
              <a:t> </a:t>
            </a:r>
            <a:r>
              <a:rPr lang="en-US" spc="-20" dirty="0" err="1">
                <a:latin typeface="Garamond" panose="02020404030301010803" pitchFamily="18" charset="0"/>
              </a:rPr>
              <a:t>Socher</a:t>
            </a:r>
            <a:endParaRPr lang="en-US" spc="-20" dirty="0">
              <a:latin typeface="Garamond" panose="02020404030301010803" pitchFamily="18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40" y="6333235"/>
            <a:ext cx="229234" cy="194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Calibri"/>
              </a:defRPr>
            </a:lvl1pPr>
          </a:lstStyle>
          <a:p>
            <a:pPr marL="25400">
              <a:lnSpc>
                <a:spcPts val="1470"/>
              </a:lnSpc>
            </a:pPr>
            <a:fld id="{81D60167-4931-47E6-BA6A-407CBD079E47}" type="slidenum">
              <a:rPr lang="en-US" smtClean="0"/>
              <a:pPr marL="25400">
                <a:lnSpc>
                  <a:spcPts val="147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239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</p:sldLayoutIdLst>
  <p:txStyles>
    <p:titleStyle>
      <a:lvl1pPr>
        <a:defRPr>
          <a:latin typeface="Garamond" panose="02020404030301010803" pitchFamily="18" charset="0"/>
          <a:ea typeface="+mj-ea"/>
          <a:cs typeface="+mj-cs"/>
        </a:defRPr>
      </a:lvl1pPr>
    </p:titleStyle>
    <p:bodyStyle>
      <a:lvl1pPr marL="0">
        <a:defRPr>
          <a:latin typeface="Garamond" panose="02020404030301010803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540" y="249377"/>
            <a:ext cx="75057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986FF"/>
                </a:solidFill>
                <a:latin typeface="Carlito"/>
                <a:cs typeface="Carlito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6524" y="1105661"/>
            <a:ext cx="887095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3/17/26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58140" y="6465595"/>
            <a:ext cx="256540" cy="1850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mtClean="0"/>
              <a:pPr marL="38100">
                <a:lnSpc>
                  <a:spcPts val="14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16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</p:sldLayoutIdLst>
  <p:txStyles>
    <p:titleStyle>
      <a:lvl1pPr>
        <a:defRPr>
          <a:latin typeface="Garamond" panose="02020404030301010803" pitchFamily="18" charset="0"/>
          <a:ea typeface="+mj-ea"/>
          <a:cs typeface="+mj-cs"/>
        </a:defRPr>
      </a:lvl1pPr>
    </p:titleStyle>
    <p:bodyStyle>
      <a:lvl1pPr marL="0">
        <a:defRPr>
          <a:latin typeface="Garamond" panose="02020404030301010803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34464" y="498094"/>
            <a:ext cx="6275070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540" y="1032255"/>
            <a:ext cx="829183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 u="heavy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3/17/26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58140" y="6465595"/>
            <a:ext cx="256540" cy="1850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mtClean="0"/>
              <a:pPr marL="38100">
                <a:lnSpc>
                  <a:spcPts val="14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111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Garamond" panose="02020404030301010803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4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3.pn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51.png"/><Relationship Id="rId5" Type="http://schemas.openxmlformats.org/officeDocument/2006/relationships/image" Target="../media/image50.jp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5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53.jpg"/><Relationship Id="rId4" Type="http://schemas.openxmlformats.org/officeDocument/2006/relationships/image" Target="../media/image5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75.jp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jpg"/><Relationship Id="rId2" Type="http://schemas.openxmlformats.org/officeDocument/2006/relationships/image" Target="../media/image59.png"/><Relationship Id="rId16" Type="http://schemas.openxmlformats.org/officeDocument/2006/relationships/image" Target="../media/image73.jp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63.png"/><Relationship Id="rId11" Type="http://schemas.openxmlformats.org/officeDocument/2006/relationships/image" Target="../media/image68.jpg"/><Relationship Id="rId5" Type="http://schemas.openxmlformats.org/officeDocument/2006/relationships/image" Target="../media/image62.png"/><Relationship Id="rId15" Type="http://schemas.openxmlformats.org/officeDocument/2006/relationships/image" Target="../media/image72.jp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jpg"/><Relationship Id="rId14" Type="http://schemas.openxmlformats.org/officeDocument/2006/relationships/image" Target="../media/image7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71.png"/><Relationship Id="rId3" Type="http://schemas.openxmlformats.org/officeDocument/2006/relationships/image" Target="../media/image63.png"/><Relationship Id="rId7" Type="http://schemas.openxmlformats.org/officeDocument/2006/relationships/image" Target="../media/image61.png"/><Relationship Id="rId12" Type="http://schemas.openxmlformats.org/officeDocument/2006/relationships/image" Target="../media/image7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60.png"/><Relationship Id="rId11" Type="http://schemas.openxmlformats.org/officeDocument/2006/relationships/image" Target="../media/image69.png"/><Relationship Id="rId5" Type="http://schemas.openxmlformats.org/officeDocument/2006/relationships/image" Target="../media/image65.png"/><Relationship Id="rId15" Type="http://schemas.openxmlformats.org/officeDocument/2006/relationships/image" Target="../media/image76.jpg"/><Relationship Id="rId10" Type="http://schemas.openxmlformats.org/officeDocument/2006/relationships/image" Target="../media/image67.png"/><Relationship Id="rId4" Type="http://schemas.openxmlformats.org/officeDocument/2006/relationships/image" Target="../media/image64.png"/><Relationship Id="rId9" Type="http://schemas.openxmlformats.org/officeDocument/2006/relationships/image" Target="../media/image66.jpg"/><Relationship Id="rId14" Type="http://schemas.openxmlformats.org/officeDocument/2006/relationships/image" Target="../media/image72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66.jpg"/><Relationship Id="rId18" Type="http://schemas.openxmlformats.org/officeDocument/2006/relationships/image" Target="../media/image90.png"/><Relationship Id="rId3" Type="http://schemas.openxmlformats.org/officeDocument/2006/relationships/image" Target="../media/image78.png"/><Relationship Id="rId7" Type="http://schemas.openxmlformats.org/officeDocument/2006/relationships/image" Target="../media/image15.png"/><Relationship Id="rId12" Type="http://schemas.openxmlformats.org/officeDocument/2006/relationships/image" Target="../media/image85.png"/><Relationship Id="rId17" Type="http://schemas.openxmlformats.org/officeDocument/2006/relationships/image" Target="../media/image89.png"/><Relationship Id="rId2" Type="http://schemas.openxmlformats.org/officeDocument/2006/relationships/image" Target="../media/image77.png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81.png"/><Relationship Id="rId11" Type="http://schemas.openxmlformats.org/officeDocument/2006/relationships/image" Target="../media/image84.jpg"/><Relationship Id="rId5" Type="http://schemas.openxmlformats.org/officeDocument/2006/relationships/image" Target="../media/image80.jpg"/><Relationship Id="rId15" Type="http://schemas.openxmlformats.org/officeDocument/2006/relationships/image" Target="../media/image87.png"/><Relationship Id="rId10" Type="http://schemas.openxmlformats.org/officeDocument/2006/relationships/image" Target="../media/image83.png"/><Relationship Id="rId19" Type="http://schemas.openxmlformats.org/officeDocument/2006/relationships/image" Target="../media/image76.jpg"/><Relationship Id="rId4" Type="http://schemas.openxmlformats.org/officeDocument/2006/relationships/image" Target="../media/image79.png"/><Relationship Id="rId9" Type="http://schemas.openxmlformats.org/officeDocument/2006/relationships/image" Target="../media/image13.png"/><Relationship Id="rId14" Type="http://schemas.openxmlformats.org/officeDocument/2006/relationships/image" Target="../media/image8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13.png"/><Relationship Id="rId18" Type="http://schemas.openxmlformats.org/officeDocument/2006/relationships/image" Target="../media/image82.png"/><Relationship Id="rId26" Type="http://schemas.openxmlformats.org/officeDocument/2006/relationships/image" Target="../media/image103.png"/><Relationship Id="rId3" Type="http://schemas.openxmlformats.org/officeDocument/2006/relationships/image" Target="../media/image69.png"/><Relationship Id="rId21" Type="http://schemas.openxmlformats.org/officeDocument/2006/relationships/image" Target="../media/image101.png"/><Relationship Id="rId7" Type="http://schemas.openxmlformats.org/officeDocument/2006/relationships/image" Target="../media/image92.png"/><Relationship Id="rId12" Type="http://schemas.openxmlformats.org/officeDocument/2006/relationships/image" Target="../media/image97.jpg"/><Relationship Id="rId17" Type="http://schemas.openxmlformats.org/officeDocument/2006/relationships/image" Target="../media/image99.png"/><Relationship Id="rId25" Type="http://schemas.openxmlformats.org/officeDocument/2006/relationships/image" Target="../media/image102.png"/><Relationship Id="rId2" Type="http://schemas.openxmlformats.org/officeDocument/2006/relationships/image" Target="../media/image91.jpg"/><Relationship Id="rId16" Type="http://schemas.openxmlformats.org/officeDocument/2006/relationships/image" Target="../media/image80.jpg"/><Relationship Id="rId20" Type="http://schemas.openxmlformats.org/officeDocument/2006/relationships/image" Target="../media/image81.png"/><Relationship Id="rId29" Type="http://schemas.openxmlformats.org/officeDocument/2006/relationships/image" Target="../media/image106.jp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72.jpg"/><Relationship Id="rId11" Type="http://schemas.openxmlformats.org/officeDocument/2006/relationships/image" Target="../media/image96.png"/><Relationship Id="rId24" Type="http://schemas.openxmlformats.org/officeDocument/2006/relationships/image" Target="../media/image15.png"/><Relationship Id="rId32" Type="http://schemas.openxmlformats.org/officeDocument/2006/relationships/image" Target="../media/image109.png"/><Relationship Id="rId5" Type="http://schemas.openxmlformats.org/officeDocument/2006/relationships/image" Target="../media/image71.png"/><Relationship Id="rId15" Type="http://schemas.openxmlformats.org/officeDocument/2006/relationships/image" Target="../media/image79.png"/><Relationship Id="rId23" Type="http://schemas.openxmlformats.org/officeDocument/2006/relationships/image" Target="../media/image14.png"/><Relationship Id="rId28" Type="http://schemas.openxmlformats.org/officeDocument/2006/relationships/image" Target="../media/image105.jpg"/><Relationship Id="rId10" Type="http://schemas.openxmlformats.org/officeDocument/2006/relationships/image" Target="../media/image95.png"/><Relationship Id="rId19" Type="http://schemas.openxmlformats.org/officeDocument/2006/relationships/image" Target="../media/image100.png"/><Relationship Id="rId31" Type="http://schemas.openxmlformats.org/officeDocument/2006/relationships/image" Target="../media/image108.jpg"/><Relationship Id="rId4" Type="http://schemas.openxmlformats.org/officeDocument/2006/relationships/image" Target="../media/image70.png"/><Relationship Id="rId9" Type="http://schemas.openxmlformats.org/officeDocument/2006/relationships/image" Target="../media/image94.png"/><Relationship Id="rId14" Type="http://schemas.openxmlformats.org/officeDocument/2006/relationships/image" Target="../media/image98.jpg"/><Relationship Id="rId22" Type="http://schemas.openxmlformats.org/officeDocument/2006/relationships/image" Target="../media/image78.png"/><Relationship Id="rId27" Type="http://schemas.openxmlformats.org/officeDocument/2006/relationships/image" Target="../media/image104.png"/><Relationship Id="rId30" Type="http://schemas.openxmlformats.org/officeDocument/2006/relationships/image" Target="../media/image107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103.png"/><Relationship Id="rId18" Type="http://schemas.openxmlformats.org/officeDocument/2006/relationships/image" Target="../media/image98.jpg"/><Relationship Id="rId26" Type="http://schemas.openxmlformats.org/officeDocument/2006/relationships/image" Target="../media/image101.png"/><Relationship Id="rId3" Type="http://schemas.openxmlformats.org/officeDocument/2006/relationships/image" Target="../media/image70.png"/><Relationship Id="rId21" Type="http://schemas.openxmlformats.org/officeDocument/2006/relationships/image" Target="../media/image80.jpg"/><Relationship Id="rId7" Type="http://schemas.openxmlformats.org/officeDocument/2006/relationships/image" Target="../media/image93.png"/><Relationship Id="rId12" Type="http://schemas.openxmlformats.org/officeDocument/2006/relationships/image" Target="../media/image102.png"/><Relationship Id="rId17" Type="http://schemas.openxmlformats.org/officeDocument/2006/relationships/image" Target="../media/image15.png"/><Relationship Id="rId25" Type="http://schemas.openxmlformats.org/officeDocument/2006/relationships/image" Target="../media/image81.png"/><Relationship Id="rId2" Type="http://schemas.openxmlformats.org/officeDocument/2006/relationships/image" Target="../media/image69.png"/><Relationship Id="rId16" Type="http://schemas.openxmlformats.org/officeDocument/2006/relationships/image" Target="../media/image13.png"/><Relationship Id="rId20" Type="http://schemas.openxmlformats.org/officeDocument/2006/relationships/image" Target="../media/image79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92.png"/><Relationship Id="rId11" Type="http://schemas.openxmlformats.org/officeDocument/2006/relationships/image" Target="../media/image97.jpg"/><Relationship Id="rId24" Type="http://schemas.openxmlformats.org/officeDocument/2006/relationships/image" Target="../media/image100.png"/><Relationship Id="rId5" Type="http://schemas.openxmlformats.org/officeDocument/2006/relationships/image" Target="../media/image72.jpg"/><Relationship Id="rId15" Type="http://schemas.openxmlformats.org/officeDocument/2006/relationships/image" Target="../media/image14.png"/><Relationship Id="rId23" Type="http://schemas.openxmlformats.org/officeDocument/2006/relationships/image" Target="../media/image82.png"/><Relationship Id="rId10" Type="http://schemas.openxmlformats.org/officeDocument/2006/relationships/image" Target="../media/image96.png"/><Relationship Id="rId19" Type="http://schemas.openxmlformats.org/officeDocument/2006/relationships/image" Target="../media/image104.png"/><Relationship Id="rId4" Type="http://schemas.openxmlformats.org/officeDocument/2006/relationships/image" Target="../media/image71.png"/><Relationship Id="rId9" Type="http://schemas.openxmlformats.org/officeDocument/2006/relationships/image" Target="../media/image95.png"/><Relationship Id="rId14" Type="http://schemas.openxmlformats.org/officeDocument/2006/relationships/image" Target="../media/image78.png"/><Relationship Id="rId22" Type="http://schemas.openxmlformats.org/officeDocument/2006/relationships/image" Target="../media/image99.png"/><Relationship Id="rId27" Type="http://schemas.openxmlformats.org/officeDocument/2006/relationships/image" Target="../media/image106.jp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jpg"/><Relationship Id="rId3" Type="http://schemas.openxmlformats.org/officeDocument/2006/relationships/image" Target="../media/image30.png"/><Relationship Id="rId7" Type="http://schemas.openxmlformats.org/officeDocument/2006/relationships/image" Target="../media/image34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3.pn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3.png"/><Relationship Id="rId18" Type="http://schemas.openxmlformats.org/officeDocument/2006/relationships/image" Target="../media/image80.jpg"/><Relationship Id="rId26" Type="http://schemas.openxmlformats.org/officeDocument/2006/relationships/image" Target="../media/image86.png"/><Relationship Id="rId3" Type="http://schemas.openxmlformats.org/officeDocument/2006/relationships/image" Target="../media/image89.png"/><Relationship Id="rId21" Type="http://schemas.openxmlformats.org/officeDocument/2006/relationships/image" Target="../media/image81.png"/><Relationship Id="rId7" Type="http://schemas.openxmlformats.org/officeDocument/2006/relationships/image" Target="../media/image103.png"/><Relationship Id="rId12" Type="http://schemas.openxmlformats.org/officeDocument/2006/relationships/image" Target="../media/image14.png"/><Relationship Id="rId17" Type="http://schemas.openxmlformats.org/officeDocument/2006/relationships/image" Target="../media/image82.png"/><Relationship Id="rId25" Type="http://schemas.openxmlformats.org/officeDocument/2006/relationships/image" Target="../media/image77.png"/><Relationship Id="rId2" Type="http://schemas.openxmlformats.org/officeDocument/2006/relationships/image" Target="../media/image83.png"/><Relationship Id="rId16" Type="http://schemas.openxmlformats.org/officeDocument/2006/relationships/image" Target="../media/image79.png"/><Relationship Id="rId20" Type="http://schemas.openxmlformats.org/officeDocument/2006/relationships/image" Target="../media/image15.png"/><Relationship Id="rId29" Type="http://schemas.openxmlformats.org/officeDocument/2006/relationships/image" Target="../media/image111.jp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94.png"/><Relationship Id="rId11" Type="http://schemas.openxmlformats.org/officeDocument/2006/relationships/image" Target="../media/image78.png"/><Relationship Id="rId24" Type="http://schemas.openxmlformats.org/officeDocument/2006/relationships/image" Target="../media/image92.png"/><Relationship Id="rId32" Type="http://schemas.openxmlformats.org/officeDocument/2006/relationships/image" Target="../media/image114.jpg"/><Relationship Id="rId5" Type="http://schemas.openxmlformats.org/officeDocument/2006/relationships/image" Target="../media/image84.jpg"/><Relationship Id="rId15" Type="http://schemas.openxmlformats.org/officeDocument/2006/relationships/image" Target="../media/image104.png"/><Relationship Id="rId23" Type="http://schemas.openxmlformats.org/officeDocument/2006/relationships/image" Target="../media/image100.png"/><Relationship Id="rId28" Type="http://schemas.openxmlformats.org/officeDocument/2006/relationships/image" Target="../media/image88.png"/><Relationship Id="rId10" Type="http://schemas.openxmlformats.org/officeDocument/2006/relationships/image" Target="../media/image95.png"/><Relationship Id="rId19" Type="http://schemas.openxmlformats.org/officeDocument/2006/relationships/image" Target="../media/image99.png"/><Relationship Id="rId31" Type="http://schemas.openxmlformats.org/officeDocument/2006/relationships/image" Target="../media/image113.jpg"/><Relationship Id="rId4" Type="http://schemas.openxmlformats.org/officeDocument/2006/relationships/image" Target="../media/image90.png"/><Relationship Id="rId9" Type="http://schemas.openxmlformats.org/officeDocument/2006/relationships/image" Target="../media/image97.jpg"/><Relationship Id="rId14" Type="http://schemas.openxmlformats.org/officeDocument/2006/relationships/image" Target="../media/image98.jpg"/><Relationship Id="rId22" Type="http://schemas.openxmlformats.org/officeDocument/2006/relationships/image" Target="../media/image101.png"/><Relationship Id="rId27" Type="http://schemas.openxmlformats.org/officeDocument/2006/relationships/image" Target="../media/image87.png"/><Relationship Id="rId30" Type="http://schemas.openxmlformats.org/officeDocument/2006/relationships/image" Target="../media/image112.jp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3.png"/><Relationship Id="rId18" Type="http://schemas.openxmlformats.org/officeDocument/2006/relationships/image" Target="../media/image80.jpg"/><Relationship Id="rId26" Type="http://schemas.openxmlformats.org/officeDocument/2006/relationships/image" Target="../media/image86.png"/><Relationship Id="rId3" Type="http://schemas.openxmlformats.org/officeDocument/2006/relationships/image" Target="../media/image89.png"/><Relationship Id="rId21" Type="http://schemas.openxmlformats.org/officeDocument/2006/relationships/image" Target="../media/image81.png"/><Relationship Id="rId7" Type="http://schemas.openxmlformats.org/officeDocument/2006/relationships/image" Target="../media/image103.png"/><Relationship Id="rId12" Type="http://schemas.openxmlformats.org/officeDocument/2006/relationships/image" Target="../media/image14.png"/><Relationship Id="rId17" Type="http://schemas.openxmlformats.org/officeDocument/2006/relationships/image" Target="../media/image82.png"/><Relationship Id="rId25" Type="http://schemas.openxmlformats.org/officeDocument/2006/relationships/image" Target="../media/image77.png"/><Relationship Id="rId2" Type="http://schemas.openxmlformats.org/officeDocument/2006/relationships/image" Target="../media/image83.png"/><Relationship Id="rId16" Type="http://schemas.openxmlformats.org/officeDocument/2006/relationships/image" Target="../media/image79.png"/><Relationship Id="rId20" Type="http://schemas.openxmlformats.org/officeDocument/2006/relationships/image" Target="../media/image15.png"/><Relationship Id="rId29" Type="http://schemas.openxmlformats.org/officeDocument/2006/relationships/image" Target="../media/image111.jp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94.png"/><Relationship Id="rId11" Type="http://schemas.openxmlformats.org/officeDocument/2006/relationships/image" Target="../media/image78.png"/><Relationship Id="rId24" Type="http://schemas.openxmlformats.org/officeDocument/2006/relationships/image" Target="../media/image92.png"/><Relationship Id="rId32" Type="http://schemas.openxmlformats.org/officeDocument/2006/relationships/image" Target="../media/image114.jpg"/><Relationship Id="rId5" Type="http://schemas.openxmlformats.org/officeDocument/2006/relationships/image" Target="../media/image84.jpg"/><Relationship Id="rId15" Type="http://schemas.openxmlformats.org/officeDocument/2006/relationships/image" Target="../media/image104.png"/><Relationship Id="rId23" Type="http://schemas.openxmlformats.org/officeDocument/2006/relationships/image" Target="../media/image100.png"/><Relationship Id="rId28" Type="http://schemas.openxmlformats.org/officeDocument/2006/relationships/image" Target="../media/image88.png"/><Relationship Id="rId10" Type="http://schemas.openxmlformats.org/officeDocument/2006/relationships/image" Target="../media/image95.png"/><Relationship Id="rId19" Type="http://schemas.openxmlformats.org/officeDocument/2006/relationships/image" Target="../media/image99.png"/><Relationship Id="rId31" Type="http://schemas.openxmlformats.org/officeDocument/2006/relationships/image" Target="../media/image113.jpg"/><Relationship Id="rId4" Type="http://schemas.openxmlformats.org/officeDocument/2006/relationships/image" Target="../media/image90.png"/><Relationship Id="rId9" Type="http://schemas.openxmlformats.org/officeDocument/2006/relationships/image" Target="../media/image97.jpg"/><Relationship Id="rId14" Type="http://schemas.openxmlformats.org/officeDocument/2006/relationships/image" Target="../media/image98.jpg"/><Relationship Id="rId22" Type="http://schemas.openxmlformats.org/officeDocument/2006/relationships/image" Target="../media/image101.png"/><Relationship Id="rId27" Type="http://schemas.openxmlformats.org/officeDocument/2006/relationships/image" Target="../media/image87.png"/><Relationship Id="rId30" Type="http://schemas.openxmlformats.org/officeDocument/2006/relationships/image" Target="../media/image112.jp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3.png"/><Relationship Id="rId18" Type="http://schemas.openxmlformats.org/officeDocument/2006/relationships/image" Target="../media/image80.jpg"/><Relationship Id="rId26" Type="http://schemas.openxmlformats.org/officeDocument/2006/relationships/image" Target="../media/image86.png"/><Relationship Id="rId3" Type="http://schemas.openxmlformats.org/officeDocument/2006/relationships/image" Target="../media/image89.png"/><Relationship Id="rId21" Type="http://schemas.openxmlformats.org/officeDocument/2006/relationships/image" Target="../media/image81.png"/><Relationship Id="rId7" Type="http://schemas.openxmlformats.org/officeDocument/2006/relationships/image" Target="../media/image103.png"/><Relationship Id="rId12" Type="http://schemas.openxmlformats.org/officeDocument/2006/relationships/image" Target="../media/image14.png"/><Relationship Id="rId17" Type="http://schemas.openxmlformats.org/officeDocument/2006/relationships/image" Target="../media/image82.png"/><Relationship Id="rId25" Type="http://schemas.openxmlformats.org/officeDocument/2006/relationships/image" Target="../media/image77.png"/><Relationship Id="rId2" Type="http://schemas.openxmlformats.org/officeDocument/2006/relationships/image" Target="../media/image83.png"/><Relationship Id="rId16" Type="http://schemas.openxmlformats.org/officeDocument/2006/relationships/image" Target="../media/image79.png"/><Relationship Id="rId20" Type="http://schemas.openxmlformats.org/officeDocument/2006/relationships/image" Target="../media/image15.png"/><Relationship Id="rId29" Type="http://schemas.openxmlformats.org/officeDocument/2006/relationships/image" Target="../media/image111.jp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94.png"/><Relationship Id="rId11" Type="http://schemas.openxmlformats.org/officeDocument/2006/relationships/image" Target="../media/image78.png"/><Relationship Id="rId24" Type="http://schemas.openxmlformats.org/officeDocument/2006/relationships/image" Target="../media/image92.png"/><Relationship Id="rId32" Type="http://schemas.openxmlformats.org/officeDocument/2006/relationships/image" Target="../media/image114.jpg"/><Relationship Id="rId5" Type="http://schemas.openxmlformats.org/officeDocument/2006/relationships/image" Target="../media/image84.jpg"/><Relationship Id="rId15" Type="http://schemas.openxmlformats.org/officeDocument/2006/relationships/image" Target="../media/image104.png"/><Relationship Id="rId23" Type="http://schemas.openxmlformats.org/officeDocument/2006/relationships/image" Target="../media/image100.png"/><Relationship Id="rId28" Type="http://schemas.openxmlformats.org/officeDocument/2006/relationships/image" Target="../media/image88.png"/><Relationship Id="rId10" Type="http://schemas.openxmlformats.org/officeDocument/2006/relationships/image" Target="../media/image95.png"/><Relationship Id="rId19" Type="http://schemas.openxmlformats.org/officeDocument/2006/relationships/image" Target="../media/image99.png"/><Relationship Id="rId31" Type="http://schemas.openxmlformats.org/officeDocument/2006/relationships/image" Target="../media/image113.jpg"/><Relationship Id="rId4" Type="http://schemas.openxmlformats.org/officeDocument/2006/relationships/image" Target="../media/image90.png"/><Relationship Id="rId9" Type="http://schemas.openxmlformats.org/officeDocument/2006/relationships/image" Target="../media/image97.jpg"/><Relationship Id="rId14" Type="http://schemas.openxmlformats.org/officeDocument/2006/relationships/image" Target="../media/image98.jpg"/><Relationship Id="rId22" Type="http://schemas.openxmlformats.org/officeDocument/2006/relationships/image" Target="../media/image101.png"/><Relationship Id="rId27" Type="http://schemas.openxmlformats.org/officeDocument/2006/relationships/image" Target="../media/image87.png"/><Relationship Id="rId30" Type="http://schemas.openxmlformats.org/officeDocument/2006/relationships/image" Target="../media/image112.jp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3.png"/><Relationship Id="rId18" Type="http://schemas.openxmlformats.org/officeDocument/2006/relationships/image" Target="../media/image80.jpg"/><Relationship Id="rId26" Type="http://schemas.openxmlformats.org/officeDocument/2006/relationships/image" Target="../media/image86.png"/><Relationship Id="rId3" Type="http://schemas.openxmlformats.org/officeDocument/2006/relationships/image" Target="../media/image89.png"/><Relationship Id="rId21" Type="http://schemas.openxmlformats.org/officeDocument/2006/relationships/image" Target="../media/image81.png"/><Relationship Id="rId7" Type="http://schemas.openxmlformats.org/officeDocument/2006/relationships/image" Target="../media/image103.png"/><Relationship Id="rId12" Type="http://schemas.openxmlformats.org/officeDocument/2006/relationships/image" Target="../media/image14.png"/><Relationship Id="rId17" Type="http://schemas.openxmlformats.org/officeDocument/2006/relationships/image" Target="../media/image82.png"/><Relationship Id="rId25" Type="http://schemas.openxmlformats.org/officeDocument/2006/relationships/image" Target="../media/image77.png"/><Relationship Id="rId2" Type="http://schemas.openxmlformats.org/officeDocument/2006/relationships/image" Target="../media/image83.png"/><Relationship Id="rId16" Type="http://schemas.openxmlformats.org/officeDocument/2006/relationships/image" Target="../media/image79.png"/><Relationship Id="rId20" Type="http://schemas.openxmlformats.org/officeDocument/2006/relationships/image" Target="../media/image15.png"/><Relationship Id="rId29" Type="http://schemas.openxmlformats.org/officeDocument/2006/relationships/image" Target="../media/image111.jp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94.png"/><Relationship Id="rId11" Type="http://schemas.openxmlformats.org/officeDocument/2006/relationships/image" Target="../media/image78.png"/><Relationship Id="rId24" Type="http://schemas.openxmlformats.org/officeDocument/2006/relationships/image" Target="../media/image92.png"/><Relationship Id="rId32" Type="http://schemas.openxmlformats.org/officeDocument/2006/relationships/image" Target="../media/image114.jpg"/><Relationship Id="rId5" Type="http://schemas.openxmlformats.org/officeDocument/2006/relationships/image" Target="../media/image84.jpg"/><Relationship Id="rId15" Type="http://schemas.openxmlformats.org/officeDocument/2006/relationships/image" Target="../media/image104.png"/><Relationship Id="rId23" Type="http://schemas.openxmlformats.org/officeDocument/2006/relationships/image" Target="../media/image100.png"/><Relationship Id="rId28" Type="http://schemas.openxmlformats.org/officeDocument/2006/relationships/image" Target="../media/image88.png"/><Relationship Id="rId10" Type="http://schemas.openxmlformats.org/officeDocument/2006/relationships/image" Target="../media/image95.png"/><Relationship Id="rId19" Type="http://schemas.openxmlformats.org/officeDocument/2006/relationships/image" Target="../media/image99.png"/><Relationship Id="rId31" Type="http://schemas.openxmlformats.org/officeDocument/2006/relationships/image" Target="../media/image113.jpg"/><Relationship Id="rId4" Type="http://schemas.openxmlformats.org/officeDocument/2006/relationships/image" Target="../media/image90.png"/><Relationship Id="rId9" Type="http://schemas.openxmlformats.org/officeDocument/2006/relationships/image" Target="../media/image97.jpg"/><Relationship Id="rId14" Type="http://schemas.openxmlformats.org/officeDocument/2006/relationships/image" Target="../media/image98.jpg"/><Relationship Id="rId22" Type="http://schemas.openxmlformats.org/officeDocument/2006/relationships/image" Target="../media/image101.png"/><Relationship Id="rId27" Type="http://schemas.openxmlformats.org/officeDocument/2006/relationships/image" Target="../media/image87.png"/><Relationship Id="rId30" Type="http://schemas.openxmlformats.org/officeDocument/2006/relationships/image" Target="../media/image112.jp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80.jpg"/><Relationship Id="rId26" Type="http://schemas.openxmlformats.org/officeDocument/2006/relationships/image" Target="../media/image86.png"/><Relationship Id="rId3" Type="http://schemas.openxmlformats.org/officeDocument/2006/relationships/image" Target="../media/image89.png"/><Relationship Id="rId21" Type="http://schemas.openxmlformats.org/officeDocument/2006/relationships/image" Target="../media/image81.png"/><Relationship Id="rId7" Type="http://schemas.openxmlformats.org/officeDocument/2006/relationships/image" Target="../media/image103.png"/><Relationship Id="rId12" Type="http://schemas.openxmlformats.org/officeDocument/2006/relationships/image" Target="../media/image14.png"/><Relationship Id="rId17" Type="http://schemas.openxmlformats.org/officeDocument/2006/relationships/image" Target="../media/image82.png"/><Relationship Id="rId25" Type="http://schemas.openxmlformats.org/officeDocument/2006/relationships/image" Target="../media/image77.png"/><Relationship Id="rId33" Type="http://schemas.openxmlformats.org/officeDocument/2006/relationships/image" Target="../media/image115.jpg"/><Relationship Id="rId2" Type="http://schemas.openxmlformats.org/officeDocument/2006/relationships/image" Target="../media/image83.png"/><Relationship Id="rId16" Type="http://schemas.openxmlformats.org/officeDocument/2006/relationships/image" Target="../media/image79.png"/><Relationship Id="rId20" Type="http://schemas.openxmlformats.org/officeDocument/2006/relationships/image" Target="../media/image15.png"/><Relationship Id="rId29" Type="http://schemas.openxmlformats.org/officeDocument/2006/relationships/image" Target="../media/image111.jp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94.png"/><Relationship Id="rId11" Type="http://schemas.openxmlformats.org/officeDocument/2006/relationships/image" Target="../media/image78.png"/><Relationship Id="rId24" Type="http://schemas.openxmlformats.org/officeDocument/2006/relationships/image" Target="../media/image92.png"/><Relationship Id="rId32" Type="http://schemas.openxmlformats.org/officeDocument/2006/relationships/image" Target="../media/image114.jpg"/><Relationship Id="rId5" Type="http://schemas.openxmlformats.org/officeDocument/2006/relationships/image" Target="../media/image84.jpg"/><Relationship Id="rId15" Type="http://schemas.openxmlformats.org/officeDocument/2006/relationships/image" Target="../media/image104.png"/><Relationship Id="rId23" Type="http://schemas.openxmlformats.org/officeDocument/2006/relationships/image" Target="../media/image100.png"/><Relationship Id="rId28" Type="http://schemas.openxmlformats.org/officeDocument/2006/relationships/image" Target="../media/image88.png"/><Relationship Id="rId10" Type="http://schemas.openxmlformats.org/officeDocument/2006/relationships/image" Target="../media/image95.png"/><Relationship Id="rId19" Type="http://schemas.openxmlformats.org/officeDocument/2006/relationships/image" Target="../media/image99.png"/><Relationship Id="rId31" Type="http://schemas.openxmlformats.org/officeDocument/2006/relationships/image" Target="../media/image113.jpg"/><Relationship Id="rId4" Type="http://schemas.openxmlformats.org/officeDocument/2006/relationships/image" Target="../media/image90.png"/><Relationship Id="rId9" Type="http://schemas.openxmlformats.org/officeDocument/2006/relationships/image" Target="../media/image97.jpg"/><Relationship Id="rId14" Type="http://schemas.openxmlformats.org/officeDocument/2006/relationships/image" Target="../media/image98.jpg"/><Relationship Id="rId22" Type="http://schemas.openxmlformats.org/officeDocument/2006/relationships/image" Target="../media/image101.png"/><Relationship Id="rId27" Type="http://schemas.openxmlformats.org/officeDocument/2006/relationships/image" Target="../media/image87.png"/><Relationship Id="rId30" Type="http://schemas.openxmlformats.org/officeDocument/2006/relationships/image" Target="../media/image112.jpg"/><Relationship Id="rId8" Type="http://schemas.openxmlformats.org/officeDocument/2006/relationships/image" Target="../media/image9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21.png"/><Relationship Id="rId18" Type="http://schemas.openxmlformats.org/officeDocument/2006/relationships/image" Target="../media/image126.jpg"/><Relationship Id="rId3" Type="http://schemas.openxmlformats.org/officeDocument/2006/relationships/image" Target="../media/image117.png"/><Relationship Id="rId7" Type="http://schemas.openxmlformats.org/officeDocument/2006/relationships/image" Target="../media/image14.png"/><Relationship Id="rId12" Type="http://schemas.openxmlformats.org/officeDocument/2006/relationships/image" Target="../media/image120.png"/><Relationship Id="rId17" Type="http://schemas.openxmlformats.org/officeDocument/2006/relationships/image" Target="../media/image125.jpg"/><Relationship Id="rId2" Type="http://schemas.openxmlformats.org/officeDocument/2006/relationships/image" Target="../media/image116.png"/><Relationship Id="rId16" Type="http://schemas.openxmlformats.org/officeDocument/2006/relationships/image" Target="../media/image124.jp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3.png"/><Relationship Id="rId11" Type="http://schemas.openxmlformats.org/officeDocument/2006/relationships/image" Target="../media/image104.png"/><Relationship Id="rId5" Type="http://schemas.openxmlformats.org/officeDocument/2006/relationships/image" Target="../media/image119.png"/><Relationship Id="rId15" Type="http://schemas.openxmlformats.org/officeDocument/2006/relationships/image" Target="../media/image123.png"/><Relationship Id="rId10" Type="http://schemas.openxmlformats.org/officeDocument/2006/relationships/image" Target="../media/image82.png"/><Relationship Id="rId4" Type="http://schemas.openxmlformats.org/officeDocument/2006/relationships/image" Target="../media/image118.png"/><Relationship Id="rId9" Type="http://schemas.openxmlformats.org/officeDocument/2006/relationships/image" Target="../media/image98.jpg"/><Relationship Id="rId14" Type="http://schemas.openxmlformats.org/officeDocument/2006/relationships/image" Target="../media/image12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g"/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42.xml"/><Relationship Id="rId4" Type="http://schemas.openxmlformats.org/officeDocument/2006/relationships/hyperlink" Target="https://www.khanacademy.org/math/multivariable-calculus/multivariable-derivatives/differentiating-vector-valued-functions/a/multivariable-chain-rule-simple-version" TargetMode="Externa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hyperlink" Target="https://www.khanacademy.org/math/multivariable-calculus/multivariable-derivatives/differentiating-vector-valued-functions/a/multivariable-chain-rule-simple-version" TargetMode="External"/><Relationship Id="rId3" Type="http://schemas.openxmlformats.org/officeDocument/2006/relationships/image" Target="../media/image124.jpg"/><Relationship Id="rId7" Type="http://schemas.openxmlformats.org/officeDocument/2006/relationships/image" Target="../media/image132.png"/><Relationship Id="rId12" Type="http://schemas.openxmlformats.org/officeDocument/2006/relationships/image" Target="../media/image137.jpg"/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31.png"/><Relationship Id="rId11" Type="http://schemas.openxmlformats.org/officeDocument/2006/relationships/image" Target="../media/image136.jp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21.png"/><Relationship Id="rId3" Type="http://schemas.openxmlformats.org/officeDocument/2006/relationships/image" Target="../media/image117.png"/><Relationship Id="rId7" Type="http://schemas.openxmlformats.org/officeDocument/2006/relationships/image" Target="../media/image14.png"/><Relationship Id="rId12" Type="http://schemas.openxmlformats.org/officeDocument/2006/relationships/image" Target="../media/image104.png"/><Relationship Id="rId2" Type="http://schemas.openxmlformats.org/officeDocument/2006/relationships/image" Target="../media/image116.png"/><Relationship Id="rId16" Type="http://schemas.openxmlformats.org/officeDocument/2006/relationships/image" Target="../media/image126.jp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3.png"/><Relationship Id="rId11" Type="http://schemas.openxmlformats.org/officeDocument/2006/relationships/image" Target="../media/image123.png"/><Relationship Id="rId5" Type="http://schemas.openxmlformats.org/officeDocument/2006/relationships/image" Target="../media/image119.png"/><Relationship Id="rId15" Type="http://schemas.openxmlformats.org/officeDocument/2006/relationships/image" Target="../media/image122.png"/><Relationship Id="rId10" Type="http://schemas.openxmlformats.org/officeDocument/2006/relationships/image" Target="../media/image82.png"/><Relationship Id="rId4" Type="http://schemas.openxmlformats.org/officeDocument/2006/relationships/image" Target="../media/image118.png"/><Relationship Id="rId9" Type="http://schemas.openxmlformats.org/officeDocument/2006/relationships/image" Target="../media/image125.jpg"/><Relationship Id="rId14" Type="http://schemas.openxmlformats.org/officeDocument/2006/relationships/image" Target="../media/image12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48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jpg"/><Relationship Id="rId2" Type="http://schemas.openxmlformats.org/officeDocument/2006/relationships/image" Target="../media/image6.png"/><Relationship Id="rId16" Type="http://schemas.openxmlformats.org/officeDocument/2006/relationships/image" Target="../media/image140.pn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39.png"/><Relationship Id="rId10" Type="http://schemas.openxmlformats.org/officeDocument/2006/relationships/image" Target="../media/image14.png"/><Relationship Id="rId4" Type="http://schemas.openxmlformats.org/officeDocument/2006/relationships/image" Target="../media/image8.jpg"/><Relationship Id="rId9" Type="http://schemas.openxmlformats.org/officeDocument/2006/relationships/image" Target="../media/image13.png"/><Relationship Id="rId14" Type="http://schemas.openxmlformats.org/officeDocument/2006/relationships/image" Target="../media/image138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jpg"/><Relationship Id="rId17" Type="http://schemas.openxmlformats.org/officeDocument/2006/relationships/image" Target="../media/image142.png"/><Relationship Id="rId2" Type="http://schemas.openxmlformats.org/officeDocument/2006/relationships/image" Target="../media/image6.png"/><Relationship Id="rId16" Type="http://schemas.openxmlformats.org/officeDocument/2006/relationships/image" Target="../media/image141.pn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39.png"/><Relationship Id="rId10" Type="http://schemas.openxmlformats.org/officeDocument/2006/relationships/image" Target="../media/image14.png"/><Relationship Id="rId4" Type="http://schemas.openxmlformats.org/officeDocument/2006/relationships/image" Target="../media/image8.jpg"/><Relationship Id="rId9" Type="http://schemas.openxmlformats.org/officeDocument/2006/relationships/image" Target="../media/image13.png"/><Relationship Id="rId14" Type="http://schemas.openxmlformats.org/officeDocument/2006/relationships/image" Target="../media/image13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jpg"/><Relationship Id="rId18" Type="http://schemas.openxmlformats.org/officeDocument/2006/relationships/image" Target="../media/image144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jpg"/><Relationship Id="rId17" Type="http://schemas.openxmlformats.org/officeDocument/2006/relationships/image" Target="../media/image143.png"/><Relationship Id="rId2" Type="http://schemas.openxmlformats.org/officeDocument/2006/relationships/image" Target="../media/image6.png"/><Relationship Id="rId16" Type="http://schemas.openxmlformats.org/officeDocument/2006/relationships/image" Target="../media/image141.pn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39.png"/><Relationship Id="rId10" Type="http://schemas.openxmlformats.org/officeDocument/2006/relationships/image" Target="../media/image14.png"/><Relationship Id="rId4" Type="http://schemas.openxmlformats.org/officeDocument/2006/relationships/image" Target="../media/image8.jpg"/><Relationship Id="rId9" Type="http://schemas.openxmlformats.org/officeDocument/2006/relationships/image" Target="../media/image13.png"/><Relationship Id="rId14" Type="http://schemas.openxmlformats.org/officeDocument/2006/relationships/image" Target="../media/image13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jpg"/><Relationship Id="rId18" Type="http://schemas.openxmlformats.org/officeDocument/2006/relationships/image" Target="../media/image144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jpg"/><Relationship Id="rId17" Type="http://schemas.openxmlformats.org/officeDocument/2006/relationships/image" Target="../media/image143.png"/><Relationship Id="rId2" Type="http://schemas.openxmlformats.org/officeDocument/2006/relationships/image" Target="../media/image6.png"/><Relationship Id="rId16" Type="http://schemas.openxmlformats.org/officeDocument/2006/relationships/image" Target="../media/image141.pn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39.png"/><Relationship Id="rId10" Type="http://schemas.openxmlformats.org/officeDocument/2006/relationships/image" Target="../media/image14.png"/><Relationship Id="rId4" Type="http://schemas.openxmlformats.org/officeDocument/2006/relationships/image" Target="../media/image8.jpg"/><Relationship Id="rId9" Type="http://schemas.openxmlformats.org/officeDocument/2006/relationships/image" Target="../media/image13.png"/><Relationship Id="rId14" Type="http://schemas.openxmlformats.org/officeDocument/2006/relationships/image" Target="../media/image13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://proceedings.mlr.press/v28/pascanu13.pdf" TargetMode="External"/><Relationship Id="rId3" Type="http://schemas.openxmlformats.org/officeDocument/2006/relationships/image" Target="../media/image146.jpg"/><Relationship Id="rId7" Type="http://schemas.openxmlformats.org/officeDocument/2006/relationships/image" Target="../media/image150.jpg"/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149.png"/><Relationship Id="rId5" Type="http://schemas.openxmlformats.org/officeDocument/2006/relationships/image" Target="../media/image148.jpg"/><Relationship Id="rId4" Type="http://schemas.openxmlformats.org/officeDocument/2006/relationships/image" Target="../media/image14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jpg"/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45.xml"/><Relationship Id="rId4" Type="http://schemas.openxmlformats.org/officeDocument/2006/relationships/hyperlink" Target="http://proceedings.mlr.press/v28/pascanu13.pdf" TargetMode="Externa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jpg"/><Relationship Id="rId9" Type="http://schemas.openxmlformats.org/officeDocument/2006/relationships/image" Target="../media/image13.png"/><Relationship Id="rId14" Type="http://schemas.openxmlformats.org/officeDocument/2006/relationships/image" Target="../media/image153.jp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611.01368.pdf" TargetMode="External"/><Relationship Id="rId1" Type="http://schemas.openxmlformats.org/officeDocument/2006/relationships/slideLayout" Target="../slideLayouts/slideLayout4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4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jpg"/><Relationship Id="rId2" Type="http://schemas.openxmlformats.org/officeDocument/2006/relationships/hyperlink" Target="http://proceedings.mlr.press/v28/pascanu13.pdf" TargetMode="External"/><Relationship Id="rId1" Type="http://schemas.openxmlformats.org/officeDocument/2006/relationships/slideLayout" Target="../slideLayouts/slideLayout4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jpg"/><Relationship Id="rId1" Type="http://schemas.openxmlformats.org/officeDocument/2006/relationships/slideLayout" Target="../slideLayouts/slideLayout3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5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406.1078v3.pdf" TargetMode="External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172.jpg"/><Relationship Id="rId5" Type="http://schemas.openxmlformats.org/officeDocument/2006/relationships/image" Target="../media/image171.jpg"/><Relationship Id="rId4" Type="http://schemas.openxmlformats.org/officeDocument/2006/relationships/image" Target="../media/image170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jpg"/><Relationship Id="rId2" Type="http://schemas.openxmlformats.org/officeDocument/2006/relationships/image" Target="../media/image173.jp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172.jpg"/><Relationship Id="rId5" Type="http://schemas.openxmlformats.org/officeDocument/2006/relationships/image" Target="../media/image175.jpg"/><Relationship Id="rId4" Type="http://schemas.openxmlformats.org/officeDocument/2006/relationships/image" Target="../media/image171.jp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jpg"/><Relationship Id="rId2" Type="http://schemas.openxmlformats.org/officeDocument/2006/relationships/image" Target="../media/image176.jpg"/><Relationship Id="rId1" Type="http://schemas.openxmlformats.org/officeDocument/2006/relationships/slideLayout" Target="../slideLayouts/slideLayout45.xml"/><Relationship Id="rId4" Type="http://schemas.openxmlformats.org/officeDocument/2006/relationships/hyperlink" Target="http://colah.github.io/posts/2015-08-Understanding-LSTMs/" TargetMode="Externa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A2844304-8D4E-49AC-99A9-CC54E13E85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0" y="46895"/>
            <a:ext cx="1841888" cy="594497"/>
          </a:xfrm>
          <a:prstGeom prst="rect">
            <a:avLst/>
          </a:prstGeom>
          <a:effectLst>
            <a:reflection stA="15000" endPos="65000" dist="50800" dir="5400000" sy="-100000" algn="bl" rotWithShape="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E12115-B5CE-453C-967D-DFFC315D5FB5}"/>
              </a:ext>
            </a:extLst>
          </p:cNvPr>
          <p:cNvSpPr/>
          <p:nvPr/>
        </p:nvSpPr>
        <p:spPr>
          <a:xfrm>
            <a:off x="0" y="1336432"/>
            <a:ext cx="9144000" cy="1546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CSCE 5218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Deep Learning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2FFFAB-39EF-4ACC-9EF6-A3A1475FC4D4}"/>
              </a:ext>
            </a:extLst>
          </p:cNvPr>
          <p:cNvCxnSpPr>
            <a:cxnSpLocks/>
          </p:cNvCxnSpPr>
          <p:nvPr/>
        </p:nvCxnSpPr>
        <p:spPr>
          <a:xfrm>
            <a:off x="614362" y="3052641"/>
            <a:ext cx="7915275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6DB69BA-A1E7-4F07-9D08-D763F6B04D39}"/>
              </a:ext>
            </a:extLst>
          </p:cNvPr>
          <p:cNvSpPr/>
          <p:nvPr/>
        </p:nvSpPr>
        <p:spPr>
          <a:xfrm>
            <a:off x="614361" y="3409042"/>
            <a:ext cx="7915275" cy="942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Recurrent Neural Networks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7A988-A29A-4D86-87FC-7064D9BC0171}"/>
              </a:ext>
            </a:extLst>
          </p:cNvPr>
          <p:cNvSpPr/>
          <p:nvPr/>
        </p:nvSpPr>
        <p:spPr>
          <a:xfrm>
            <a:off x="0" y="6400803"/>
            <a:ext cx="7915275" cy="4571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Slides adapted from Adriana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Kovashka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89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3BBF-D211-4D3A-8EAF-22904973A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414FB-2498-4291-8FAC-1CC986809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Recurrent neural networks </a:t>
            </a:r>
          </a:p>
          <a:p>
            <a:pPr lvl="1"/>
            <a:r>
              <a:rPr lang="en-US" sz="2400" dirty="0"/>
              <a:t>Basics </a:t>
            </a:r>
          </a:p>
          <a:p>
            <a:pPr lvl="1"/>
            <a:r>
              <a:rPr lang="en-US" sz="2400" dirty="0"/>
              <a:t>Training (backprop through time, vanishing gradient)</a:t>
            </a:r>
          </a:p>
          <a:p>
            <a:pPr lvl="1"/>
            <a:r>
              <a:rPr lang="en-US" sz="2400" dirty="0"/>
              <a:t>Recurrent networks with gates (GRU, LSTM)</a:t>
            </a:r>
          </a:p>
          <a:p>
            <a:r>
              <a:rPr lang="en-US" sz="2800" dirty="0"/>
              <a:t>Applications in NLP and vision</a:t>
            </a:r>
          </a:p>
          <a:p>
            <a:pPr lvl="1"/>
            <a:r>
              <a:rPr lang="en-US" sz="2400" dirty="0"/>
              <a:t>Neural machine translation (beam search, attention)</a:t>
            </a:r>
          </a:p>
          <a:p>
            <a:pPr lvl="1"/>
            <a:r>
              <a:rPr lang="en-US" sz="2400" dirty="0"/>
              <a:t>Image/video captioning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EAEEE6-04A8-4612-B564-2373713ECE14}"/>
              </a:ext>
            </a:extLst>
          </p:cNvPr>
          <p:cNvSpPr/>
          <p:nvPr/>
        </p:nvSpPr>
        <p:spPr>
          <a:xfrm>
            <a:off x="324465" y="1600200"/>
            <a:ext cx="8485238" cy="18288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30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D5CC5-3F36-4516-BB0F-695B22359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0"/>
          </a:xfrm>
        </p:spPr>
        <p:txBody>
          <a:bodyPr/>
          <a:lstStyle/>
          <a:p>
            <a:r>
              <a:rPr lang="en-US" dirty="0"/>
              <a:t>Recurrent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448685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46187" y="1150115"/>
            <a:ext cx="3150463" cy="3392503"/>
            <a:chOff x="-170610" y="3210572"/>
            <a:chExt cx="3473167" cy="373960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738" y="3210572"/>
              <a:ext cx="2560318" cy="1920239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-170610" y="5152065"/>
              <a:ext cx="3473167" cy="1798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+mn-cs"/>
                </a:rPr>
                <a:t>This is a picture of one sky, one road and one sheep. The gray sky is over the gray road. The gray sheep is by the gray road. 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858790" y="1150115"/>
            <a:ext cx="3071827" cy="3960137"/>
            <a:chOff x="12389432" y="3285991"/>
            <a:chExt cx="3386476" cy="4365317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77494" y="3285991"/>
              <a:ext cx="1522476" cy="2286000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12389432" y="5513929"/>
              <a:ext cx="3386476" cy="21373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+mn-cs"/>
                </a:rPr>
                <a:t>Here we see one road, one sky and one bicycle. The road is near the blue sky, and near the colorful bicycle. The colorful bicycle is within the blue sky. 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933613" y="4089414"/>
            <a:ext cx="3137364" cy="2724541"/>
            <a:chOff x="8382802" y="3600011"/>
            <a:chExt cx="3458726" cy="3003302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32909" y="3600011"/>
              <a:ext cx="2560319" cy="1920239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>
              <a:off x="8382802" y="5483733"/>
              <a:ext cx="3458726" cy="11195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+mn-cs"/>
                </a:rPr>
                <a:t>This is a picture of two dogs. The first dog is near the second furry dog. 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8280" y="6581001"/>
            <a:ext cx="1811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Kulkarni et al., CVPR 2011</a:t>
            </a:r>
          </a:p>
        </p:txBody>
      </p:sp>
      <p:sp>
        <p:nvSpPr>
          <p:cNvPr id="19" name="object 5"/>
          <p:cNvSpPr txBox="1">
            <a:spLocks/>
          </p:cNvSpPr>
          <p:nvPr/>
        </p:nvSpPr>
        <p:spPr>
          <a:xfrm>
            <a:off x="138324" y="130409"/>
            <a:ext cx="8867350" cy="553998"/>
          </a:xfrm>
          <a:prstGeom prst="rect">
            <a:avLst/>
          </a:prstGeom>
        </p:spPr>
        <p:txBody>
          <a:bodyPr vert="horz" wrap="square" lIns="0" tIns="91176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1971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Some pre-RNN captioning results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93022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2294273"/>
            <a:ext cx="9143981" cy="25615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6581001"/>
            <a:ext cx="2229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and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CVPR 2015</a:t>
            </a:r>
          </a:p>
        </p:txBody>
      </p:sp>
      <p:sp>
        <p:nvSpPr>
          <p:cNvPr id="4" name="object 5"/>
          <p:cNvSpPr txBox="1">
            <a:spLocks/>
          </p:cNvSpPr>
          <p:nvPr/>
        </p:nvSpPr>
        <p:spPr>
          <a:xfrm>
            <a:off x="138324" y="130409"/>
            <a:ext cx="8867350" cy="553998"/>
          </a:xfrm>
          <a:prstGeom prst="rect">
            <a:avLst/>
          </a:prstGeom>
        </p:spPr>
        <p:txBody>
          <a:bodyPr vert="horz" wrap="square" lIns="0" tIns="91176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1971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Results with Recurrent Neural Networks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4067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00024" y="1759623"/>
            <a:ext cx="8743932" cy="2729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176" rIns="0" bIns="0" rtlCol="0">
            <a:spAutoFit/>
          </a:bodyPr>
          <a:lstStyle/>
          <a:p>
            <a:pPr marL="219710" algn="ctr"/>
            <a:r>
              <a:rPr sz="3000" spc="-5" dirty="0"/>
              <a:t>Recurrent Networks offer a lot of</a:t>
            </a:r>
            <a:r>
              <a:rPr sz="3000" spc="60" dirty="0"/>
              <a:t> </a:t>
            </a:r>
            <a:r>
              <a:rPr sz="3000" spc="-5" dirty="0"/>
              <a:t>flexibility:</a:t>
            </a:r>
            <a:endParaRPr sz="3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1129361" y="4576267"/>
            <a:ext cx="3296144" cy="578449"/>
            <a:chOff x="1129361" y="4576267"/>
            <a:chExt cx="3296144" cy="578449"/>
          </a:xfrm>
        </p:grpSpPr>
        <p:sp>
          <p:nvSpPr>
            <p:cNvPr id="6" name="object 6"/>
            <p:cNvSpPr/>
            <p:nvPr/>
          </p:nvSpPr>
          <p:spPr>
            <a:xfrm>
              <a:off x="1198315" y="4628418"/>
              <a:ext cx="527050" cy="398145"/>
            </a:xfrm>
            <a:custGeom>
              <a:avLst/>
              <a:gdLst/>
              <a:ahLst/>
              <a:cxnLst/>
              <a:rect l="l" t="t" r="r" b="b"/>
              <a:pathLst>
                <a:path w="527050" h="398145">
                  <a:moveTo>
                    <a:pt x="526531" y="39814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129361" y="4576267"/>
              <a:ext cx="88265" cy="77470"/>
            </a:xfrm>
            <a:custGeom>
              <a:avLst/>
              <a:gdLst/>
              <a:ahLst/>
              <a:cxnLst/>
              <a:rect l="l" t="t" r="r" b="b"/>
              <a:pathLst>
                <a:path w="88265" h="77470">
                  <a:moveTo>
                    <a:pt x="87934" y="27049"/>
                  </a:moveTo>
                  <a:lnTo>
                    <a:pt x="0" y="0"/>
                  </a:lnTo>
                  <a:lnTo>
                    <a:pt x="49977" y="77249"/>
                  </a:lnTo>
                  <a:lnTo>
                    <a:pt x="87934" y="270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1797875" y="4869601"/>
              <a:ext cx="2627630" cy="285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-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Arial"/>
                </a:rPr>
                <a:t>v</a:t>
              </a:r>
              <a:r>
                <a:rPr kumimoji="0" sz="1800" b="1" i="0" u="none" strike="noStrike" kern="0" cap="none" spc="-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Arial"/>
                </a:rPr>
                <a:t>anilla </a:t>
              </a:r>
              <a:r>
                <a:rPr kumimoji="0" lang="en-US" sz="1800" b="1" i="0" u="none" strike="noStrike" kern="0" cap="none" spc="-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Arial"/>
                </a:rPr>
                <a:t>n</a:t>
              </a:r>
              <a:r>
                <a:rPr kumimoji="0" sz="1800" b="1" i="0" u="none" strike="noStrike" kern="0" cap="none" spc="-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Arial"/>
                </a:rPr>
                <a:t>eural</a:t>
              </a:r>
              <a:r>
                <a:rPr kumimoji="0" sz="1800" b="1" i="0" u="none" strike="noStrike" kern="0" cap="none" spc="-2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Arial"/>
                </a:rPr>
                <a:t> </a:t>
              </a:r>
              <a:r>
                <a:rPr kumimoji="0" lang="en-US" sz="1800" b="1" i="0" u="none" strike="noStrike" kern="0" cap="none" spc="-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Arial"/>
                </a:rPr>
                <a:t>n</a:t>
              </a:r>
              <a:r>
                <a:rPr kumimoji="0" sz="1800" b="1" i="0" u="none" strike="noStrike" kern="0" cap="none" spc="-5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Arial"/>
                </a:rPr>
                <a:t>etworks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96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00024" y="1759623"/>
            <a:ext cx="8743932" cy="2729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176" rIns="0" bIns="0" rtlCol="0">
            <a:spAutoFit/>
          </a:bodyPr>
          <a:lstStyle/>
          <a:p>
            <a:pPr marL="219710" algn="ctr"/>
            <a:r>
              <a:rPr sz="3000" spc="-5" dirty="0"/>
              <a:t>Recurrent Networks offer a lot of</a:t>
            </a:r>
            <a:r>
              <a:rPr sz="3000" spc="60" dirty="0"/>
              <a:t> </a:t>
            </a:r>
            <a:r>
              <a:rPr sz="3000" spc="-5" dirty="0"/>
              <a:t>flexibility:</a:t>
            </a:r>
            <a:endParaRPr sz="3000" dirty="0"/>
          </a:p>
        </p:txBody>
      </p:sp>
      <p:sp>
        <p:nvSpPr>
          <p:cNvPr id="6" name="object 6"/>
          <p:cNvSpPr/>
          <p:nvPr/>
        </p:nvSpPr>
        <p:spPr>
          <a:xfrm>
            <a:off x="2107318" y="4677143"/>
            <a:ext cx="288290" cy="342265"/>
          </a:xfrm>
          <a:custGeom>
            <a:avLst/>
            <a:gdLst/>
            <a:ahLst/>
            <a:cxnLst/>
            <a:rect l="l" t="t" r="r" b="b"/>
            <a:pathLst>
              <a:path w="288289" h="342264">
                <a:moveTo>
                  <a:pt x="287876" y="341874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51633" y="4611018"/>
            <a:ext cx="80010" cy="86995"/>
          </a:xfrm>
          <a:custGeom>
            <a:avLst/>
            <a:gdLst/>
            <a:ahLst/>
            <a:cxnLst/>
            <a:rect l="l" t="t" r="r" b="b"/>
            <a:pathLst>
              <a:path w="80010" h="86995">
                <a:moveTo>
                  <a:pt x="79754" y="45874"/>
                </a:moveTo>
                <a:lnTo>
                  <a:pt x="0" y="0"/>
                </a:lnTo>
                <a:lnTo>
                  <a:pt x="31617" y="86399"/>
                </a:lnTo>
                <a:lnTo>
                  <a:pt x="79754" y="45874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68224" y="4734021"/>
            <a:ext cx="2901950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e.g. </a:t>
            </a:r>
            <a:r>
              <a:rPr kumimoji="0" lang="en-US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r>
              <a:rPr kumimoji="0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mage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lang="en-US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</a:t>
            </a:r>
            <a:r>
              <a:rPr kumimoji="0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aptioning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image -&gt; sequence of words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332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00024" y="1759623"/>
            <a:ext cx="8743932" cy="2729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176" rIns="0" bIns="0" rtlCol="0">
            <a:spAutoFit/>
          </a:bodyPr>
          <a:lstStyle/>
          <a:p>
            <a:pPr marL="219710" algn="ctr"/>
            <a:r>
              <a:rPr sz="3000" spc="-5" dirty="0"/>
              <a:t>Recurrent Networks offer a lot of</a:t>
            </a:r>
            <a:r>
              <a:rPr sz="3000" spc="60" dirty="0"/>
              <a:t> </a:t>
            </a:r>
            <a:r>
              <a:rPr sz="3000" spc="-5" dirty="0"/>
              <a:t>flexibility:</a:t>
            </a:r>
            <a:endParaRPr sz="3000" dirty="0"/>
          </a:p>
        </p:txBody>
      </p:sp>
      <p:sp>
        <p:nvSpPr>
          <p:cNvPr id="6" name="object 6"/>
          <p:cNvSpPr/>
          <p:nvPr/>
        </p:nvSpPr>
        <p:spPr>
          <a:xfrm>
            <a:off x="3786992" y="4624418"/>
            <a:ext cx="288290" cy="342265"/>
          </a:xfrm>
          <a:custGeom>
            <a:avLst/>
            <a:gdLst/>
            <a:ahLst/>
            <a:cxnLst/>
            <a:rect l="l" t="t" r="r" b="b"/>
            <a:pathLst>
              <a:path w="288289" h="342264">
                <a:moveTo>
                  <a:pt x="287874" y="341874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31317" y="4558293"/>
            <a:ext cx="80010" cy="86995"/>
          </a:xfrm>
          <a:custGeom>
            <a:avLst/>
            <a:gdLst/>
            <a:ahLst/>
            <a:cxnLst/>
            <a:rect l="l" t="t" r="r" b="b"/>
            <a:pathLst>
              <a:path w="80010" h="86995">
                <a:moveTo>
                  <a:pt x="79749" y="45874"/>
                </a:moveTo>
                <a:lnTo>
                  <a:pt x="0" y="0"/>
                </a:lnTo>
                <a:lnTo>
                  <a:pt x="31599" y="86399"/>
                </a:lnTo>
                <a:lnTo>
                  <a:pt x="79749" y="45874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5894" y="4719019"/>
            <a:ext cx="3270250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e.g. </a:t>
            </a:r>
            <a:r>
              <a:rPr kumimoji="0" lang="en-US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</a:t>
            </a:r>
            <a:r>
              <a:rPr kumimoji="0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entiment</a:t>
            </a:r>
            <a:r>
              <a:rPr kumimoji="0" sz="1800" b="1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lang="en-US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</a:t>
            </a:r>
            <a:r>
              <a:rPr kumimoji="0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lassification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sequence of words -&gt;</a:t>
            </a:r>
            <a:r>
              <a:rPr kumimoji="0" sz="1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sentiment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4789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00024" y="1759623"/>
            <a:ext cx="8743932" cy="2729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176" rIns="0" bIns="0" rtlCol="0">
            <a:spAutoFit/>
          </a:bodyPr>
          <a:lstStyle/>
          <a:p>
            <a:pPr marL="219710" algn="ctr"/>
            <a:r>
              <a:rPr sz="3000" spc="-5" dirty="0"/>
              <a:t>Recurrent Networks offer a lot of</a:t>
            </a:r>
            <a:r>
              <a:rPr sz="3000" spc="60" dirty="0"/>
              <a:t> </a:t>
            </a:r>
            <a:r>
              <a:rPr sz="3000" spc="-5" dirty="0"/>
              <a:t>flexibility:</a:t>
            </a:r>
            <a:endParaRPr sz="3000" dirty="0"/>
          </a:p>
        </p:txBody>
      </p:sp>
      <p:sp>
        <p:nvSpPr>
          <p:cNvPr id="6" name="object 6"/>
          <p:cNvSpPr/>
          <p:nvPr/>
        </p:nvSpPr>
        <p:spPr>
          <a:xfrm>
            <a:off x="5464539" y="4676317"/>
            <a:ext cx="102235" cy="327660"/>
          </a:xfrm>
          <a:custGeom>
            <a:avLst/>
            <a:gdLst/>
            <a:ahLst/>
            <a:cxnLst/>
            <a:rect l="l" t="t" r="r" b="b"/>
            <a:pathLst>
              <a:path w="102235" h="327660">
                <a:moveTo>
                  <a:pt x="101699" y="32764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34465" y="4593768"/>
            <a:ext cx="60325" cy="92075"/>
          </a:xfrm>
          <a:custGeom>
            <a:avLst/>
            <a:gdLst/>
            <a:ahLst/>
            <a:cxnLst/>
            <a:rect l="l" t="t" r="r" b="b"/>
            <a:pathLst>
              <a:path w="60325" h="92075">
                <a:moveTo>
                  <a:pt x="60124" y="73224"/>
                </a:moveTo>
                <a:lnTo>
                  <a:pt x="4424" y="0"/>
                </a:lnTo>
                <a:lnTo>
                  <a:pt x="0" y="91899"/>
                </a:lnTo>
                <a:lnTo>
                  <a:pt x="60124" y="73224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37141" y="4719019"/>
            <a:ext cx="2952115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e.g. </a:t>
            </a:r>
            <a:r>
              <a:rPr kumimoji="0" lang="en-US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</a:t>
            </a:r>
            <a:r>
              <a:rPr kumimoji="0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achine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lang="en-US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ranslation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seq of words -&gt; seq of words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2595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00024" y="1759623"/>
            <a:ext cx="8743932" cy="2729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176" rIns="0" bIns="0" rtlCol="0">
            <a:spAutoFit/>
          </a:bodyPr>
          <a:lstStyle/>
          <a:p>
            <a:pPr marL="219710" algn="ctr"/>
            <a:r>
              <a:rPr sz="3000" spc="-5" dirty="0"/>
              <a:t>Recurrent Networks offer a lot of</a:t>
            </a:r>
            <a:r>
              <a:rPr sz="3000" spc="60" dirty="0"/>
              <a:t> </a:t>
            </a:r>
            <a:r>
              <a:rPr sz="3000" spc="-5" dirty="0"/>
              <a:t>flexibility:</a:t>
            </a:r>
            <a:endParaRPr sz="3000" dirty="0"/>
          </a:p>
        </p:txBody>
      </p:sp>
      <p:sp>
        <p:nvSpPr>
          <p:cNvPr id="6" name="object 6"/>
          <p:cNvSpPr/>
          <p:nvPr/>
        </p:nvSpPr>
        <p:spPr>
          <a:xfrm>
            <a:off x="7976510" y="4620718"/>
            <a:ext cx="206375" cy="353695"/>
          </a:xfrm>
          <a:custGeom>
            <a:avLst/>
            <a:gdLst/>
            <a:ahLst/>
            <a:cxnLst/>
            <a:rect l="l" t="t" r="r" b="b"/>
            <a:pathLst>
              <a:path w="206375" h="353695">
                <a:moveTo>
                  <a:pt x="0" y="353074"/>
                </a:moveTo>
                <a:lnTo>
                  <a:pt x="206074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55408" y="4546043"/>
            <a:ext cx="71120" cy="90805"/>
          </a:xfrm>
          <a:custGeom>
            <a:avLst/>
            <a:gdLst/>
            <a:ahLst/>
            <a:cxnLst/>
            <a:rect l="l" t="t" r="r" b="b"/>
            <a:pathLst>
              <a:path w="71120" h="90804">
                <a:moveTo>
                  <a:pt x="54349" y="90524"/>
                </a:moveTo>
                <a:lnTo>
                  <a:pt x="70749" y="0"/>
                </a:lnTo>
                <a:lnTo>
                  <a:pt x="0" y="58799"/>
                </a:lnTo>
                <a:lnTo>
                  <a:pt x="54349" y="90524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34114" y="4962669"/>
            <a:ext cx="420179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e.g. </a:t>
            </a:r>
            <a:r>
              <a:rPr kumimoji="0" lang="en-US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v</a:t>
            </a:r>
            <a:r>
              <a:rPr kumimoji="0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ideo classification on frame</a:t>
            </a:r>
            <a:r>
              <a:rPr kumimoji="0" sz="1800" b="1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level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4538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16777" y="896386"/>
            <a:ext cx="5307965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/>
              <a:t>Recurrent Neural</a:t>
            </a:r>
            <a:r>
              <a:rPr spc="-10" dirty="0"/>
              <a:t> </a:t>
            </a:r>
            <a:r>
              <a:rPr spc="-5" dirty="0"/>
              <a:t>Network</a:t>
            </a:r>
          </a:p>
        </p:txBody>
      </p:sp>
      <p:sp>
        <p:nvSpPr>
          <p:cNvPr id="5" name="object 5"/>
          <p:cNvSpPr/>
          <p:nvPr/>
        </p:nvSpPr>
        <p:spPr>
          <a:xfrm>
            <a:off x="4106541" y="4165819"/>
            <a:ext cx="420370" cy="916305"/>
          </a:xfrm>
          <a:custGeom>
            <a:avLst/>
            <a:gdLst/>
            <a:ahLst/>
            <a:cxnLst/>
            <a:rect l="l" t="t" r="r" b="b"/>
            <a:pathLst>
              <a:path w="420370" h="916304">
                <a:moveTo>
                  <a:pt x="0" y="0"/>
                </a:moveTo>
                <a:lnTo>
                  <a:pt x="419874" y="0"/>
                </a:lnTo>
                <a:lnTo>
                  <a:pt x="419874" y="915698"/>
                </a:lnTo>
                <a:lnTo>
                  <a:pt x="0" y="915698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06541" y="4165819"/>
            <a:ext cx="420370" cy="916305"/>
          </a:xfrm>
          <a:custGeom>
            <a:avLst/>
            <a:gdLst/>
            <a:ahLst/>
            <a:cxnLst/>
            <a:rect l="l" t="t" r="r" b="b"/>
            <a:pathLst>
              <a:path w="420370" h="916304">
                <a:moveTo>
                  <a:pt x="0" y="0"/>
                </a:moveTo>
                <a:lnTo>
                  <a:pt x="419874" y="0"/>
                </a:lnTo>
                <a:lnTo>
                  <a:pt x="419874" y="915698"/>
                </a:lnTo>
                <a:lnTo>
                  <a:pt x="0" y="91569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46630" y="4476406"/>
            <a:ext cx="1397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799792" y="3142601"/>
            <a:ext cx="1033780" cy="459741"/>
          </a:xfrm>
          <a:prstGeom prst="rect">
            <a:avLst/>
          </a:prstGeom>
          <a:solidFill>
            <a:srgbClr val="38751C"/>
          </a:solidFill>
        </p:spPr>
        <p:txBody>
          <a:bodyPr vert="horz" wrap="square" lIns="0" tIns="180975" rIns="0" bIns="0" rtlCol="0">
            <a:spAutoFit/>
          </a:bodyPr>
          <a:lstStyle/>
          <a:p>
            <a:pPr marL="268605" marR="0" lvl="0" indent="0" algn="l" defTabSz="914400" rtl="0" eaLnBrk="1" fontAlgn="auto" latinLnBrk="0" hangingPunct="1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16491" y="391411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251699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85016" y="3827670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35416" y="3308899"/>
            <a:ext cx="522605" cy="274320"/>
          </a:xfrm>
          <a:custGeom>
            <a:avLst/>
            <a:gdLst/>
            <a:ahLst/>
            <a:cxnLst/>
            <a:rect l="l" t="t" r="r" b="b"/>
            <a:pathLst>
              <a:path w="522604" h="274319">
                <a:moveTo>
                  <a:pt x="0" y="0"/>
                </a:moveTo>
                <a:lnTo>
                  <a:pt x="28644" y="8200"/>
                </a:lnTo>
                <a:lnTo>
                  <a:pt x="69199" y="18641"/>
                </a:lnTo>
                <a:lnTo>
                  <a:pt x="118904" y="30961"/>
                </a:lnTo>
                <a:lnTo>
                  <a:pt x="174997" y="44801"/>
                </a:lnTo>
                <a:lnTo>
                  <a:pt x="234718" y="59801"/>
                </a:lnTo>
                <a:lnTo>
                  <a:pt x="295305" y="75601"/>
                </a:lnTo>
                <a:lnTo>
                  <a:pt x="353997" y="91843"/>
                </a:lnTo>
                <a:lnTo>
                  <a:pt x="408034" y="108165"/>
                </a:lnTo>
                <a:lnTo>
                  <a:pt x="454653" y="124208"/>
                </a:lnTo>
                <a:lnTo>
                  <a:pt x="491095" y="139613"/>
                </a:lnTo>
                <a:lnTo>
                  <a:pt x="522398" y="167069"/>
                </a:lnTo>
                <a:lnTo>
                  <a:pt x="508640" y="181960"/>
                </a:lnTo>
                <a:lnTo>
                  <a:pt x="472905" y="197058"/>
                </a:lnTo>
                <a:lnTo>
                  <a:pt x="420033" y="212103"/>
                </a:lnTo>
                <a:lnTo>
                  <a:pt x="354867" y="226835"/>
                </a:lnTo>
                <a:lnTo>
                  <a:pt x="282249" y="240994"/>
                </a:lnTo>
                <a:lnTo>
                  <a:pt x="235229" y="249426"/>
                </a:lnTo>
                <a:lnTo>
                  <a:pt x="188371" y="257469"/>
                </a:lnTo>
                <a:lnTo>
                  <a:pt x="142858" y="265062"/>
                </a:lnTo>
                <a:lnTo>
                  <a:pt x="99874" y="272144"/>
                </a:lnTo>
                <a:lnTo>
                  <a:pt x="89299" y="273894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39616" y="3551819"/>
            <a:ext cx="90805" cy="62230"/>
          </a:xfrm>
          <a:custGeom>
            <a:avLst/>
            <a:gdLst/>
            <a:ahLst/>
            <a:cxnLst/>
            <a:rect l="l" t="t" r="r" b="b"/>
            <a:pathLst>
              <a:path w="90804" h="62230">
                <a:moveTo>
                  <a:pt x="79574" y="0"/>
                </a:moveTo>
                <a:lnTo>
                  <a:pt x="0" y="46199"/>
                </a:lnTo>
                <a:lnTo>
                  <a:pt x="90649" y="61949"/>
                </a:lnTo>
                <a:lnTo>
                  <a:pt x="79574" y="0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8"/>
          <p:cNvSpPr/>
          <p:nvPr/>
        </p:nvSpPr>
        <p:spPr>
          <a:xfrm>
            <a:off x="3799792" y="3142601"/>
            <a:ext cx="1033780" cy="657225"/>
          </a:xfrm>
          <a:custGeom>
            <a:avLst/>
            <a:gdLst/>
            <a:ahLst/>
            <a:cxnLst/>
            <a:rect l="l" t="t" r="r" b="b"/>
            <a:pathLst>
              <a:path w="1033779" h="657225">
                <a:moveTo>
                  <a:pt x="0" y="0"/>
                </a:moveTo>
                <a:lnTo>
                  <a:pt x="1033372" y="0"/>
                </a:lnTo>
                <a:lnTo>
                  <a:pt x="1033372" y="657193"/>
                </a:lnTo>
                <a:lnTo>
                  <a:pt x="0" y="657193"/>
                </a:lnTo>
                <a:lnTo>
                  <a:pt x="0" y="0"/>
                </a:lnTo>
                <a:close/>
              </a:path>
            </a:pathLst>
          </a:custGeom>
          <a:solidFill>
            <a:srgbClr val="38751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9"/>
          <p:cNvSpPr txBox="1"/>
          <p:nvPr/>
        </p:nvSpPr>
        <p:spPr>
          <a:xfrm>
            <a:off x="4056146" y="3323932"/>
            <a:ext cx="5207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393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16777" y="896386"/>
            <a:ext cx="5307965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/>
              <a:t>Recurrent Neural</a:t>
            </a:r>
            <a:r>
              <a:rPr spc="-10" dirty="0"/>
              <a:t> </a:t>
            </a:r>
            <a:r>
              <a:rPr spc="-5" dirty="0"/>
              <a:t>Network</a:t>
            </a:r>
          </a:p>
        </p:txBody>
      </p:sp>
      <p:sp>
        <p:nvSpPr>
          <p:cNvPr id="5" name="object 5"/>
          <p:cNvSpPr/>
          <p:nvPr/>
        </p:nvSpPr>
        <p:spPr>
          <a:xfrm>
            <a:off x="4106541" y="4165819"/>
            <a:ext cx="420370" cy="916305"/>
          </a:xfrm>
          <a:custGeom>
            <a:avLst/>
            <a:gdLst/>
            <a:ahLst/>
            <a:cxnLst/>
            <a:rect l="l" t="t" r="r" b="b"/>
            <a:pathLst>
              <a:path w="420370" h="916304">
                <a:moveTo>
                  <a:pt x="0" y="0"/>
                </a:moveTo>
                <a:lnTo>
                  <a:pt x="419874" y="0"/>
                </a:lnTo>
                <a:lnTo>
                  <a:pt x="419874" y="915698"/>
                </a:lnTo>
                <a:lnTo>
                  <a:pt x="0" y="915698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06541" y="4165819"/>
            <a:ext cx="420370" cy="916305"/>
          </a:xfrm>
          <a:custGeom>
            <a:avLst/>
            <a:gdLst/>
            <a:ahLst/>
            <a:cxnLst/>
            <a:rect l="l" t="t" r="r" b="b"/>
            <a:pathLst>
              <a:path w="420370" h="916304">
                <a:moveTo>
                  <a:pt x="0" y="0"/>
                </a:moveTo>
                <a:lnTo>
                  <a:pt x="419874" y="0"/>
                </a:lnTo>
                <a:lnTo>
                  <a:pt x="419874" y="915698"/>
                </a:lnTo>
                <a:lnTo>
                  <a:pt x="0" y="91569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46630" y="4476406"/>
            <a:ext cx="1397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</a:p>
        </p:txBody>
      </p:sp>
      <p:sp>
        <p:nvSpPr>
          <p:cNvPr id="8" name="object 8"/>
          <p:cNvSpPr/>
          <p:nvPr/>
        </p:nvSpPr>
        <p:spPr>
          <a:xfrm>
            <a:off x="3799792" y="3142601"/>
            <a:ext cx="1033780" cy="657225"/>
          </a:xfrm>
          <a:custGeom>
            <a:avLst/>
            <a:gdLst/>
            <a:ahLst/>
            <a:cxnLst/>
            <a:rect l="l" t="t" r="r" b="b"/>
            <a:pathLst>
              <a:path w="1033779" h="657225">
                <a:moveTo>
                  <a:pt x="0" y="0"/>
                </a:moveTo>
                <a:lnTo>
                  <a:pt x="1033372" y="0"/>
                </a:lnTo>
                <a:lnTo>
                  <a:pt x="1033372" y="657193"/>
                </a:lnTo>
                <a:lnTo>
                  <a:pt x="0" y="657193"/>
                </a:lnTo>
                <a:lnTo>
                  <a:pt x="0" y="0"/>
                </a:lnTo>
                <a:close/>
              </a:path>
            </a:pathLst>
          </a:custGeom>
          <a:solidFill>
            <a:srgbClr val="38751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6146" y="3323932"/>
            <a:ext cx="5207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6541" y="1878280"/>
            <a:ext cx="420370" cy="598882"/>
          </a:xfrm>
          <a:prstGeom prst="rect">
            <a:avLst/>
          </a:prstGeom>
          <a:solidFill>
            <a:srgbClr val="C8DAF7"/>
          </a:solidFill>
          <a:ln w="9524">
            <a:solidFill>
              <a:srgbClr val="000000"/>
            </a:solidFill>
          </a:ln>
        </p:spPr>
        <p:txBody>
          <a:bodyPr vert="horz" wrap="square" lIns="0" tIns="635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</a:t>
            </a:r>
          </a:p>
        </p:txBody>
      </p:sp>
      <p:sp>
        <p:nvSpPr>
          <p:cNvPr id="11" name="object 11"/>
          <p:cNvSpPr/>
          <p:nvPr/>
        </p:nvSpPr>
        <p:spPr>
          <a:xfrm>
            <a:off x="4316491" y="2908215"/>
            <a:ext cx="0" cy="234950"/>
          </a:xfrm>
          <a:custGeom>
            <a:avLst/>
            <a:gdLst/>
            <a:ahLst/>
            <a:cxnLst/>
            <a:rect l="l" t="t" r="r" b="b"/>
            <a:pathLst>
              <a:path h="234950">
                <a:moveTo>
                  <a:pt x="0" y="234384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285016" y="2821767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16491" y="391401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251799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285016" y="3827570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35416" y="3308899"/>
            <a:ext cx="522605" cy="274320"/>
          </a:xfrm>
          <a:custGeom>
            <a:avLst/>
            <a:gdLst/>
            <a:ahLst/>
            <a:cxnLst/>
            <a:rect l="l" t="t" r="r" b="b"/>
            <a:pathLst>
              <a:path w="522604" h="274319">
                <a:moveTo>
                  <a:pt x="0" y="0"/>
                </a:moveTo>
                <a:lnTo>
                  <a:pt x="28644" y="8200"/>
                </a:lnTo>
                <a:lnTo>
                  <a:pt x="69199" y="18641"/>
                </a:lnTo>
                <a:lnTo>
                  <a:pt x="118904" y="30961"/>
                </a:lnTo>
                <a:lnTo>
                  <a:pt x="174997" y="44801"/>
                </a:lnTo>
                <a:lnTo>
                  <a:pt x="234718" y="59801"/>
                </a:lnTo>
                <a:lnTo>
                  <a:pt x="295305" y="75601"/>
                </a:lnTo>
                <a:lnTo>
                  <a:pt x="353997" y="91843"/>
                </a:lnTo>
                <a:lnTo>
                  <a:pt x="408034" y="108165"/>
                </a:lnTo>
                <a:lnTo>
                  <a:pt x="454653" y="124208"/>
                </a:lnTo>
                <a:lnTo>
                  <a:pt x="491095" y="139613"/>
                </a:lnTo>
                <a:lnTo>
                  <a:pt x="522398" y="167069"/>
                </a:lnTo>
                <a:lnTo>
                  <a:pt x="508640" y="181960"/>
                </a:lnTo>
                <a:lnTo>
                  <a:pt x="472905" y="197058"/>
                </a:lnTo>
                <a:lnTo>
                  <a:pt x="420033" y="212103"/>
                </a:lnTo>
                <a:lnTo>
                  <a:pt x="354867" y="226835"/>
                </a:lnTo>
                <a:lnTo>
                  <a:pt x="282249" y="240994"/>
                </a:lnTo>
                <a:lnTo>
                  <a:pt x="235229" y="249426"/>
                </a:lnTo>
                <a:lnTo>
                  <a:pt x="188371" y="257469"/>
                </a:lnTo>
                <a:lnTo>
                  <a:pt x="142858" y="265062"/>
                </a:lnTo>
                <a:lnTo>
                  <a:pt x="99874" y="272144"/>
                </a:lnTo>
                <a:lnTo>
                  <a:pt x="89299" y="273894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39616" y="3551819"/>
            <a:ext cx="90805" cy="62230"/>
          </a:xfrm>
          <a:custGeom>
            <a:avLst/>
            <a:gdLst/>
            <a:ahLst/>
            <a:cxnLst/>
            <a:rect l="l" t="t" r="r" b="b"/>
            <a:pathLst>
              <a:path w="90804" h="62230">
                <a:moveTo>
                  <a:pt x="79574" y="0"/>
                </a:moveTo>
                <a:lnTo>
                  <a:pt x="0" y="46199"/>
                </a:lnTo>
                <a:lnTo>
                  <a:pt x="90649" y="61949"/>
                </a:lnTo>
                <a:lnTo>
                  <a:pt x="79574" y="0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12693" y="1708135"/>
            <a:ext cx="1360805" cy="1278890"/>
          </a:xfrm>
          <a:custGeom>
            <a:avLst/>
            <a:gdLst/>
            <a:ahLst/>
            <a:cxnLst/>
            <a:rect l="l" t="t" r="r" b="b"/>
            <a:pathLst>
              <a:path w="1360804" h="1278889">
                <a:moveTo>
                  <a:pt x="0" y="639298"/>
                </a:moveTo>
                <a:lnTo>
                  <a:pt x="1708" y="593642"/>
                </a:lnTo>
                <a:lnTo>
                  <a:pt x="6756" y="548853"/>
                </a:lnTo>
                <a:lnTo>
                  <a:pt x="15029" y="505038"/>
                </a:lnTo>
                <a:lnTo>
                  <a:pt x="26412" y="462305"/>
                </a:lnTo>
                <a:lnTo>
                  <a:pt x="40790" y="420764"/>
                </a:lnTo>
                <a:lnTo>
                  <a:pt x="58046" y="380522"/>
                </a:lnTo>
                <a:lnTo>
                  <a:pt x="78067" y="341687"/>
                </a:lnTo>
                <a:lnTo>
                  <a:pt x="100738" y="304367"/>
                </a:lnTo>
                <a:lnTo>
                  <a:pt x="125942" y="268672"/>
                </a:lnTo>
                <a:lnTo>
                  <a:pt x="153565" y="234708"/>
                </a:lnTo>
                <a:lnTo>
                  <a:pt x="183492" y="202584"/>
                </a:lnTo>
                <a:lnTo>
                  <a:pt x="215608" y="172408"/>
                </a:lnTo>
                <a:lnTo>
                  <a:pt x="249797" y="144289"/>
                </a:lnTo>
                <a:lnTo>
                  <a:pt x="285944" y="118335"/>
                </a:lnTo>
                <a:lnTo>
                  <a:pt x="323934" y="94653"/>
                </a:lnTo>
                <a:lnTo>
                  <a:pt x="363653" y="73352"/>
                </a:lnTo>
                <a:lnTo>
                  <a:pt x="404985" y="54540"/>
                </a:lnTo>
                <a:lnTo>
                  <a:pt x="447814" y="38326"/>
                </a:lnTo>
                <a:lnTo>
                  <a:pt x="492026" y="24817"/>
                </a:lnTo>
                <a:lnTo>
                  <a:pt x="537506" y="14121"/>
                </a:lnTo>
                <a:lnTo>
                  <a:pt x="584138" y="6348"/>
                </a:lnTo>
                <a:lnTo>
                  <a:pt x="631807" y="1605"/>
                </a:lnTo>
                <a:lnTo>
                  <a:pt x="680398" y="0"/>
                </a:lnTo>
                <a:lnTo>
                  <a:pt x="729400" y="1658"/>
                </a:lnTo>
                <a:lnTo>
                  <a:pt x="777865" y="6590"/>
                </a:lnTo>
                <a:lnTo>
                  <a:pt x="825620" y="14729"/>
                </a:lnTo>
                <a:lnTo>
                  <a:pt x="872495" y="26006"/>
                </a:lnTo>
                <a:lnTo>
                  <a:pt x="918316" y="40357"/>
                </a:lnTo>
                <a:lnTo>
                  <a:pt x="962914" y="57713"/>
                </a:lnTo>
                <a:lnTo>
                  <a:pt x="1006115" y="78009"/>
                </a:lnTo>
                <a:lnTo>
                  <a:pt x="1047748" y="101177"/>
                </a:lnTo>
                <a:lnTo>
                  <a:pt x="1087641" y="127150"/>
                </a:lnTo>
                <a:lnTo>
                  <a:pt x="1125623" y="155862"/>
                </a:lnTo>
                <a:lnTo>
                  <a:pt x="1161522" y="187247"/>
                </a:lnTo>
                <a:lnTo>
                  <a:pt x="1198109" y="224459"/>
                </a:lnTo>
                <a:lnTo>
                  <a:pt x="1231245" y="264021"/>
                </a:lnTo>
                <a:lnTo>
                  <a:pt x="1260837" y="305716"/>
                </a:lnTo>
                <a:lnTo>
                  <a:pt x="1286790" y="349330"/>
                </a:lnTo>
                <a:lnTo>
                  <a:pt x="1309009" y="394649"/>
                </a:lnTo>
                <a:lnTo>
                  <a:pt x="1327401" y="441458"/>
                </a:lnTo>
                <a:lnTo>
                  <a:pt x="1341870" y="489542"/>
                </a:lnTo>
                <a:lnTo>
                  <a:pt x="1352322" y="538686"/>
                </a:lnTo>
                <a:lnTo>
                  <a:pt x="1358662" y="588677"/>
                </a:lnTo>
                <a:lnTo>
                  <a:pt x="1360797" y="639298"/>
                </a:lnTo>
                <a:lnTo>
                  <a:pt x="1359088" y="684954"/>
                </a:lnTo>
                <a:lnTo>
                  <a:pt x="1354040" y="729744"/>
                </a:lnTo>
                <a:lnTo>
                  <a:pt x="1345767" y="773559"/>
                </a:lnTo>
                <a:lnTo>
                  <a:pt x="1334384" y="816291"/>
                </a:lnTo>
                <a:lnTo>
                  <a:pt x="1320007" y="857832"/>
                </a:lnTo>
                <a:lnTo>
                  <a:pt x="1302750" y="898075"/>
                </a:lnTo>
                <a:lnTo>
                  <a:pt x="1282729" y="936910"/>
                </a:lnTo>
                <a:lnTo>
                  <a:pt x="1260059" y="974229"/>
                </a:lnTo>
                <a:lnTo>
                  <a:pt x="1234854" y="1009925"/>
                </a:lnTo>
                <a:lnTo>
                  <a:pt x="1207231" y="1043889"/>
                </a:lnTo>
                <a:lnTo>
                  <a:pt x="1177304" y="1076012"/>
                </a:lnTo>
                <a:lnTo>
                  <a:pt x="1145189" y="1106188"/>
                </a:lnTo>
                <a:lnTo>
                  <a:pt x="1111000" y="1134307"/>
                </a:lnTo>
                <a:lnTo>
                  <a:pt x="1074852" y="1160262"/>
                </a:lnTo>
                <a:lnTo>
                  <a:pt x="1036862" y="1183944"/>
                </a:lnTo>
                <a:lnTo>
                  <a:pt x="997143" y="1205244"/>
                </a:lnTo>
                <a:lnTo>
                  <a:pt x="955812" y="1224056"/>
                </a:lnTo>
                <a:lnTo>
                  <a:pt x="912982" y="1240271"/>
                </a:lnTo>
                <a:lnTo>
                  <a:pt x="868770" y="1253780"/>
                </a:lnTo>
                <a:lnTo>
                  <a:pt x="823291" y="1264475"/>
                </a:lnTo>
                <a:lnTo>
                  <a:pt x="776659" y="1272248"/>
                </a:lnTo>
                <a:lnTo>
                  <a:pt x="728989" y="1276992"/>
                </a:lnTo>
                <a:lnTo>
                  <a:pt x="680398" y="1278597"/>
                </a:lnTo>
                <a:lnTo>
                  <a:pt x="631807" y="1276992"/>
                </a:lnTo>
                <a:lnTo>
                  <a:pt x="584138" y="1272248"/>
                </a:lnTo>
                <a:lnTo>
                  <a:pt x="537506" y="1264475"/>
                </a:lnTo>
                <a:lnTo>
                  <a:pt x="492026" y="1253780"/>
                </a:lnTo>
                <a:lnTo>
                  <a:pt x="447814" y="1240271"/>
                </a:lnTo>
                <a:lnTo>
                  <a:pt x="404985" y="1224056"/>
                </a:lnTo>
                <a:lnTo>
                  <a:pt x="363653" y="1205244"/>
                </a:lnTo>
                <a:lnTo>
                  <a:pt x="323934" y="1183944"/>
                </a:lnTo>
                <a:lnTo>
                  <a:pt x="285944" y="1160262"/>
                </a:lnTo>
                <a:lnTo>
                  <a:pt x="249797" y="1134307"/>
                </a:lnTo>
                <a:lnTo>
                  <a:pt x="215608" y="1106188"/>
                </a:lnTo>
                <a:lnTo>
                  <a:pt x="183492" y="1076012"/>
                </a:lnTo>
                <a:lnTo>
                  <a:pt x="153565" y="1043889"/>
                </a:lnTo>
                <a:lnTo>
                  <a:pt x="125942" y="1009925"/>
                </a:lnTo>
                <a:lnTo>
                  <a:pt x="100738" y="974229"/>
                </a:lnTo>
                <a:lnTo>
                  <a:pt x="78067" y="936910"/>
                </a:lnTo>
                <a:lnTo>
                  <a:pt x="58046" y="898075"/>
                </a:lnTo>
                <a:lnTo>
                  <a:pt x="40790" y="857832"/>
                </a:lnTo>
                <a:lnTo>
                  <a:pt x="26412" y="816291"/>
                </a:lnTo>
                <a:lnTo>
                  <a:pt x="15029" y="773559"/>
                </a:lnTo>
                <a:lnTo>
                  <a:pt x="6756" y="729744"/>
                </a:lnTo>
                <a:lnTo>
                  <a:pt x="1708" y="684954"/>
                </a:lnTo>
                <a:lnTo>
                  <a:pt x="0" y="639298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13712" y="1897282"/>
            <a:ext cx="2705985" cy="1115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usually want to 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output a prediction 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  some time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steps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-1" y="6581001"/>
            <a:ext cx="2333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8031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16777" y="896386"/>
            <a:ext cx="5307965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/>
              <a:t>Recurrent Neural</a:t>
            </a:r>
            <a:r>
              <a:rPr spc="-10" dirty="0"/>
              <a:t> </a:t>
            </a:r>
            <a:r>
              <a:rPr spc="-5" dirty="0"/>
              <a:t>Network</a:t>
            </a:r>
          </a:p>
        </p:txBody>
      </p:sp>
      <p:sp>
        <p:nvSpPr>
          <p:cNvPr id="5" name="object 5"/>
          <p:cNvSpPr/>
          <p:nvPr/>
        </p:nvSpPr>
        <p:spPr>
          <a:xfrm>
            <a:off x="7703134" y="4114919"/>
            <a:ext cx="420370" cy="916305"/>
          </a:xfrm>
          <a:custGeom>
            <a:avLst/>
            <a:gdLst/>
            <a:ahLst/>
            <a:cxnLst/>
            <a:rect l="l" t="t" r="r" b="b"/>
            <a:pathLst>
              <a:path w="420370" h="916304">
                <a:moveTo>
                  <a:pt x="0" y="0"/>
                </a:moveTo>
                <a:lnTo>
                  <a:pt x="419874" y="0"/>
                </a:lnTo>
                <a:lnTo>
                  <a:pt x="419874" y="915698"/>
                </a:lnTo>
                <a:lnTo>
                  <a:pt x="0" y="915698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03134" y="4114919"/>
            <a:ext cx="420370" cy="916305"/>
          </a:xfrm>
          <a:custGeom>
            <a:avLst/>
            <a:gdLst/>
            <a:ahLst/>
            <a:cxnLst/>
            <a:rect l="l" t="t" r="r" b="b"/>
            <a:pathLst>
              <a:path w="420370" h="916304">
                <a:moveTo>
                  <a:pt x="0" y="0"/>
                </a:moveTo>
                <a:lnTo>
                  <a:pt x="419874" y="0"/>
                </a:lnTo>
                <a:lnTo>
                  <a:pt x="419874" y="915698"/>
                </a:lnTo>
                <a:lnTo>
                  <a:pt x="0" y="91569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43225" y="4425505"/>
            <a:ext cx="1397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</a:p>
        </p:txBody>
      </p:sp>
      <p:sp>
        <p:nvSpPr>
          <p:cNvPr id="8" name="object 8"/>
          <p:cNvSpPr/>
          <p:nvPr/>
        </p:nvSpPr>
        <p:spPr>
          <a:xfrm>
            <a:off x="7396384" y="3091701"/>
            <a:ext cx="1033780" cy="657225"/>
          </a:xfrm>
          <a:custGeom>
            <a:avLst/>
            <a:gdLst/>
            <a:ahLst/>
            <a:cxnLst/>
            <a:rect l="l" t="t" r="r" b="b"/>
            <a:pathLst>
              <a:path w="1033779" h="657225">
                <a:moveTo>
                  <a:pt x="0" y="0"/>
                </a:moveTo>
                <a:lnTo>
                  <a:pt x="1033372" y="0"/>
                </a:lnTo>
                <a:lnTo>
                  <a:pt x="1033372" y="657193"/>
                </a:lnTo>
                <a:lnTo>
                  <a:pt x="0" y="657193"/>
                </a:lnTo>
                <a:lnTo>
                  <a:pt x="0" y="0"/>
                </a:lnTo>
                <a:close/>
              </a:path>
            </a:pathLst>
          </a:custGeom>
          <a:solidFill>
            <a:srgbClr val="38751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2741" y="3273031"/>
            <a:ext cx="5207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03134" y="1827380"/>
            <a:ext cx="420370" cy="598882"/>
          </a:xfrm>
          <a:prstGeom prst="rect">
            <a:avLst/>
          </a:prstGeom>
          <a:solidFill>
            <a:srgbClr val="C8DAF7"/>
          </a:solidFill>
          <a:ln w="9524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</a:t>
            </a:r>
          </a:p>
        </p:txBody>
      </p:sp>
      <p:sp>
        <p:nvSpPr>
          <p:cNvPr id="11" name="object 11"/>
          <p:cNvSpPr/>
          <p:nvPr/>
        </p:nvSpPr>
        <p:spPr>
          <a:xfrm>
            <a:off x="7913084" y="2857315"/>
            <a:ext cx="0" cy="234950"/>
          </a:xfrm>
          <a:custGeom>
            <a:avLst/>
            <a:gdLst/>
            <a:ahLst/>
            <a:cxnLst/>
            <a:rect l="l" t="t" r="r" b="b"/>
            <a:pathLst>
              <a:path h="234950">
                <a:moveTo>
                  <a:pt x="0" y="234384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81608" y="2770867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13084" y="386311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251799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81608" y="3776670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432008" y="3258000"/>
            <a:ext cx="522605" cy="274320"/>
          </a:xfrm>
          <a:custGeom>
            <a:avLst/>
            <a:gdLst/>
            <a:ahLst/>
            <a:cxnLst/>
            <a:rect l="l" t="t" r="r" b="b"/>
            <a:pathLst>
              <a:path w="522604" h="274319">
                <a:moveTo>
                  <a:pt x="0" y="0"/>
                </a:moveTo>
                <a:lnTo>
                  <a:pt x="28644" y="8200"/>
                </a:lnTo>
                <a:lnTo>
                  <a:pt x="69199" y="18641"/>
                </a:lnTo>
                <a:lnTo>
                  <a:pt x="118904" y="30961"/>
                </a:lnTo>
                <a:lnTo>
                  <a:pt x="174997" y="44801"/>
                </a:lnTo>
                <a:lnTo>
                  <a:pt x="234718" y="59801"/>
                </a:lnTo>
                <a:lnTo>
                  <a:pt x="295305" y="75601"/>
                </a:lnTo>
                <a:lnTo>
                  <a:pt x="353997" y="91843"/>
                </a:lnTo>
                <a:lnTo>
                  <a:pt x="408034" y="108165"/>
                </a:lnTo>
                <a:lnTo>
                  <a:pt x="454653" y="124208"/>
                </a:lnTo>
                <a:lnTo>
                  <a:pt x="491095" y="139613"/>
                </a:lnTo>
                <a:lnTo>
                  <a:pt x="522398" y="167069"/>
                </a:lnTo>
                <a:lnTo>
                  <a:pt x="508640" y="181960"/>
                </a:lnTo>
                <a:lnTo>
                  <a:pt x="472905" y="197058"/>
                </a:lnTo>
                <a:lnTo>
                  <a:pt x="420033" y="212103"/>
                </a:lnTo>
                <a:lnTo>
                  <a:pt x="354867" y="226835"/>
                </a:lnTo>
                <a:lnTo>
                  <a:pt x="282249" y="240994"/>
                </a:lnTo>
                <a:lnTo>
                  <a:pt x="235229" y="249426"/>
                </a:lnTo>
                <a:lnTo>
                  <a:pt x="188371" y="257469"/>
                </a:lnTo>
                <a:lnTo>
                  <a:pt x="142858" y="265062"/>
                </a:lnTo>
                <a:lnTo>
                  <a:pt x="99874" y="272144"/>
                </a:lnTo>
                <a:lnTo>
                  <a:pt x="89299" y="273894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436209" y="3500919"/>
            <a:ext cx="90805" cy="62230"/>
          </a:xfrm>
          <a:custGeom>
            <a:avLst/>
            <a:gdLst/>
            <a:ahLst/>
            <a:cxnLst/>
            <a:rect l="l" t="t" r="r" b="b"/>
            <a:pathLst>
              <a:path w="90804" h="62230">
                <a:moveTo>
                  <a:pt x="79574" y="0"/>
                </a:moveTo>
                <a:lnTo>
                  <a:pt x="0" y="46199"/>
                </a:lnTo>
                <a:lnTo>
                  <a:pt x="90649" y="61949"/>
                </a:lnTo>
                <a:lnTo>
                  <a:pt x="79574" y="0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4750" y="1865484"/>
            <a:ext cx="4977765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 can process a sequence of vectors </a:t>
            </a:r>
            <a:r>
              <a:rPr kumimoji="0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 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by  applying a recurrence formula at every time</a:t>
            </a:r>
            <a:r>
              <a:rPr kumimoji="0" sz="180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step: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61243" y="2927146"/>
            <a:ext cx="3955642" cy="6553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94396" y="2927145"/>
            <a:ext cx="621030" cy="614680"/>
          </a:xfrm>
          <a:custGeom>
            <a:avLst/>
            <a:gdLst/>
            <a:ahLst/>
            <a:cxnLst/>
            <a:rect l="l" t="t" r="r" b="b"/>
            <a:pathLst>
              <a:path w="621030" h="614680">
                <a:moveTo>
                  <a:pt x="0" y="0"/>
                </a:moveTo>
                <a:lnTo>
                  <a:pt x="620698" y="0"/>
                </a:lnTo>
                <a:lnTo>
                  <a:pt x="620698" y="614098"/>
                </a:lnTo>
                <a:lnTo>
                  <a:pt x="0" y="6140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94525" y="3614778"/>
            <a:ext cx="1329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new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state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958016" y="2947795"/>
            <a:ext cx="939800" cy="614680"/>
          </a:xfrm>
          <a:custGeom>
            <a:avLst/>
            <a:gdLst/>
            <a:ahLst/>
            <a:cxnLst/>
            <a:rect l="l" t="t" r="r" b="b"/>
            <a:pathLst>
              <a:path w="939800" h="614680">
                <a:moveTo>
                  <a:pt x="0" y="0"/>
                </a:moveTo>
                <a:lnTo>
                  <a:pt x="939298" y="0"/>
                </a:lnTo>
                <a:lnTo>
                  <a:pt x="939298" y="614098"/>
                </a:lnTo>
                <a:lnTo>
                  <a:pt x="0" y="6140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070440" y="2947795"/>
            <a:ext cx="549275" cy="614680"/>
          </a:xfrm>
          <a:custGeom>
            <a:avLst/>
            <a:gdLst/>
            <a:ahLst/>
            <a:cxnLst/>
            <a:rect l="l" t="t" r="r" b="b"/>
            <a:pathLst>
              <a:path w="549275" h="614680">
                <a:moveTo>
                  <a:pt x="0" y="0"/>
                </a:moveTo>
                <a:lnTo>
                  <a:pt x="548698" y="0"/>
                </a:lnTo>
                <a:lnTo>
                  <a:pt x="548698" y="614098"/>
                </a:lnTo>
                <a:lnTo>
                  <a:pt x="0" y="6140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61889" y="3626351"/>
            <a:ext cx="3234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07465" algn="l"/>
              </a:tabLst>
              <a:defRPr/>
            </a:pPr>
            <a:r>
              <a:rPr kumimoji="0" sz="3600" b="0" i="0" u="none" strike="noStrike" kern="0" cap="none" spc="-7" normalizeH="0" baseline="2314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old</a:t>
            </a:r>
            <a:r>
              <a:rPr kumimoji="0" sz="3600" b="0" i="0" u="none" strike="noStrike" kern="0" cap="none" spc="7" normalizeH="0" baseline="2314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600" b="0" i="0" u="none" strike="noStrike" kern="0" cap="none" spc="-7" normalizeH="0" baseline="2314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state	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input vector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57191" y="3988301"/>
            <a:ext cx="209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some time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step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18718" y="2927145"/>
            <a:ext cx="720090" cy="614680"/>
          </a:xfrm>
          <a:custGeom>
            <a:avLst/>
            <a:gdLst/>
            <a:ahLst/>
            <a:cxnLst/>
            <a:rect l="l" t="t" r="r" b="b"/>
            <a:pathLst>
              <a:path w="720089" h="614680">
                <a:moveTo>
                  <a:pt x="0" y="0"/>
                </a:moveTo>
                <a:lnTo>
                  <a:pt x="719698" y="0"/>
                </a:lnTo>
                <a:lnTo>
                  <a:pt x="719698" y="614098"/>
                </a:lnTo>
                <a:lnTo>
                  <a:pt x="0" y="6140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99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07123" y="4283051"/>
            <a:ext cx="2564765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some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function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 parameters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131368" y="3617444"/>
            <a:ext cx="171450" cy="680720"/>
          </a:xfrm>
          <a:custGeom>
            <a:avLst/>
            <a:gdLst/>
            <a:ahLst/>
            <a:cxnLst/>
            <a:rect l="l" t="t" r="r" b="b"/>
            <a:pathLst>
              <a:path w="171450" h="680720">
                <a:moveTo>
                  <a:pt x="0" y="680398"/>
                </a:moveTo>
                <a:lnTo>
                  <a:pt x="170999" y="0"/>
                </a:lnTo>
              </a:path>
            </a:pathLst>
          </a:custGeom>
          <a:ln w="9524">
            <a:solidFill>
              <a:srgbClr val="99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5092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16777" y="896386"/>
            <a:ext cx="5307965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/>
              <a:t>Recurrent Neural</a:t>
            </a:r>
            <a:r>
              <a:rPr spc="-10" dirty="0"/>
              <a:t> </a:t>
            </a:r>
            <a:r>
              <a:rPr spc="-5" dirty="0"/>
              <a:t>Network</a:t>
            </a:r>
          </a:p>
        </p:txBody>
      </p:sp>
      <p:sp>
        <p:nvSpPr>
          <p:cNvPr id="5" name="object 5"/>
          <p:cNvSpPr/>
          <p:nvPr/>
        </p:nvSpPr>
        <p:spPr>
          <a:xfrm>
            <a:off x="7703134" y="4114919"/>
            <a:ext cx="420370" cy="916305"/>
          </a:xfrm>
          <a:custGeom>
            <a:avLst/>
            <a:gdLst/>
            <a:ahLst/>
            <a:cxnLst/>
            <a:rect l="l" t="t" r="r" b="b"/>
            <a:pathLst>
              <a:path w="420370" h="916304">
                <a:moveTo>
                  <a:pt x="0" y="0"/>
                </a:moveTo>
                <a:lnTo>
                  <a:pt x="419874" y="0"/>
                </a:lnTo>
                <a:lnTo>
                  <a:pt x="419874" y="915698"/>
                </a:lnTo>
                <a:lnTo>
                  <a:pt x="0" y="915698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03134" y="4114919"/>
            <a:ext cx="420370" cy="916305"/>
          </a:xfrm>
          <a:custGeom>
            <a:avLst/>
            <a:gdLst/>
            <a:ahLst/>
            <a:cxnLst/>
            <a:rect l="l" t="t" r="r" b="b"/>
            <a:pathLst>
              <a:path w="420370" h="916304">
                <a:moveTo>
                  <a:pt x="0" y="0"/>
                </a:moveTo>
                <a:lnTo>
                  <a:pt x="419874" y="0"/>
                </a:lnTo>
                <a:lnTo>
                  <a:pt x="419874" y="915698"/>
                </a:lnTo>
                <a:lnTo>
                  <a:pt x="0" y="91569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43225" y="4425505"/>
            <a:ext cx="1397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</a:p>
        </p:txBody>
      </p:sp>
      <p:sp>
        <p:nvSpPr>
          <p:cNvPr id="8" name="object 8"/>
          <p:cNvSpPr/>
          <p:nvPr/>
        </p:nvSpPr>
        <p:spPr>
          <a:xfrm>
            <a:off x="7396384" y="3091701"/>
            <a:ext cx="1033780" cy="657225"/>
          </a:xfrm>
          <a:custGeom>
            <a:avLst/>
            <a:gdLst/>
            <a:ahLst/>
            <a:cxnLst/>
            <a:rect l="l" t="t" r="r" b="b"/>
            <a:pathLst>
              <a:path w="1033779" h="657225">
                <a:moveTo>
                  <a:pt x="0" y="0"/>
                </a:moveTo>
                <a:lnTo>
                  <a:pt x="1033372" y="0"/>
                </a:lnTo>
                <a:lnTo>
                  <a:pt x="1033372" y="657193"/>
                </a:lnTo>
                <a:lnTo>
                  <a:pt x="0" y="657193"/>
                </a:lnTo>
                <a:lnTo>
                  <a:pt x="0" y="0"/>
                </a:lnTo>
                <a:close/>
              </a:path>
            </a:pathLst>
          </a:custGeom>
          <a:solidFill>
            <a:srgbClr val="38751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2741" y="3273031"/>
            <a:ext cx="5207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03134" y="1827380"/>
            <a:ext cx="420370" cy="598882"/>
          </a:xfrm>
          <a:prstGeom prst="rect">
            <a:avLst/>
          </a:prstGeom>
          <a:solidFill>
            <a:srgbClr val="C8DAF7"/>
          </a:solidFill>
          <a:ln w="9524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</a:t>
            </a:r>
          </a:p>
        </p:txBody>
      </p:sp>
      <p:sp>
        <p:nvSpPr>
          <p:cNvPr id="11" name="object 11"/>
          <p:cNvSpPr/>
          <p:nvPr/>
        </p:nvSpPr>
        <p:spPr>
          <a:xfrm>
            <a:off x="7913084" y="2857315"/>
            <a:ext cx="0" cy="234950"/>
          </a:xfrm>
          <a:custGeom>
            <a:avLst/>
            <a:gdLst/>
            <a:ahLst/>
            <a:cxnLst/>
            <a:rect l="l" t="t" r="r" b="b"/>
            <a:pathLst>
              <a:path h="234950">
                <a:moveTo>
                  <a:pt x="0" y="234384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81608" y="2770867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13084" y="386311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251799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81608" y="3776670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432008" y="3258000"/>
            <a:ext cx="522605" cy="274320"/>
          </a:xfrm>
          <a:custGeom>
            <a:avLst/>
            <a:gdLst/>
            <a:ahLst/>
            <a:cxnLst/>
            <a:rect l="l" t="t" r="r" b="b"/>
            <a:pathLst>
              <a:path w="522604" h="274319">
                <a:moveTo>
                  <a:pt x="0" y="0"/>
                </a:moveTo>
                <a:lnTo>
                  <a:pt x="28644" y="8200"/>
                </a:lnTo>
                <a:lnTo>
                  <a:pt x="69199" y="18641"/>
                </a:lnTo>
                <a:lnTo>
                  <a:pt x="118904" y="30961"/>
                </a:lnTo>
                <a:lnTo>
                  <a:pt x="174997" y="44801"/>
                </a:lnTo>
                <a:lnTo>
                  <a:pt x="234718" y="59801"/>
                </a:lnTo>
                <a:lnTo>
                  <a:pt x="295305" y="75601"/>
                </a:lnTo>
                <a:lnTo>
                  <a:pt x="353997" y="91843"/>
                </a:lnTo>
                <a:lnTo>
                  <a:pt x="408034" y="108165"/>
                </a:lnTo>
                <a:lnTo>
                  <a:pt x="454653" y="124208"/>
                </a:lnTo>
                <a:lnTo>
                  <a:pt x="491095" y="139613"/>
                </a:lnTo>
                <a:lnTo>
                  <a:pt x="522398" y="167069"/>
                </a:lnTo>
                <a:lnTo>
                  <a:pt x="508640" y="181960"/>
                </a:lnTo>
                <a:lnTo>
                  <a:pt x="472905" y="197058"/>
                </a:lnTo>
                <a:lnTo>
                  <a:pt x="420033" y="212103"/>
                </a:lnTo>
                <a:lnTo>
                  <a:pt x="354867" y="226835"/>
                </a:lnTo>
                <a:lnTo>
                  <a:pt x="282249" y="240994"/>
                </a:lnTo>
                <a:lnTo>
                  <a:pt x="235229" y="249426"/>
                </a:lnTo>
                <a:lnTo>
                  <a:pt x="188371" y="257469"/>
                </a:lnTo>
                <a:lnTo>
                  <a:pt x="142858" y="265062"/>
                </a:lnTo>
                <a:lnTo>
                  <a:pt x="99874" y="272144"/>
                </a:lnTo>
                <a:lnTo>
                  <a:pt x="89299" y="273894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436209" y="3500919"/>
            <a:ext cx="90805" cy="62230"/>
          </a:xfrm>
          <a:custGeom>
            <a:avLst/>
            <a:gdLst/>
            <a:ahLst/>
            <a:cxnLst/>
            <a:rect l="l" t="t" r="r" b="b"/>
            <a:pathLst>
              <a:path w="90804" h="62230">
                <a:moveTo>
                  <a:pt x="79574" y="0"/>
                </a:moveTo>
                <a:lnTo>
                  <a:pt x="0" y="46199"/>
                </a:lnTo>
                <a:lnTo>
                  <a:pt x="90649" y="61949"/>
                </a:lnTo>
                <a:lnTo>
                  <a:pt x="79574" y="0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4750" y="1865484"/>
            <a:ext cx="4977765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 can process a sequence of vectors </a:t>
            </a:r>
            <a:r>
              <a:rPr kumimoji="0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 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by  applying a recurrence formula at every time</a:t>
            </a:r>
            <a:r>
              <a:rPr kumimoji="0" sz="180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step: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61243" y="2927146"/>
            <a:ext cx="3955642" cy="6553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2099" y="4288091"/>
            <a:ext cx="5883275" cy="743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Notice: the same function and the same set  of parameters are used at every time</a:t>
            </a:r>
            <a:r>
              <a:rPr kumimoji="0" sz="2400" b="0" i="0" u="none" strike="noStrike" kern="0" cap="none" spc="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step.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010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800124" y="4197218"/>
            <a:ext cx="398145" cy="868680"/>
          </a:xfrm>
          <a:custGeom>
            <a:avLst/>
            <a:gdLst/>
            <a:ahLst/>
            <a:cxnLst/>
            <a:rect l="l" t="t" r="r" b="b"/>
            <a:pathLst>
              <a:path w="398144" h="868679">
                <a:moveTo>
                  <a:pt x="0" y="0"/>
                </a:moveTo>
                <a:lnTo>
                  <a:pt x="398099" y="0"/>
                </a:lnTo>
                <a:lnTo>
                  <a:pt x="398099" y="868198"/>
                </a:lnTo>
                <a:lnTo>
                  <a:pt x="0" y="868198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0124" y="4197218"/>
            <a:ext cx="398145" cy="868680"/>
          </a:xfrm>
          <a:custGeom>
            <a:avLst/>
            <a:gdLst/>
            <a:ahLst/>
            <a:cxnLst/>
            <a:rect l="l" t="t" r="r" b="b"/>
            <a:pathLst>
              <a:path w="398144" h="868679">
                <a:moveTo>
                  <a:pt x="0" y="0"/>
                </a:moveTo>
                <a:lnTo>
                  <a:pt x="398099" y="0"/>
                </a:lnTo>
                <a:lnTo>
                  <a:pt x="398099" y="868198"/>
                </a:lnTo>
                <a:lnTo>
                  <a:pt x="0" y="86819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9322" y="4484066"/>
            <a:ext cx="1397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</a:p>
        </p:txBody>
      </p:sp>
      <p:sp>
        <p:nvSpPr>
          <p:cNvPr id="7" name="object 7"/>
          <p:cNvSpPr/>
          <p:nvPr/>
        </p:nvSpPr>
        <p:spPr>
          <a:xfrm>
            <a:off x="509274" y="3227070"/>
            <a:ext cx="979805" cy="623570"/>
          </a:xfrm>
          <a:custGeom>
            <a:avLst/>
            <a:gdLst/>
            <a:ahLst/>
            <a:cxnLst/>
            <a:rect l="l" t="t" r="r" b="b"/>
            <a:pathLst>
              <a:path w="979805" h="623569">
                <a:moveTo>
                  <a:pt x="0" y="0"/>
                </a:moveTo>
                <a:lnTo>
                  <a:pt x="979798" y="0"/>
                </a:lnTo>
                <a:lnTo>
                  <a:pt x="979798" y="623098"/>
                </a:lnTo>
                <a:lnTo>
                  <a:pt x="0" y="623098"/>
                </a:lnTo>
                <a:lnTo>
                  <a:pt x="0" y="0"/>
                </a:lnTo>
                <a:close/>
              </a:path>
            </a:pathLst>
          </a:custGeom>
          <a:solidFill>
            <a:srgbClr val="38751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8841" y="3391368"/>
            <a:ext cx="5207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0124" y="2028323"/>
            <a:ext cx="398145" cy="573875"/>
          </a:xfrm>
          <a:prstGeom prst="rect">
            <a:avLst/>
          </a:prstGeom>
          <a:solidFill>
            <a:srgbClr val="C8DAF7"/>
          </a:solidFill>
          <a:ln w="9524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</a:t>
            </a:r>
          </a:p>
        </p:txBody>
      </p:sp>
      <p:sp>
        <p:nvSpPr>
          <p:cNvPr id="10" name="object 10"/>
          <p:cNvSpPr/>
          <p:nvPr/>
        </p:nvSpPr>
        <p:spPr>
          <a:xfrm>
            <a:off x="999173" y="3010771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216299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67708" y="2924321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9" y="86449"/>
                </a:moveTo>
                <a:lnTo>
                  <a:pt x="31464" y="0"/>
                </a:lnTo>
                <a:lnTo>
                  <a:pt x="0" y="86449"/>
                </a:lnTo>
                <a:lnTo>
                  <a:pt x="62929" y="8644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99173" y="3964419"/>
            <a:ext cx="0" cy="233045"/>
          </a:xfrm>
          <a:custGeom>
            <a:avLst/>
            <a:gdLst/>
            <a:ahLst/>
            <a:cxnLst/>
            <a:rect l="l" t="t" r="r" b="b"/>
            <a:pathLst>
              <a:path h="233045">
                <a:moveTo>
                  <a:pt x="0" y="232799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7708" y="3877969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9" y="86449"/>
                </a:moveTo>
                <a:lnTo>
                  <a:pt x="31464" y="0"/>
                </a:lnTo>
                <a:lnTo>
                  <a:pt x="0" y="86449"/>
                </a:lnTo>
                <a:lnTo>
                  <a:pt x="62929" y="8644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91202" y="3384745"/>
            <a:ext cx="495300" cy="259079"/>
          </a:xfrm>
          <a:custGeom>
            <a:avLst/>
            <a:gdLst/>
            <a:ahLst/>
            <a:cxnLst/>
            <a:rect l="l" t="t" r="r" b="b"/>
            <a:pathLst>
              <a:path w="495300" h="259080">
                <a:moveTo>
                  <a:pt x="0" y="0"/>
                </a:moveTo>
                <a:lnTo>
                  <a:pt x="30225" y="8592"/>
                </a:lnTo>
                <a:lnTo>
                  <a:pt x="73607" y="19675"/>
                </a:lnTo>
                <a:lnTo>
                  <a:pt x="126748" y="32805"/>
                </a:lnTo>
                <a:lnTo>
                  <a:pt x="186247" y="47540"/>
                </a:lnTo>
                <a:lnTo>
                  <a:pt x="248707" y="63436"/>
                </a:lnTo>
                <a:lnTo>
                  <a:pt x="310729" y="80050"/>
                </a:lnTo>
                <a:lnTo>
                  <a:pt x="368913" y="96940"/>
                </a:lnTo>
                <a:lnTo>
                  <a:pt x="419862" y="113663"/>
                </a:lnTo>
                <a:lnTo>
                  <a:pt x="460176" y="129776"/>
                </a:lnTo>
                <a:lnTo>
                  <a:pt x="495306" y="158399"/>
                </a:lnTo>
                <a:lnTo>
                  <a:pt x="482258" y="172515"/>
                </a:lnTo>
                <a:lnTo>
                  <a:pt x="398245" y="201090"/>
                </a:lnTo>
                <a:lnTo>
                  <a:pt x="336459" y="215054"/>
                </a:lnTo>
                <a:lnTo>
                  <a:pt x="267606" y="228474"/>
                </a:lnTo>
                <a:lnTo>
                  <a:pt x="223024" y="236480"/>
                </a:lnTo>
                <a:lnTo>
                  <a:pt x="178596" y="244112"/>
                </a:lnTo>
                <a:lnTo>
                  <a:pt x="135442" y="251311"/>
                </a:lnTo>
                <a:lnTo>
                  <a:pt x="94682" y="258024"/>
                </a:lnTo>
                <a:lnTo>
                  <a:pt x="90522" y="258724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96612" y="3612494"/>
            <a:ext cx="90805" cy="62230"/>
          </a:xfrm>
          <a:custGeom>
            <a:avLst/>
            <a:gdLst/>
            <a:ahLst/>
            <a:cxnLst/>
            <a:rect l="l" t="t" r="r" b="b"/>
            <a:pathLst>
              <a:path w="90805" h="62230">
                <a:moveTo>
                  <a:pt x="79592" y="0"/>
                </a:moveTo>
                <a:lnTo>
                  <a:pt x="0" y="46124"/>
                </a:lnTo>
                <a:lnTo>
                  <a:pt x="90629" y="61949"/>
                </a:lnTo>
                <a:lnTo>
                  <a:pt x="79592" y="0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86970" y="3532870"/>
            <a:ext cx="4606465" cy="435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86970" y="4317994"/>
            <a:ext cx="1863771" cy="435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014770" y="896385"/>
            <a:ext cx="7110730" cy="83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/>
              <a:t>(Vanilla) Recurrent Neural</a:t>
            </a:r>
            <a:r>
              <a:rPr spc="25" dirty="0"/>
              <a:t> </a:t>
            </a:r>
            <a:r>
              <a:rPr spc="-5" dirty="0"/>
              <a:t>Network</a:t>
            </a:r>
          </a:p>
          <a:p>
            <a:pPr marL="60960">
              <a:spcBef>
                <a:spcPts val="15"/>
              </a:spcBef>
            </a:pPr>
            <a:r>
              <a:rPr sz="1800" spc="-5" dirty="0"/>
              <a:t>The state consists of a single </a:t>
            </a:r>
            <a:r>
              <a:rPr sz="1800" i="1" spc="-5" dirty="0"/>
              <a:t>“hidden” </a:t>
            </a:r>
            <a:r>
              <a:rPr sz="1800" spc="-5" dirty="0"/>
              <a:t>vector</a:t>
            </a:r>
            <a:r>
              <a:rPr sz="1800" spc="110" dirty="0"/>
              <a:t> </a:t>
            </a:r>
            <a:r>
              <a:rPr sz="1800" b="1" spc="-5" dirty="0"/>
              <a:t>h</a:t>
            </a:r>
            <a:r>
              <a:rPr sz="1800" spc="-5" dirty="0"/>
              <a:t>:</a:t>
            </a:r>
            <a:endParaRPr sz="1800" dirty="0"/>
          </a:p>
        </p:txBody>
      </p:sp>
      <p:sp>
        <p:nvSpPr>
          <p:cNvPr id="19" name="object 19"/>
          <p:cNvSpPr/>
          <p:nvPr/>
        </p:nvSpPr>
        <p:spPr>
          <a:xfrm>
            <a:off x="3651293" y="2216672"/>
            <a:ext cx="3023943" cy="5009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82590" y="2896420"/>
            <a:ext cx="0" cy="377190"/>
          </a:xfrm>
          <a:custGeom>
            <a:avLst/>
            <a:gdLst/>
            <a:ahLst/>
            <a:cxnLst/>
            <a:rect l="l" t="t" r="r" b="b"/>
            <a:pathLst>
              <a:path h="377189">
                <a:moveTo>
                  <a:pt x="0" y="0"/>
                </a:moveTo>
                <a:lnTo>
                  <a:pt x="0" y="37664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66865" y="3273071"/>
            <a:ext cx="31750" cy="43815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0" y="0"/>
                </a:moveTo>
                <a:lnTo>
                  <a:pt x="15724" y="43224"/>
                </a:lnTo>
                <a:lnTo>
                  <a:pt x="3144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103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949" y="1261222"/>
            <a:ext cx="2343150" cy="1115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50"/>
              </a:lnSpc>
            </a:pPr>
            <a:r>
              <a:rPr sz="2400" b="1" spc="-5" dirty="0"/>
              <a:t>Character-level  language</a:t>
            </a:r>
            <a:r>
              <a:rPr sz="2400" b="1" spc="-60" dirty="0"/>
              <a:t> </a:t>
            </a:r>
            <a:r>
              <a:rPr sz="2400" b="1" spc="-5" dirty="0"/>
              <a:t>model  example</a:t>
            </a:r>
            <a:endParaRPr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244950" y="2709019"/>
            <a:ext cx="1634489" cy="743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Vocabulary:  [h,e,l,o]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949" y="3794866"/>
            <a:ext cx="2294890" cy="733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Example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training  sequence:  </a:t>
            </a:r>
            <a:r>
              <a:rPr kumimoji="0" sz="24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“hello”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12510" y="2745896"/>
            <a:ext cx="309245" cy="578373"/>
          </a:xfrm>
          <a:custGeom>
            <a:avLst/>
            <a:gdLst/>
            <a:ahLst/>
            <a:cxnLst/>
            <a:rect l="l" t="t" r="r" b="b"/>
            <a:pathLst>
              <a:path w="309245" h="674369">
                <a:moveTo>
                  <a:pt x="0" y="0"/>
                </a:moveTo>
                <a:lnTo>
                  <a:pt x="309074" y="0"/>
                </a:lnTo>
                <a:lnTo>
                  <a:pt x="309074" y="674073"/>
                </a:lnTo>
                <a:lnTo>
                  <a:pt x="0" y="674073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12510" y="2745896"/>
            <a:ext cx="309245" cy="550658"/>
          </a:xfrm>
          <a:custGeom>
            <a:avLst/>
            <a:gdLst/>
            <a:ahLst/>
            <a:cxnLst/>
            <a:rect l="l" t="t" r="r" b="b"/>
            <a:pathLst>
              <a:path w="309245" h="674369">
                <a:moveTo>
                  <a:pt x="0" y="0"/>
                </a:moveTo>
                <a:lnTo>
                  <a:pt x="309074" y="0"/>
                </a:lnTo>
                <a:lnTo>
                  <a:pt x="309074" y="674073"/>
                </a:lnTo>
                <a:lnTo>
                  <a:pt x="0" y="67407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86684" y="1992672"/>
            <a:ext cx="760730" cy="483870"/>
          </a:xfrm>
          <a:custGeom>
            <a:avLst/>
            <a:gdLst/>
            <a:ahLst/>
            <a:cxnLst/>
            <a:rect l="l" t="t" r="r" b="b"/>
            <a:pathLst>
              <a:path w="760729" h="483869">
                <a:moveTo>
                  <a:pt x="0" y="0"/>
                </a:moveTo>
                <a:lnTo>
                  <a:pt x="760723" y="0"/>
                </a:lnTo>
                <a:lnTo>
                  <a:pt x="760723" y="483774"/>
                </a:lnTo>
                <a:lnTo>
                  <a:pt x="0" y="483774"/>
                </a:lnTo>
                <a:lnTo>
                  <a:pt x="0" y="0"/>
                </a:lnTo>
                <a:close/>
              </a:path>
            </a:pathLst>
          </a:custGeom>
          <a:solidFill>
            <a:srgbClr val="38751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50884" y="973972"/>
            <a:ext cx="1436370" cy="236988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1955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1955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912510" y="1061964"/>
            <a:ext cx="309245" cy="463588"/>
          </a:xfrm>
          <a:prstGeom prst="rect">
            <a:avLst/>
          </a:prstGeom>
          <a:solidFill>
            <a:srgbClr val="C8DAF7"/>
          </a:solidFill>
          <a:ln w="9524">
            <a:solidFill>
              <a:srgbClr val="000000"/>
            </a:solidFill>
          </a:ln>
        </p:spPr>
        <p:txBody>
          <a:bodyPr vert="horz" wrap="square" lIns="0" tIns="184785" rIns="0" bIns="0" rtlCol="0">
            <a:spAutoFit/>
          </a:bodyPr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</a:t>
            </a:r>
          </a:p>
        </p:txBody>
      </p:sp>
      <p:sp>
        <p:nvSpPr>
          <p:cNvPr id="12" name="object 12"/>
          <p:cNvSpPr/>
          <p:nvPr/>
        </p:nvSpPr>
        <p:spPr>
          <a:xfrm>
            <a:off x="8067033" y="1850528"/>
            <a:ext cx="0" cy="142240"/>
          </a:xfrm>
          <a:custGeom>
            <a:avLst/>
            <a:gdLst/>
            <a:ahLst/>
            <a:cxnLst/>
            <a:rect l="l" t="t" r="r" b="b"/>
            <a:pathLst>
              <a:path h="142240">
                <a:moveTo>
                  <a:pt x="0" y="142144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035583" y="1764079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49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067033" y="2590707"/>
            <a:ext cx="0" cy="155575"/>
          </a:xfrm>
          <a:custGeom>
            <a:avLst/>
            <a:gdLst/>
            <a:ahLst/>
            <a:cxnLst/>
            <a:rect l="l" t="t" r="r" b="b"/>
            <a:pathLst>
              <a:path h="155575">
                <a:moveTo>
                  <a:pt x="0" y="155189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035583" y="2504257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49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449057" y="2115089"/>
            <a:ext cx="384810" cy="196850"/>
          </a:xfrm>
          <a:custGeom>
            <a:avLst/>
            <a:gdLst/>
            <a:ahLst/>
            <a:cxnLst/>
            <a:rect l="l" t="t" r="r" b="b"/>
            <a:pathLst>
              <a:path w="384809" h="196850">
                <a:moveTo>
                  <a:pt x="0" y="0"/>
                </a:moveTo>
                <a:lnTo>
                  <a:pt x="30163" y="8428"/>
                </a:lnTo>
                <a:lnTo>
                  <a:pt x="74709" y="19630"/>
                </a:lnTo>
                <a:lnTo>
                  <a:pt x="128820" y="32978"/>
                </a:lnTo>
                <a:lnTo>
                  <a:pt x="187677" y="47845"/>
                </a:lnTo>
                <a:lnTo>
                  <a:pt x="246464" y="63602"/>
                </a:lnTo>
                <a:lnTo>
                  <a:pt x="300362" y="79622"/>
                </a:lnTo>
                <a:lnTo>
                  <a:pt x="344554" y="95278"/>
                </a:lnTo>
                <a:lnTo>
                  <a:pt x="384549" y="122984"/>
                </a:lnTo>
                <a:lnTo>
                  <a:pt x="369218" y="136718"/>
                </a:lnTo>
                <a:lnTo>
                  <a:pt x="330005" y="150614"/>
                </a:lnTo>
                <a:lnTo>
                  <a:pt x="273870" y="164298"/>
                </a:lnTo>
                <a:lnTo>
                  <a:pt x="207774" y="177397"/>
                </a:lnTo>
                <a:lnTo>
                  <a:pt x="155834" y="186610"/>
                </a:lnTo>
                <a:lnTo>
                  <a:pt x="113382" y="193761"/>
                </a:lnTo>
                <a:lnTo>
                  <a:pt x="105149" y="195124"/>
                </a:lnTo>
                <a:lnTo>
                  <a:pt x="95499" y="196714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459408" y="2280812"/>
            <a:ext cx="90805" cy="62230"/>
          </a:xfrm>
          <a:custGeom>
            <a:avLst/>
            <a:gdLst/>
            <a:ahLst/>
            <a:cxnLst/>
            <a:rect l="l" t="t" r="r" b="b"/>
            <a:pathLst>
              <a:path w="90804" h="62230">
                <a:moveTo>
                  <a:pt x="79724" y="0"/>
                </a:moveTo>
                <a:lnTo>
                  <a:pt x="0" y="45909"/>
                </a:lnTo>
                <a:lnTo>
                  <a:pt x="90574" y="61987"/>
                </a:lnTo>
                <a:lnTo>
                  <a:pt x="79724" y="0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4"/>
          <p:cNvSpPr txBox="1">
            <a:spLocks/>
          </p:cNvSpPr>
          <p:nvPr/>
        </p:nvSpPr>
        <p:spPr>
          <a:xfrm>
            <a:off x="1916777" y="340907"/>
            <a:ext cx="5307965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655601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625767" y="979099"/>
            <a:ext cx="5260914" cy="4228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949" y="1261222"/>
            <a:ext cx="2343150" cy="334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Character-level  language</a:t>
            </a:r>
            <a:r>
              <a:rPr kumimoji="0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model  example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71374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Vocabulary:  [h,e,l,o]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5334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Example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training  sequence:  </a:t>
            </a:r>
            <a:r>
              <a:rPr kumimoji="0" sz="24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“hello”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76194" y="972024"/>
            <a:ext cx="6169660" cy="2975610"/>
          </a:xfrm>
          <a:custGeom>
            <a:avLst/>
            <a:gdLst/>
            <a:ahLst/>
            <a:cxnLst/>
            <a:rect l="l" t="t" r="r" b="b"/>
            <a:pathLst>
              <a:path w="6169659" h="2975610">
                <a:moveTo>
                  <a:pt x="0" y="0"/>
                </a:moveTo>
                <a:lnTo>
                  <a:pt x="6169187" y="0"/>
                </a:lnTo>
                <a:lnTo>
                  <a:pt x="6169187" y="2975094"/>
                </a:lnTo>
                <a:lnTo>
                  <a:pt x="0" y="29750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4"/>
          <p:cNvSpPr txBox="1">
            <a:spLocks/>
          </p:cNvSpPr>
          <p:nvPr/>
        </p:nvSpPr>
        <p:spPr>
          <a:xfrm>
            <a:off x="1916777" y="340907"/>
            <a:ext cx="5307965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003884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722168" y="1977685"/>
            <a:ext cx="4438641" cy="428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17418" y="1972922"/>
            <a:ext cx="4448175" cy="438150"/>
          </a:xfrm>
          <a:custGeom>
            <a:avLst/>
            <a:gdLst/>
            <a:ahLst/>
            <a:cxnLst/>
            <a:rect l="l" t="t" r="r" b="b"/>
            <a:pathLst>
              <a:path w="4448175" h="438150">
                <a:moveTo>
                  <a:pt x="0" y="0"/>
                </a:moveTo>
                <a:lnTo>
                  <a:pt x="4448141" y="0"/>
                </a:lnTo>
                <a:lnTo>
                  <a:pt x="4448141" y="438149"/>
                </a:lnTo>
                <a:lnTo>
                  <a:pt x="0" y="43814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25767" y="979099"/>
            <a:ext cx="5260914" cy="42285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4949" y="1261222"/>
            <a:ext cx="2343150" cy="334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Character-level  language</a:t>
            </a:r>
            <a:r>
              <a:rPr kumimoji="0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model  example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71374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Vocabulary:  [h,e,l,o]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5334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Example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training  sequence:  </a:t>
            </a:r>
            <a:r>
              <a:rPr kumimoji="0" sz="24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“hello”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76194" y="972024"/>
            <a:ext cx="6169660" cy="1694180"/>
          </a:xfrm>
          <a:custGeom>
            <a:avLst/>
            <a:gdLst/>
            <a:ahLst/>
            <a:cxnLst/>
            <a:rect l="l" t="t" r="r" b="b"/>
            <a:pathLst>
              <a:path w="6169659" h="1694180">
                <a:moveTo>
                  <a:pt x="0" y="0"/>
                </a:moveTo>
                <a:lnTo>
                  <a:pt x="6169187" y="0"/>
                </a:lnTo>
                <a:lnTo>
                  <a:pt x="6169187" y="1693796"/>
                </a:lnTo>
                <a:lnTo>
                  <a:pt x="0" y="16937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56618" y="1433386"/>
            <a:ext cx="4438641" cy="428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51867" y="1428623"/>
            <a:ext cx="4448175" cy="438150"/>
          </a:xfrm>
          <a:custGeom>
            <a:avLst/>
            <a:gdLst/>
            <a:ahLst/>
            <a:cxnLst/>
            <a:rect l="l" t="t" r="r" b="b"/>
            <a:pathLst>
              <a:path w="4448175" h="438150">
                <a:moveTo>
                  <a:pt x="0" y="0"/>
                </a:moveTo>
                <a:lnTo>
                  <a:pt x="4448166" y="0"/>
                </a:lnTo>
                <a:lnTo>
                  <a:pt x="4448166" y="438149"/>
                </a:lnTo>
                <a:lnTo>
                  <a:pt x="0" y="43814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4"/>
          <p:cNvSpPr txBox="1">
            <a:spLocks/>
          </p:cNvSpPr>
          <p:nvPr/>
        </p:nvSpPr>
        <p:spPr>
          <a:xfrm>
            <a:off x="1916777" y="340907"/>
            <a:ext cx="5307965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614669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722168" y="1977685"/>
            <a:ext cx="4438641" cy="428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17418" y="1972922"/>
            <a:ext cx="4448175" cy="438150"/>
          </a:xfrm>
          <a:custGeom>
            <a:avLst/>
            <a:gdLst/>
            <a:ahLst/>
            <a:cxnLst/>
            <a:rect l="l" t="t" r="r" b="b"/>
            <a:pathLst>
              <a:path w="4448175" h="438150">
                <a:moveTo>
                  <a:pt x="0" y="0"/>
                </a:moveTo>
                <a:lnTo>
                  <a:pt x="4448141" y="0"/>
                </a:lnTo>
                <a:lnTo>
                  <a:pt x="4448141" y="438149"/>
                </a:lnTo>
                <a:lnTo>
                  <a:pt x="0" y="43814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25767" y="979099"/>
            <a:ext cx="5260914" cy="42285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4949" y="1261222"/>
            <a:ext cx="2343150" cy="334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Character-level  language</a:t>
            </a:r>
            <a:r>
              <a:rPr kumimoji="0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model  example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71374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Vocabulary:  [h,e,l,o]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5334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Example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training  sequence:  </a:t>
            </a:r>
            <a:r>
              <a:rPr kumimoji="0" sz="24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“hello”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4"/>
          <p:cNvSpPr txBox="1">
            <a:spLocks/>
          </p:cNvSpPr>
          <p:nvPr/>
        </p:nvSpPr>
        <p:spPr>
          <a:xfrm>
            <a:off x="1916777" y="340907"/>
            <a:ext cx="5307965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FC00CE-E46A-4898-883E-6B26E312CDFB}"/>
              </a:ext>
            </a:extLst>
          </p:cNvPr>
          <p:cNvSpPr txBox="1"/>
          <p:nvPr/>
        </p:nvSpPr>
        <p:spPr>
          <a:xfrm>
            <a:off x="2007035" y="6096578"/>
            <a:ext cx="4588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aramond" panose="02020404030301010803" pitchFamily="18" charset="0"/>
                <a:cs typeface="Arial" panose="020B0604020202020204" pitchFamily="34" charset="0"/>
              </a:rPr>
              <a:t>What kind of loss can we formulate?</a:t>
            </a:r>
          </a:p>
        </p:txBody>
      </p:sp>
    </p:spTree>
    <p:extLst>
      <p:ext uri="{BB962C8B-B14F-4D97-AF65-F5344CB8AC3E}">
        <p14:creationId xmlns:p14="http://schemas.microsoft.com/office/powerpoint/2010/main" val="423716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4087" y="249377"/>
            <a:ext cx="659582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chemeClr val="tx1"/>
                </a:solidFill>
              </a:rPr>
              <a:t>Training </a:t>
            </a:r>
            <a:r>
              <a:rPr dirty="0">
                <a:solidFill>
                  <a:schemeClr val="tx1"/>
                </a:solidFill>
              </a:rPr>
              <a:t>a </a:t>
            </a:r>
            <a:r>
              <a:rPr lang="en-US" dirty="0">
                <a:solidFill>
                  <a:schemeClr val="tx1"/>
                </a:solidFill>
              </a:rPr>
              <a:t>Recurrent Neural Network</a:t>
            </a:r>
            <a:endParaRPr spc="-5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040790"/>
            <a:ext cx="8435995" cy="2307042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30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Garamond" panose="02020404030301010803" pitchFamily="18" charset="0"/>
                <a:cs typeface="Carlito"/>
              </a:rPr>
              <a:t>Get </a:t>
            </a:r>
            <a:r>
              <a:rPr sz="2200" spc="-5" dirty="0">
                <a:latin typeface="Garamond" panose="02020404030301010803" pitchFamily="18" charset="0"/>
                <a:cs typeface="Carlito"/>
              </a:rPr>
              <a:t>a </a:t>
            </a:r>
            <a:r>
              <a:rPr sz="2200" spc="-5" dirty="0">
                <a:solidFill>
                  <a:srgbClr val="BA56BD"/>
                </a:solidFill>
                <a:latin typeface="Garamond" panose="02020404030301010803" pitchFamily="18" charset="0"/>
                <a:cs typeface="Carlito"/>
              </a:rPr>
              <a:t>big corpus of text </a:t>
            </a:r>
            <a:r>
              <a:rPr sz="2200" spc="-5" dirty="0">
                <a:latin typeface="Garamond" panose="02020404030301010803" pitchFamily="18" charset="0"/>
                <a:cs typeface="Carlito"/>
              </a:rPr>
              <a:t>which is a </a:t>
            </a:r>
            <a:r>
              <a:rPr sz="2200" spc="-10" dirty="0">
                <a:latin typeface="Garamond" panose="02020404030301010803" pitchFamily="18" charset="0"/>
                <a:cs typeface="Carlito"/>
              </a:rPr>
              <a:t>sequence </a:t>
            </a:r>
            <a:r>
              <a:rPr sz="2200" spc="-5" dirty="0">
                <a:latin typeface="Garamond" panose="02020404030301010803" pitchFamily="18" charset="0"/>
                <a:cs typeface="Carlito"/>
              </a:rPr>
              <a:t>of</a:t>
            </a:r>
            <a:r>
              <a:rPr sz="2200" spc="100" dirty="0">
                <a:latin typeface="Garamond" panose="02020404030301010803" pitchFamily="18" charset="0"/>
                <a:cs typeface="Carlito"/>
              </a:rPr>
              <a:t> </a:t>
            </a:r>
            <a:r>
              <a:rPr sz="2200" spc="-5" dirty="0">
                <a:latin typeface="Garamond" panose="02020404030301010803" pitchFamily="18" charset="0"/>
                <a:cs typeface="Carlito"/>
              </a:rPr>
              <a:t>words</a:t>
            </a:r>
            <a:endParaRPr sz="2200" dirty="0">
              <a:latin typeface="Garamond" panose="02020404030301010803" pitchFamily="18" charset="0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  <a:tab pos="6383655" algn="l"/>
              </a:tabLst>
            </a:pPr>
            <a:r>
              <a:rPr sz="2200" spc="-10" dirty="0">
                <a:latin typeface="Garamond" panose="02020404030301010803" pitchFamily="18" charset="0"/>
                <a:cs typeface="Carlito"/>
              </a:rPr>
              <a:t>Feed </a:t>
            </a:r>
            <a:r>
              <a:rPr sz="2200" spc="-5" dirty="0">
                <a:latin typeface="Garamond" panose="02020404030301010803" pitchFamily="18" charset="0"/>
                <a:cs typeface="Carlito"/>
              </a:rPr>
              <a:t>into </a:t>
            </a:r>
            <a:r>
              <a:rPr sz="2200" spc="-10" dirty="0">
                <a:latin typeface="Garamond" panose="02020404030301010803" pitchFamily="18" charset="0"/>
                <a:cs typeface="Carlito"/>
              </a:rPr>
              <a:t>RNN; </a:t>
            </a:r>
            <a:r>
              <a:rPr sz="2200" spc="-5" dirty="0">
                <a:latin typeface="Garamond" panose="02020404030301010803" pitchFamily="18" charset="0"/>
                <a:cs typeface="Carlito"/>
              </a:rPr>
              <a:t>compute</a:t>
            </a:r>
            <a:r>
              <a:rPr sz="2200" spc="155" dirty="0">
                <a:latin typeface="Garamond" panose="02020404030301010803" pitchFamily="18" charset="0"/>
                <a:cs typeface="Carlito"/>
              </a:rPr>
              <a:t> </a:t>
            </a:r>
            <a:r>
              <a:rPr sz="2200" spc="-10" dirty="0">
                <a:latin typeface="Garamond" panose="02020404030301010803" pitchFamily="18" charset="0"/>
                <a:cs typeface="Carlito"/>
              </a:rPr>
              <a:t>output</a:t>
            </a:r>
            <a:r>
              <a:rPr sz="2200" spc="10" dirty="0">
                <a:latin typeface="Garamond" panose="02020404030301010803" pitchFamily="18" charset="0"/>
                <a:cs typeface="Carlito"/>
              </a:rPr>
              <a:t> </a:t>
            </a:r>
            <a:r>
              <a:rPr sz="2200" spc="-10" dirty="0">
                <a:latin typeface="Garamond" panose="02020404030301010803" pitchFamily="18" charset="0"/>
                <a:cs typeface="Carlito"/>
              </a:rPr>
              <a:t>distribution</a:t>
            </a:r>
            <a:r>
              <a:rPr lang="en-US" sz="2200" spc="-10" dirty="0">
                <a:latin typeface="Garamond" panose="02020404030301010803" pitchFamily="18" charset="0"/>
                <a:cs typeface="Carlito"/>
              </a:rPr>
              <a:t>         </a:t>
            </a:r>
            <a:r>
              <a:rPr sz="2200" spc="-5" dirty="0">
                <a:solidFill>
                  <a:srgbClr val="BA56BD"/>
                </a:solidFill>
                <a:latin typeface="Garamond" panose="02020404030301010803" pitchFamily="18" charset="0"/>
                <a:cs typeface="Carlito"/>
              </a:rPr>
              <a:t>for </a:t>
            </a:r>
            <a:r>
              <a:rPr sz="2200" i="1" spc="-5" dirty="0">
                <a:solidFill>
                  <a:srgbClr val="BA56BD"/>
                </a:solidFill>
                <a:latin typeface="Garamond" panose="02020404030301010803" pitchFamily="18" charset="0"/>
                <a:cs typeface="Carlito"/>
              </a:rPr>
              <a:t>every </a:t>
            </a:r>
            <a:r>
              <a:rPr sz="2200" i="1" spc="-10" dirty="0">
                <a:solidFill>
                  <a:srgbClr val="BA56BD"/>
                </a:solidFill>
                <a:latin typeface="Garamond" panose="02020404030301010803" pitchFamily="18" charset="0"/>
                <a:cs typeface="Carlito"/>
              </a:rPr>
              <a:t>step</a:t>
            </a:r>
            <a:r>
              <a:rPr sz="2200" i="1" spc="-60" dirty="0">
                <a:solidFill>
                  <a:srgbClr val="BA56BD"/>
                </a:solidFill>
                <a:latin typeface="Garamond" panose="02020404030301010803" pitchFamily="18" charset="0"/>
                <a:cs typeface="Carlito"/>
              </a:rPr>
              <a:t> </a:t>
            </a:r>
            <a:r>
              <a:rPr sz="2200" i="1" spc="-5" dirty="0">
                <a:solidFill>
                  <a:srgbClr val="BA56BD"/>
                </a:solidFill>
                <a:latin typeface="Garamond" panose="02020404030301010803" pitchFamily="18" charset="0"/>
                <a:cs typeface="Carlito"/>
              </a:rPr>
              <a:t>t</a:t>
            </a:r>
            <a:r>
              <a:rPr sz="2200" i="1" spc="-5" dirty="0">
                <a:latin typeface="Garamond" panose="02020404030301010803" pitchFamily="18" charset="0"/>
                <a:cs typeface="Carlito"/>
              </a:rPr>
              <a:t>.</a:t>
            </a:r>
            <a:endParaRPr sz="2200" dirty="0">
              <a:latin typeface="Garamond" panose="02020404030301010803" pitchFamily="18" charset="0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525"/>
              </a:spcBef>
              <a:buClr>
                <a:srgbClr val="3986FF"/>
              </a:buClr>
              <a:buFont typeface="Times New Roman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Garamond" panose="02020404030301010803" pitchFamily="18" charset="0"/>
                <a:cs typeface="Carlito"/>
              </a:rPr>
              <a:t>i.e. </a:t>
            </a:r>
            <a:r>
              <a:rPr sz="2200" spc="-10" dirty="0">
                <a:latin typeface="Garamond" panose="02020404030301010803" pitchFamily="18" charset="0"/>
                <a:cs typeface="Carlito"/>
              </a:rPr>
              <a:t>predict probability dist</a:t>
            </a:r>
            <a:r>
              <a:rPr lang="en-US" sz="2200" spc="-10" dirty="0">
                <a:latin typeface="Garamond" panose="02020404030301010803" pitchFamily="18" charset="0"/>
                <a:cs typeface="Carlito"/>
              </a:rPr>
              <a:t>ribution</a:t>
            </a:r>
            <a:r>
              <a:rPr sz="2200" spc="-10" dirty="0">
                <a:latin typeface="Garamond" panose="02020404030301010803" pitchFamily="18" charset="0"/>
                <a:cs typeface="Carlito"/>
              </a:rPr>
              <a:t> </a:t>
            </a:r>
            <a:r>
              <a:rPr sz="2200" spc="-5" dirty="0">
                <a:latin typeface="Garamond" panose="02020404030301010803" pitchFamily="18" charset="0"/>
                <a:cs typeface="Carlito"/>
              </a:rPr>
              <a:t>of </a:t>
            </a:r>
            <a:r>
              <a:rPr sz="2200" i="1" spc="-5" dirty="0">
                <a:latin typeface="Garamond" panose="02020404030301010803" pitchFamily="18" charset="0"/>
                <a:cs typeface="Carlito"/>
              </a:rPr>
              <a:t>every word</a:t>
            </a:r>
            <a:r>
              <a:rPr sz="2200" spc="-5" dirty="0">
                <a:latin typeface="Garamond" panose="02020404030301010803" pitchFamily="18" charset="0"/>
                <a:cs typeface="Carlito"/>
              </a:rPr>
              <a:t>, given </a:t>
            </a:r>
            <a:r>
              <a:rPr sz="2200" dirty="0">
                <a:latin typeface="Garamond" panose="02020404030301010803" pitchFamily="18" charset="0"/>
                <a:cs typeface="Carlito"/>
              </a:rPr>
              <a:t>words </a:t>
            </a:r>
            <a:r>
              <a:rPr sz="2200" spc="-5" dirty="0">
                <a:latin typeface="Garamond" panose="02020404030301010803" pitchFamily="18" charset="0"/>
                <a:cs typeface="Carlito"/>
              </a:rPr>
              <a:t>so</a:t>
            </a:r>
            <a:r>
              <a:rPr sz="2200" spc="114" dirty="0">
                <a:latin typeface="Garamond" panose="02020404030301010803" pitchFamily="18" charset="0"/>
                <a:cs typeface="Carlito"/>
              </a:rPr>
              <a:t> </a:t>
            </a:r>
            <a:r>
              <a:rPr sz="2200" spc="-10" dirty="0">
                <a:latin typeface="Garamond" panose="02020404030301010803" pitchFamily="18" charset="0"/>
                <a:cs typeface="Carlito"/>
              </a:rPr>
              <a:t>far</a:t>
            </a:r>
            <a:endParaRPr sz="2200" dirty="0">
              <a:latin typeface="Garamond" panose="02020404030301010803" pitchFamily="18" charset="0"/>
              <a:cs typeface="Carlito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3986FF"/>
              </a:buClr>
              <a:buFont typeface="Times New Roman"/>
              <a:buChar char="•"/>
            </a:pPr>
            <a:endParaRPr sz="2550" dirty="0">
              <a:latin typeface="Garamond" panose="02020404030301010803" pitchFamily="18" charset="0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BA56BD"/>
                </a:solidFill>
                <a:latin typeface="Garamond" panose="02020404030301010803" pitchFamily="18" charset="0"/>
                <a:cs typeface="Carlito"/>
              </a:rPr>
              <a:t>Loss function </a:t>
            </a:r>
            <a:r>
              <a:rPr lang="en-US" sz="2200" spc="-5" dirty="0">
                <a:latin typeface="Garamond" panose="02020404030301010803" pitchFamily="18" charset="0"/>
                <a:cs typeface="Carlito"/>
              </a:rPr>
              <a:t>on</a:t>
            </a:r>
            <a:r>
              <a:rPr sz="2200" spc="-5" dirty="0">
                <a:latin typeface="Garamond" panose="02020404030301010803" pitchFamily="18" charset="0"/>
                <a:cs typeface="Carlito"/>
              </a:rPr>
              <a:t> </a:t>
            </a:r>
            <a:r>
              <a:rPr sz="2200" spc="-10" dirty="0">
                <a:latin typeface="Garamond" panose="02020404030301010803" pitchFamily="18" charset="0"/>
                <a:cs typeface="Carlito"/>
              </a:rPr>
              <a:t>step </a:t>
            </a:r>
            <a:r>
              <a:rPr sz="2200" i="1" spc="-5" dirty="0">
                <a:latin typeface="Garamond" panose="02020404030301010803" pitchFamily="18" charset="0"/>
                <a:cs typeface="Carlito"/>
              </a:rPr>
              <a:t>t </a:t>
            </a:r>
            <a:r>
              <a:rPr sz="2200" spc="-5" dirty="0">
                <a:latin typeface="Garamond" panose="02020404030301010803" pitchFamily="18" charset="0"/>
                <a:cs typeface="Carlito"/>
              </a:rPr>
              <a:t>is </a:t>
            </a:r>
            <a:r>
              <a:rPr sz="2200" spc="-5" dirty="0">
                <a:solidFill>
                  <a:srgbClr val="BA56BD"/>
                </a:solidFill>
                <a:latin typeface="Garamond" panose="02020404030301010803" pitchFamily="18" charset="0"/>
                <a:cs typeface="Carlito"/>
              </a:rPr>
              <a:t>cross-entropy </a:t>
            </a:r>
            <a:r>
              <a:rPr sz="2200" spc="-10" dirty="0">
                <a:latin typeface="Garamond" panose="02020404030301010803" pitchFamily="18" charset="0"/>
                <a:cs typeface="Carlito"/>
              </a:rPr>
              <a:t>between predicted</a:t>
            </a:r>
            <a:r>
              <a:rPr sz="2200" spc="190" dirty="0">
                <a:latin typeface="Garamond" panose="02020404030301010803" pitchFamily="18" charset="0"/>
                <a:cs typeface="Carlito"/>
              </a:rPr>
              <a:t> </a:t>
            </a:r>
            <a:r>
              <a:rPr sz="2200" spc="-10" dirty="0">
                <a:latin typeface="Garamond" panose="02020404030301010803" pitchFamily="18" charset="0"/>
                <a:cs typeface="Carlito"/>
              </a:rPr>
              <a:t>probability</a:t>
            </a:r>
            <a:endParaRPr sz="2200" dirty="0">
              <a:latin typeface="Garamond" panose="02020404030301010803" pitchFamily="18" charset="0"/>
              <a:cs typeface="Carlito"/>
            </a:endParaRPr>
          </a:p>
          <a:p>
            <a:pPr marL="355600">
              <a:lnSpc>
                <a:spcPct val="100000"/>
              </a:lnSpc>
              <a:tabLst>
                <a:tab pos="2178050" algn="l"/>
                <a:tab pos="5444490" algn="l"/>
                <a:tab pos="7527290" algn="l"/>
              </a:tabLst>
            </a:pPr>
            <a:r>
              <a:rPr sz="2200" spc="-10" dirty="0">
                <a:latin typeface="Garamond" panose="02020404030301010803" pitchFamily="18" charset="0"/>
                <a:cs typeface="Carlito"/>
              </a:rPr>
              <a:t>distribution	</a:t>
            </a:r>
            <a:r>
              <a:rPr sz="2200" spc="-5" dirty="0">
                <a:latin typeface="Garamond" panose="02020404030301010803" pitchFamily="18" charset="0"/>
                <a:cs typeface="Carlito"/>
              </a:rPr>
              <a:t>, and true</a:t>
            </a:r>
            <a:r>
              <a:rPr sz="2200" spc="45" dirty="0">
                <a:latin typeface="Garamond" panose="02020404030301010803" pitchFamily="18" charset="0"/>
                <a:cs typeface="Carlito"/>
              </a:rPr>
              <a:t> </a:t>
            </a:r>
            <a:r>
              <a:rPr sz="2200" spc="-10" dirty="0">
                <a:latin typeface="Garamond" panose="02020404030301010803" pitchFamily="18" charset="0"/>
                <a:cs typeface="Carlito"/>
              </a:rPr>
              <a:t>next</a:t>
            </a:r>
            <a:r>
              <a:rPr sz="2200" spc="15" dirty="0">
                <a:latin typeface="Garamond" panose="02020404030301010803" pitchFamily="18" charset="0"/>
                <a:cs typeface="Carlito"/>
              </a:rPr>
              <a:t> </a:t>
            </a:r>
            <a:r>
              <a:rPr sz="2200" dirty="0">
                <a:latin typeface="Garamond" panose="02020404030301010803" pitchFamily="18" charset="0"/>
                <a:cs typeface="Carlito"/>
              </a:rPr>
              <a:t>word</a:t>
            </a:r>
            <a:r>
              <a:rPr lang="en-US" sz="2200" dirty="0">
                <a:latin typeface="Garamond" panose="02020404030301010803" pitchFamily="18" charset="0"/>
                <a:cs typeface="Carlito"/>
              </a:rPr>
              <a:t>         </a:t>
            </a:r>
            <a:r>
              <a:rPr sz="2200" spc="-5" dirty="0">
                <a:latin typeface="Garamond" panose="02020404030301010803" pitchFamily="18" charset="0"/>
                <a:cs typeface="Carlito"/>
              </a:rPr>
              <a:t>(one-hot</a:t>
            </a:r>
            <a:r>
              <a:rPr sz="2200" spc="-10" dirty="0">
                <a:latin typeface="Garamond" panose="02020404030301010803" pitchFamily="18" charset="0"/>
                <a:cs typeface="Carlito"/>
              </a:rPr>
              <a:t>)</a:t>
            </a:r>
            <a:r>
              <a:rPr lang="en-US" sz="2200" spc="-10" dirty="0">
                <a:latin typeface="Garamond" panose="02020404030301010803" pitchFamily="18" charset="0"/>
                <a:cs typeface="Carlito"/>
              </a:rPr>
              <a:t>; V is vocabulary</a:t>
            </a:r>
            <a:endParaRPr sz="2200" dirty="0">
              <a:latin typeface="Garamond" panose="02020404030301010803" pitchFamily="18" charset="0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4461713"/>
            <a:ext cx="63887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Garamond" panose="02020404030301010803" pitchFamily="18" charset="0"/>
                <a:cs typeface="Carlito"/>
              </a:rPr>
              <a:t>Average this to get </a:t>
            </a:r>
            <a:r>
              <a:rPr sz="2200" dirty="0">
                <a:solidFill>
                  <a:srgbClr val="BA56BD"/>
                </a:solidFill>
                <a:latin typeface="Garamond" panose="02020404030301010803" pitchFamily="18" charset="0"/>
                <a:cs typeface="Carlito"/>
              </a:rPr>
              <a:t>overall loss </a:t>
            </a:r>
            <a:r>
              <a:rPr sz="2200" spc="-5" dirty="0">
                <a:latin typeface="Garamond" panose="02020404030301010803" pitchFamily="18" charset="0"/>
                <a:cs typeface="Carlito"/>
              </a:rPr>
              <a:t>for entire training</a:t>
            </a:r>
            <a:r>
              <a:rPr sz="2200" spc="40" dirty="0">
                <a:latin typeface="Garamond" panose="02020404030301010803" pitchFamily="18" charset="0"/>
                <a:cs typeface="Carlito"/>
              </a:rPr>
              <a:t> </a:t>
            </a:r>
            <a:r>
              <a:rPr sz="2200" spc="-10" dirty="0">
                <a:latin typeface="Garamond" panose="02020404030301010803" pitchFamily="18" charset="0"/>
                <a:cs typeface="Carlito"/>
              </a:rPr>
              <a:t>set:</a:t>
            </a:r>
            <a:endParaRPr sz="2200" dirty="0">
              <a:latin typeface="Garamond" panose="02020404030301010803" pitchFamily="18" charset="0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27751" y="5052223"/>
            <a:ext cx="4279343" cy="7128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97426" y="1539529"/>
            <a:ext cx="394489" cy="3102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99433" y="1173362"/>
            <a:ext cx="1361708" cy="2652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17333" y="3653109"/>
            <a:ext cx="6300183" cy="5592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77211" y="3006851"/>
            <a:ext cx="463295" cy="3657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16621" y="3006851"/>
            <a:ext cx="463296" cy="3657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82D8E6-4DDF-4DF4-998A-810BC9F8FC79}"/>
              </a:ext>
            </a:extLst>
          </p:cNvPr>
          <p:cNvSpPr txBox="1"/>
          <p:nvPr/>
        </p:nvSpPr>
        <p:spPr>
          <a:xfrm>
            <a:off x="0" y="6581001"/>
            <a:ext cx="17654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Abigail See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5" dirty="0">
                <a:solidFill>
                  <a:schemeClr val="tx1"/>
                </a:solidFill>
              </a:rPr>
              <a:t>The vanishing/exploding </a:t>
            </a:r>
            <a:r>
              <a:rPr spc="-15" dirty="0">
                <a:solidFill>
                  <a:schemeClr val="tx1"/>
                </a:solidFill>
              </a:rPr>
              <a:t>gradient</a:t>
            </a:r>
            <a:r>
              <a:rPr spc="110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12520"/>
            <a:ext cx="7780655" cy="1115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lang="en-US" sz="2400" spc="20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The </a:t>
            </a:r>
            <a:r>
              <a:rPr lang="en-US" sz="2400" spc="-10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error </a:t>
            </a:r>
            <a:r>
              <a:rPr lang="en-US" sz="2400" spc="-30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at </a:t>
            </a:r>
            <a:r>
              <a:rPr lang="en-US" sz="2400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a </a:t>
            </a:r>
            <a:r>
              <a:rPr lang="en-US" sz="2400" spc="5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time </a:t>
            </a:r>
            <a:r>
              <a:rPr lang="en-US" sz="2400" spc="-10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step </a:t>
            </a:r>
            <a:r>
              <a:rPr lang="en-US" sz="2400" spc="15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ideally </a:t>
            </a:r>
            <a:r>
              <a:rPr lang="en-US" sz="2400" spc="-25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can </a:t>
            </a:r>
            <a:r>
              <a:rPr lang="en-US" sz="2400" spc="10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tell </a:t>
            </a:r>
            <a:r>
              <a:rPr lang="en-US" sz="2400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a </a:t>
            </a:r>
            <a:r>
              <a:rPr lang="en-US" sz="2400" spc="15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previous</a:t>
            </a:r>
            <a:r>
              <a:rPr lang="en-US" sz="2400" spc="-385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    </a:t>
            </a:r>
            <a:r>
              <a:rPr lang="en-US" sz="2400" spc="5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time </a:t>
            </a:r>
            <a:r>
              <a:rPr lang="en-US" sz="2400" spc="-10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step  </a:t>
            </a:r>
            <a:r>
              <a:rPr lang="en-US" sz="2400" spc="-15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from </a:t>
            </a:r>
            <a:r>
              <a:rPr lang="en-US" sz="2400" spc="-10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many </a:t>
            </a:r>
            <a:r>
              <a:rPr lang="en-US" sz="2400" spc="-5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steps </a:t>
            </a:r>
            <a:r>
              <a:rPr lang="en-US" sz="2400" spc="-30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away </a:t>
            </a:r>
            <a:r>
              <a:rPr lang="en-US" sz="2400" spc="-5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to change </a:t>
            </a:r>
            <a:r>
              <a:rPr lang="en-US" sz="2400" spc="15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during</a:t>
            </a:r>
            <a:r>
              <a:rPr lang="en-US" sz="2400" dirty="0">
                <a:solidFill>
                  <a:prstClr val="black"/>
                </a:solidFill>
                <a:latin typeface="Garamond" panose="02020404030301010803" pitchFamily="18" charset="0"/>
                <a:cs typeface="Calibri"/>
              </a:rPr>
              <a:t> backprop</a:t>
            </a: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Multiply 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the 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same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matrix 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at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each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time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step 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during</a:t>
            </a:r>
            <a:r>
              <a:rPr kumimoji="0" sz="2400" b="0" i="0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backprop</a:t>
            </a:r>
          </a:p>
        </p:txBody>
      </p:sp>
      <p:sp>
        <p:nvSpPr>
          <p:cNvPr id="4" name="object 4"/>
          <p:cNvSpPr/>
          <p:nvPr/>
        </p:nvSpPr>
        <p:spPr>
          <a:xfrm>
            <a:off x="2654300" y="3838678"/>
            <a:ext cx="736600" cy="35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17558" y="3941090"/>
            <a:ext cx="497205" cy="116839"/>
          </a:xfrm>
          <a:custGeom>
            <a:avLst/>
            <a:gdLst/>
            <a:ahLst/>
            <a:cxnLst/>
            <a:rect l="l" t="t" r="r" b="b"/>
            <a:pathLst>
              <a:path w="497205" h="116839">
                <a:moveTo>
                  <a:pt x="482" y="37287"/>
                </a:moveTo>
                <a:lnTo>
                  <a:pt x="0" y="62687"/>
                </a:lnTo>
                <a:lnTo>
                  <a:pt x="424522" y="70815"/>
                </a:lnTo>
                <a:lnTo>
                  <a:pt x="382384" y="94322"/>
                </a:lnTo>
                <a:lnTo>
                  <a:pt x="380199" y="102057"/>
                </a:lnTo>
                <a:lnTo>
                  <a:pt x="387032" y="114312"/>
                </a:lnTo>
                <a:lnTo>
                  <a:pt x="394766" y="116509"/>
                </a:lnTo>
                <a:lnTo>
                  <a:pt x="496938" y="59499"/>
                </a:lnTo>
                <a:lnTo>
                  <a:pt x="473821" y="45415"/>
                </a:lnTo>
                <a:lnTo>
                  <a:pt x="425018" y="45415"/>
                </a:lnTo>
                <a:lnTo>
                  <a:pt x="482" y="37287"/>
                </a:lnTo>
                <a:close/>
              </a:path>
              <a:path w="497205" h="116839">
                <a:moveTo>
                  <a:pt x="396570" y="0"/>
                </a:moveTo>
                <a:lnTo>
                  <a:pt x="390245" y="1536"/>
                </a:lnTo>
                <a:lnTo>
                  <a:pt x="387388" y="3505"/>
                </a:lnTo>
                <a:lnTo>
                  <a:pt x="381914" y="12496"/>
                </a:lnTo>
                <a:lnTo>
                  <a:pt x="383806" y="20307"/>
                </a:lnTo>
                <a:lnTo>
                  <a:pt x="425018" y="45415"/>
                </a:lnTo>
                <a:lnTo>
                  <a:pt x="473821" y="45415"/>
                </a:lnTo>
                <a:lnTo>
                  <a:pt x="400011" y="444"/>
                </a:lnTo>
                <a:lnTo>
                  <a:pt x="39657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57500" y="4219678"/>
            <a:ext cx="482600" cy="939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21000" y="4311143"/>
            <a:ext cx="248285" cy="770890"/>
          </a:xfrm>
          <a:custGeom>
            <a:avLst/>
            <a:gdLst/>
            <a:ahLst/>
            <a:cxnLst/>
            <a:rect l="l" t="t" r="r" b="b"/>
            <a:pathLst>
              <a:path w="248285" h="770889">
                <a:moveTo>
                  <a:pt x="147866" y="0"/>
                </a:moveTo>
                <a:lnTo>
                  <a:pt x="140055" y="1892"/>
                </a:lnTo>
                <a:lnTo>
                  <a:pt x="132753" y="13868"/>
                </a:lnTo>
                <a:lnTo>
                  <a:pt x="134645" y="21678"/>
                </a:lnTo>
                <a:lnTo>
                  <a:pt x="177355" y="47739"/>
                </a:lnTo>
                <a:lnTo>
                  <a:pt x="5689" y="47739"/>
                </a:lnTo>
                <a:lnTo>
                  <a:pt x="0" y="53428"/>
                </a:lnTo>
                <a:lnTo>
                  <a:pt x="0" y="770801"/>
                </a:lnTo>
                <a:lnTo>
                  <a:pt x="25400" y="770801"/>
                </a:lnTo>
                <a:lnTo>
                  <a:pt x="25400" y="73139"/>
                </a:lnTo>
                <a:lnTo>
                  <a:pt x="225846" y="73139"/>
                </a:lnTo>
                <a:lnTo>
                  <a:pt x="247751" y="60934"/>
                </a:lnTo>
                <a:lnTo>
                  <a:pt x="147866" y="0"/>
                </a:lnTo>
                <a:close/>
              </a:path>
              <a:path w="248285" h="770889">
                <a:moveTo>
                  <a:pt x="225846" y="73139"/>
                </a:moveTo>
                <a:lnTo>
                  <a:pt x="173659" y="73139"/>
                </a:lnTo>
                <a:lnTo>
                  <a:pt x="133184" y="95694"/>
                </a:lnTo>
                <a:lnTo>
                  <a:pt x="130975" y="103428"/>
                </a:lnTo>
                <a:lnTo>
                  <a:pt x="137807" y="115684"/>
                </a:lnTo>
                <a:lnTo>
                  <a:pt x="145542" y="117881"/>
                </a:lnTo>
                <a:lnTo>
                  <a:pt x="225846" y="73139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43300" y="3838678"/>
            <a:ext cx="1346200" cy="3429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06800" y="3933521"/>
            <a:ext cx="1107440" cy="116839"/>
          </a:xfrm>
          <a:custGeom>
            <a:avLst/>
            <a:gdLst/>
            <a:ahLst/>
            <a:cxnLst/>
            <a:rect l="l" t="t" r="r" b="b"/>
            <a:pathLst>
              <a:path w="1107439" h="116839">
                <a:moveTo>
                  <a:pt x="1005776" y="0"/>
                </a:moveTo>
                <a:lnTo>
                  <a:pt x="999489" y="1650"/>
                </a:lnTo>
                <a:lnTo>
                  <a:pt x="996657" y="3682"/>
                </a:lnTo>
                <a:lnTo>
                  <a:pt x="991362" y="12763"/>
                </a:lnTo>
                <a:lnTo>
                  <a:pt x="993406" y="20548"/>
                </a:lnTo>
                <a:lnTo>
                  <a:pt x="1035088" y="44856"/>
                </a:lnTo>
                <a:lnTo>
                  <a:pt x="0" y="44856"/>
                </a:lnTo>
                <a:lnTo>
                  <a:pt x="0" y="70256"/>
                </a:lnTo>
                <a:lnTo>
                  <a:pt x="1035088" y="70256"/>
                </a:lnTo>
                <a:lnTo>
                  <a:pt x="993406" y="94576"/>
                </a:lnTo>
                <a:lnTo>
                  <a:pt x="991362" y="102349"/>
                </a:lnTo>
                <a:lnTo>
                  <a:pt x="998423" y="114465"/>
                </a:lnTo>
                <a:lnTo>
                  <a:pt x="1006208" y="116509"/>
                </a:lnTo>
                <a:lnTo>
                  <a:pt x="1107274" y="57556"/>
                </a:lnTo>
                <a:lnTo>
                  <a:pt x="1009230" y="368"/>
                </a:lnTo>
                <a:lnTo>
                  <a:pt x="1005776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06900" y="4029178"/>
            <a:ext cx="482600" cy="1143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70400" y="4122180"/>
            <a:ext cx="247650" cy="971550"/>
          </a:xfrm>
          <a:custGeom>
            <a:avLst/>
            <a:gdLst/>
            <a:ahLst/>
            <a:cxnLst/>
            <a:rect l="l" t="t" r="r" b="b"/>
            <a:pathLst>
              <a:path w="247650" h="971550">
                <a:moveTo>
                  <a:pt x="146291" y="0"/>
                </a:moveTo>
                <a:lnTo>
                  <a:pt x="138506" y="2019"/>
                </a:lnTo>
                <a:lnTo>
                  <a:pt x="131394" y="14097"/>
                </a:lnTo>
                <a:lnTo>
                  <a:pt x="133400" y="21882"/>
                </a:lnTo>
                <a:lnTo>
                  <a:pt x="175323" y="46583"/>
                </a:lnTo>
                <a:lnTo>
                  <a:pt x="5689" y="46583"/>
                </a:lnTo>
                <a:lnTo>
                  <a:pt x="0" y="52273"/>
                </a:lnTo>
                <a:lnTo>
                  <a:pt x="0" y="971080"/>
                </a:lnTo>
                <a:lnTo>
                  <a:pt x="25400" y="971080"/>
                </a:lnTo>
                <a:lnTo>
                  <a:pt x="25400" y="71983"/>
                </a:lnTo>
                <a:lnTo>
                  <a:pt x="225309" y="71983"/>
                </a:lnTo>
                <a:lnTo>
                  <a:pt x="247103" y="59397"/>
                </a:lnTo>
                <a:lnTo>
                  <a:pt x="146291" y="0"/>
                </a:lnTo>
                <a:close/>
              </a:path>
              <a:path w="247650" h="971550">
                <a:moveTo>
                  <a:pt x="225309" y="71983"/>
                </a:moveTo>
                <a:lnTo>
                  <a:pt x="174510" y="71983"/>
                </a:lnTo>
                <a:lnTo>
                  <a:pt x="133070" y="95910"/>
                </a:lnTo>
                <a:lnTo>
                  <a:pt x="131000" y="103682"/>
                </a:lnTo>
                <a:lnTo>
                  <a:pt x="138010" y="115836"/>
                </a:lnTo>
                <a:lnTo>
                  <a:pt x="145783" y="117906"/>
                </a:lnTo>
                <a:lnTo>
                  <a:pt x="225309" y="71983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54600" y="3864078"/>
            <a:ext cx="1473200" cy="3429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118087" y="3957626"/>
            <a:ext cx="1233170" cy="116839"/>
          </a:xfrm>
          <a:custGeom>
            <a:avLst/>
            <a:gdLst/>
            <a:ahLst/>
            <a:cxnLst/>
            <a:rect l="l" t="t" r="r" b="b"/>
            <a:pathLst>
              <a:path w="1233170" h="116839">
                <a:moveTo>
                  <a:pt x="1211149" y="71627"/>
                </a:moveTo>
                <a:lnTo>
                  <a:pt x="1160830" y="71627"/>
                </a:lnTo>
                <a:lnTo>
                  <a:pt x="1119174" y="95973"/>
                </a:lnTo>
                <a:lnTo>
                  <a:pt x="1117142" y="103759"/>
                </a:lnTo>
                <a:lnTo>
                  <a:pt x="1122451" y="112839"/>
                </a:lnTo>
                <a:lnTo>
                  <a:pt x="1125270" y="114858"/>
                </a:lnTo>
                <a:lnTo>
                  <a:pt x="1131569" y="116509"/>
                </a:lnTo>
                <a:lnTo>
                  <a:pt x="1135024" y="116128"/>
                </a:lnTo>
                <a:lnTo>
                  <a:pt x="1211149" y="71627"/>
                </a:lnTo>
                <a:close/>
              </a:path>
              <a:path w="1233170" h="116839">
                <a:moveTo>
                  <a:pt x="1131887" y="0"/>
                </a:moveTo>
                <a:lnTo>
                  <a:pt x="1124102" y="2044"/>
                </a:lnTo>
                <a:lnTo>
                  <a:pt x="1117053" y="14173"/>
                </a:lnTo>
                <a:lnTo>
                  <a:pt x="1119111" y="21945"/>
                </a:lnTo>
                <a:lnTo>
                  <a:pt x="1160805" y="46227"/>
                </a:lnTo>
                <a:lnTo>
                  <a:pt x="0" y="47332"/>
                </a:lnTo>
                <a:lnTo>
                  <a:pt x="25" y="72732"/>
                </a:lnTo>
                <a:lnTo>
                  <a:pt x="1211149" y="71627"/>
                </a:lnTo>
                <a:lnTo>
                  <a:pt x="1233004" y="58851"/>
                </a:lnTo>
                <a:lnTo>
                  <a:pt x="1131887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69000" y="4105378"/>
            <a:ext cx="508000" cy="1066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32500" y="4192576"/>
            <a:ext cx="269240" cy="895350"/>
          </a:xfrm>
          <a:custGeom>
            <a:avLst/>
            <a:gdLst/>
            <a:ahLst/>
            <a:cxnLst/>
            <a:rect l="l" t="t" r="r" b="b"/>
            <a:pathLst>
              <a:path w="269239" h="895350">
                <a:moveTo>
                  <a:pt x="171881" y="0"/>
                </a:moveTo>
                <a:lnTo>
                  <a:pt x="163995" y="1549"/>
                </a:lnTo>
                <a:lnTo>
                  <a:pt x="156184" y="13195"/>
                </a:lnTo>
                <a:lnTo>
                  <a:pt x="157734" y="21082"/>
                </a:lnTo>
                <a:lnTo>
                  <a:pt x="202171" y="50914"/>
                </a:lnTo>
                <a:lnTo>
                  <a:pt x="5689" y="50914"/>
                </a:lnTo>
                <a:lnTo>
                  <a:pt x="0" y="56603"/>
                </a:lnTo>
                <a:lnTo>
                  <a:pt x="0" y="894956"/>
                </a:lnTo>
                <a:lnTo>
                  <a:pt x="25400" y="894956"/>
                </a:lnTo>
                <a:lnTo>
                  <a:pt x="25400" y="76314"/>
                </a:lnTo>
                <a:lnTo>
                  <a:pt x="246884" y="76314"/>
                </a:lnTo>
                <a:lnTo>
                  <a:pt x="269036" y="65201"/>
                </a:lnTo>
                <a:lnTo>
                  <a:pt x="171881" y="0"/>
                </a:lnTo>
                <a:close/>
              </a:path>
              <a:path w="269239" h="895350">
                <a:moveTo>
                  <a:pt x="246884" y="76314"/>
                </a:moveTo>
                <a:lnTo>
                  <a:pt x="190246" y="76314"/>
                </a:lnTo>
                <a:lnTo>
                  <a:pt x="153060" y="94970"/>
                </a:lnTo>
                <a:lnTo>
                  <a:pt x="150533" y="102603"/>
                </a:lnTo>
                <a:lnTo>
                  <a:pt x="156819" y="115138"/>
                </a:lnTo>
                <a:lnTo>
                  <a:pt x="164452" y="117665"/>
                </a:lnTo>
                <a:lnTo>
                  <a:pt x="246884" y="76314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80200" y="3838678"/>
            <a:ext cx="647700" cy="3429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743700" y="3933521"/>
            <a:ext cx="410209" cy="116839"/>
          </a:xfrm>
          <a:custGeom>
            <a:avLst/>
            <a:gdLst/>
            <a:ahLst/>
            <a:cxnLst/>
            <a:rect l="l" t="t" r="r" b="b"/>
            <a:pathLst>
              <a:path w="410209" h="116839">
                <a:moveTo>
                  <a:pt x="308609" y="0"/>
                </a:moveTo>
                <a:lnTo>
                  <a:pt x="302323" y="1650"/>
                </a:lnTo>
                <a:lnTo>
                  <a:pt x="299491" y="3682"/>
                </a:lnTo>
                <a:lnTo>
                  <a:pt x="294195" y="12763"/>
                </a:lnTo>
                <a:lnTo>
                  <a:pt x="296240" y="20548"/>
                </a:lnTo>
                <a:lnTo>
                  <a:pt x="337921" y="44856"/>
                </a:lnTo>
                <a:lnTo>
                  <a:pt x="0" y="44856"/>
                </a:lnTo>
                <a:lnTo>
                  <a:pt x="0" y="70256"/>
                </a:lnTo>
                <a:lnTo>
                  <a:pt x="337921" y="70256"/>
                </a:lnTo>
                <a:lnTo>
                  <a:pt x="296240" y="94576"/>
                </a:lnTo>
                <a:lnTo>
                  <a:pt x="294195" y="102349"/>
                </a:lnTo>
                <a:lnTo>
                  <a:pt x="301256" y="114465"/>
                </a:lnTo>
                <a:lnTo>
                  <a:pt x="309029" y="116509"/>
                </a:lnTo>
                <a:lnTo>
                  <a:pt x="410095" y="57556"/>
                </a:lnTo>
                <a:lnTo>
                  <a:pt x="312064" y="368"/>
                </a:lnTo>
                <a:lnTo>
                  <a:pt x="308609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73299" y="4554704"/>
            <a:ext cx="40384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1" u="none" strike="noStrike" kern="1200" cap="none" spc="30" normalizeH="0" baseline="9259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x</a:t>
            </a:r>
            <a:r>
              <a:rPr kumimoji="0" sz="1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  <a:r>
              <a:rPr kumimoji="0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−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1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982377" y="4557624"/>
            <a:ext cx="22550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x</a:t>
            </a:r>
            <a:r>
              <a:rPr kumimoji="0" sz="1800" b="0" i="1" u="none" strike="noStrike" kern="1200" cap="none" spc="0" normalizeH="0" baseline="-1388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  <a:endParaRPr kumimoji="0" sz="1800" b="0" i="0" u="none" strike="noStrike" kern="1200" cap="none" spc="0" normalizeH="0" baseline="-13888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84799" y="4595724"/>
            <a:ext cx="44098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1" u="none" strike="noStrike" kern="1200" cap="none" spc="30" normalizeH="0" baseline="9259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x</a:t>
            </a:r>
            <a:r>
              <a:rPr kumimoji="0" sz="1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+1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750947" y="3305671"/>
            <a:ext cx="344170" cy="274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1" u="none" strike="noStrike" kern="1200" cap="none" spc="-44" normalizeH="0" baseline="9259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h</a:t>
            </a:r>
            <a:r>
              <a:rPr kumimoji="0" sz="1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  <a:r>
              <a:rPr kumimoji="0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−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1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218343" y="3273604"/>
            <a:ext cx="1911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h</a:t>
            </a:r>
            <a:r>
              <a:rPr kumimoji="0" sz="1800" b="0" i="1" u="none" strike="noStrike" kern="1200" cap="none" spc="0" normalizeH="0" baseline="-1388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  <a:endParaRPr kumimoji="0" sz="1800" b="0" i="0" u="none" strike="noStrike" kern="1200" cap="none" spc="0" normalizeH="0" baseline="-13888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340100" y="35211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76200" y="0"/>
                </a:moveTo>
                <a:lnTo>
                  <a:pt x="46537" y="6486"/>
                </a:lnTo>
                <a:lnTo>
                  <a:pt x="22317" y="24177"/>
                </a:lnTo>
                <a:lnTo>
                  <a:pt x="5987" y="50417"/>
                </a:lnTo>
                <a:lnTo>
                  <a:pt x="0" y="82550"/>
                </a:lnTo>
                <a:lnTo>
                  <a:pt x="5987" y="114682"/>
                </a:lnTo>
                <a:lnTo>
                  <a:pt x="22317" y="140922"/>
                </a:lnTo>
                <a:lnTo>
                  <a:pt x="46537" y="158613"/>
                </a:lnTo>
                <a:lnTo>
                  <a:pt x="76200" y="165100"/>
                </a:lnTo>
                <a:lnTo>
                  <a:pt x="105862" y="158613"/>
                </a:lnTo>
                <a:lnTo>
                  <a:pt x="130082" y="140922"/>
                </a:lnTo>
                <a:lnTo>
                  <a:pt x="146412" y="114682"/>
                </a:lnTo>
                <a:lnTo>
                  <a:pt x="152400" y="82550"/>
                </a:lnTo>
                <a:lnTo>
                  <a:pt x="146412" y="50417"/>
                </a:lnTo>
                <a:lnTo>
                  <a:pt x="130082" y="24177"/>
                </a:lnTo>
                <a:lnTo>
                  <a:pt x="105862" y="6486"/>
                </a:lnTo>
                <a:lnTo>
                  <a:pt x="7620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40100" y="35211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0" y="82550"/>
                </a:moveTo>
                <a:lnTo>
                  <a:pt x="5988" y="50417"/>
                </a:lnTo>
                <a:lnTo>
                  <a:pt x="22318" y="24178"/>
                </a:lnTo>
                <a:lnTo>
                  <a:pt x="46539" y="6487"/>
                </a:lnTo>
                <a:lnTo>
                  <a:pt x="76200" y="0"/>
                </a:lnTo>
                <a:lnTo>
                  <a:pt x="105860" y="6487"/>
                </a:lnTo>
                <a:lnTo>
                  <a:pt x="130081" y="24178"/>
                </a:lnTo>
                <a:lnTo>
                  <a:pt x="146411" y="50417"/>
                </a:lnTo>
                <a:lnTo>
                  <a:pt x="152400" y="82550"/>
                </a:lnTo>
                <a:lnTo>
                  <a:pt x="146411" y="114682"/>
                </a:lnTo>
                <a:lnTo>
                  <a:pt x="130081" y="140921"/>
                </a:lnTo>
                <a:lnTo>
                  <a:pt x="105860" y="158612"/>
                </a:lnTo>
                <a:lnTo>
                  <a:pt x="76200" y="165100"/>
                </a:lnTo>
                <a:lnTo>
                  <a:pt x="46539" y="158612"/>
                </a:lnTo>
                <a:lnTo>
                  <a:pt x="22318" y="140921"/>
                </a:lnTo>
                <a:lnTo>
                  <a:pt x="5988" y="114682"/>
                </a:lnTo>
                <a:lnTo>
                  <a:pt x="0" y="8255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40100" y="37751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76200" y="0"/>
                </a:moveTo>
                <a:lnTo>
                  <a:pt x="46537" y="6486"/>
                </a:lnTo>
                <a:lnTo>
                  <a:pt x="22317" y="24177"/>
                </a:lnTo>
                <a:lnTo>
                  <a:pt x="5987" y="50417"/>
                </a:lnTo>
                <a:lnTo>
                  <a:pt x="0" y="82550"/>
                </a:lnTo>
                <a:lnTo>
                  <a:pt x="5987" y="114682"/>
                </a:lnTo>
                <a:lnTo>
                  <a:pt x="22317" y="140922"/>
                </a:lnTo>
                <a:lnTo>
                  <a:pt x="46537" y="158613"/>
                </a:lnTo>
                <a:lnTo>
                  <a:pt x="76200" y="165100"/>
                </a:lnTo>
                <a:lnTo>
                  <a:pt x="105862" y="158613"/>
                </a:lnTo>
                <a:lnTo>
                  <a:pt x="130082" y="140922"/>
                </a:lnTo>
                <a:lnTo>
                  <a:pt x="146412" y="114682"/>
                </a:lnTo>
                <a:lnTo>
                  <a:pt x="152400" y="82550"/>
                </a:lnTo>
                <a:lnTo>
                  <a:pt x="146412" y="50417"/>
                </a:lnTo>
                <a:lnTo>
                  <a:pt x="130082" y="24177"/>
                </a:lnTo>
                <a:lnTo>
                  <a:pt x="105862" y="6486"/>
                </a:lnTo>
                <a:lnTo>
                  <a:pt x="7620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40100" y="37751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0" y="82550"/>
                </a:moveTo>
                <a:lnTo>
                  <a:pt x="5988" y="50417"/>
                </a:lnTo>
                <a:lnTo>
                  <a:pt x="22318" y="24178"/>
                </a:lnTo>
                <a:lnTo>
                  <a:pt x="46539" y="6487"/>
                </a:lnTo>
                <a:lnTo>
                  <a:pt x="76200" y="0"/>
                </a:lnTo>
                <a:lnTo>
                  <a:pt x="105860" y="6487"/>
                </a:lnTo>
                <a:lnTo>
                  <a:pt x="130081" y="24178"/>
                </a:lnTo>
                <a:lnTo>
                  <a:pt x="146411" y="50417"/>
                </a:lnTo>
                <a:lnTo>
                  <a:pt x="152400" y="82550"/>
                </a:lnTo>
                <a:lnTo>
                  <a:pt x="146411" y="114682"/>
                </a:lnTo>
                <a:lnTo>
                  <a:pt x="130081" y="140921"/>
                </a:lnTo>
                <a:lnTo>
                  <a:pt x="105860" y="158612"/>
                </a:lnTo>
                <a:lnTo>
                  <a:pt x="76200" y="165100"/>
                </a:lnTo>
                <a:lnTo>
                  <a:pt x="46539" y="158612"/>
                </a:lnTo>
                <a:lnTo>
                  <a:pt x="22318" y="140921"/>
                </a:lnTo>
                <a:lnTo>
                  <a:pt x="5988" y="114682"/>
                </a:lnTo>
                <a:lnTo>
                  <a:pt x="0" y="8255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340100" y="40291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76200" y="0"/>
                </a:moveTo>
                <a:lnTo>
                  <a:pt x="46537" y="6486"/>
                </a:lnTo>
                <a:lnTo>
                  <a:pt x="22317" y="24177"/>
                </a:lnTo>
                <a:lnTo>
                  <a:pt x="5987" y="50417"/>
                </a:lnTo>
                <a:lnTo>
                  <a:pt x="0" y="82550"/>
                </a:lnTo>
                <a:lnTo>
                  <a:pt x="5987" y="114682"/>
                </a:lnTo>
                <a:lnTo>
                  <a:pt x="22317" y="140922"/>
                </a:lnTo>
                <a:lnTo>
                  <a:pt x="46537" y="158613"/>
                </a:lnTo>
                <a:lnTo>
                  <a:pt x="76200" y="165100"/>
                </a:lnTo>
                <a:lnTo>
                  <a:pt x="105862" y="158613"/>
                </a:lnTo>
                <a:lnTo>
                  <a:pt x="130082" y="140922"/>
                </a:lnTo>
                <a:lnTo>
                  <a:pt x="146412" y="114682"/>
                </a:lnTo>
                <a:lnTo>
                  <a:pt x="152400" y="82550"/>
                </a:lnTo>
                <a:lnTo>
                  <a:pt x="146412" y="50417"/>
                </a:lnTo>
                <a:lnTo>
                  <a:pt x="130082" y="24177"/>
                </a:lnTo>
                <a:lnTo>
                  <a:pt x="105862" y="6486"/>
                </a:lnTo>
                <a:lnTo>
                  <a:pt x="7620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340100" y="40291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0" y="82550"/>
                </a:moveTo>
                <a:lnTo>
                  <a:pt x="5988" y="50417"/>
                </a:lnTo>
                <a:lnTo>
                  <a:pt x="22318" y="24178"/>
                </a:lnTo>
                <a:lnTo>
                  <a:pt x="46539" y="6487"/>
                </a:lnTo>
                <a:lnTo>
                  <a:pt x="76200" y="0"/>
                </a:lnTo>
                <a:lnTo>
                  <a:pt x="105860" y="6487"/>
                </a:lnTo>
                <a:lnTo>
                  <a:pt x="130081" y="24178"/>
                </a:lnTo>
                <a:lnTo>
                  <a:pt x="146411" y="50417"/>
                </a:lnTo>
                <a:lnTo>
                  <a:pt x="152400" y="82550"/>
                </a:lnTo>
                <a:lnTo>
                  <a:pt x="146411" y="114682"/>
                </a:lnTo>
                <a:lnTo>
                  <a:pt x="130081" y="140921"/>
                </a:lnTo>
                <a:lnTo>
                  <a:pt x="105860" y="158612"/>
                </a:lnTo>
                <a:lnTo>
                  <a:pt x="76200" y="165100"/>
                </a:lnTo>
                <a:lnTo>
                  <a:pt x="46539" y="158612"/>
                </a:lnTo>
                <a:lnTo>
                  <a:pt x="22318" y="140921"/>
                </a:lnTo>
                <a:lnTo>
                  <a:pt x="5988" y="114682"/>
                </a:lnTo>
                <a:lnTo>
                  <a:pt x="0" y="8255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340100" y="42831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76200" y="0"/>
                </a:moveTo>
                <a:lnTo>
                  <a:pt x="46537" y="6486"/>
                </a:lnTo>
                <a:lnTo>
                  <a:pt x="22317" y="24177"/>
                </a:lnTo>
                <a:lnTo>
                  <a:pt x="5987" y="50417"/>
                </a:lnTo>
                <a:lnTo>
                  <a:pt x="0" y="82550"/>
                </a:lnTo>
                <a:lnTo>
                  <a:pt x="5987" y="114682"/>
                </a:lnTo>
                <a:lnTo>
                  <a:pt x="22317" y="140922"/>
                </a:lnTo>
                <a:lnTo>
                  <a:pt x="46537" y="158613"/>
                </a:lnTo>
                <a:lnTo>
                  <a:pt x="76200" y="165100"/>
                </a:lnTo>
                <a:lnTo>
                  <a:pt x="105862" y="158613"/>
                </a:lnTo>
                <a:lnTo>
                  <a:pt x="130082" y="140922"/>
                </a:lnTo>
                <a:lnTo>
                  <a:pt x="146412" y="114682"/>
                </a:lnTo>
                <a:lnTo>
                  <a:pt x="152400" y="82550"/>
                </a:lnTo>
                <a:lnTo>
                  <a:pt x="146412" y="50417"/>
                </a:lnTo>
                <a:lnTo>
                  <a:pt x="130082" y="24177"/>
                </a:lnTo>
                <a:lnTo>
                  <a:pt x="105862" y="6486"/>
                </a:lnTo>
                <a:lnTo>
                  <a:pt x="7620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340100" y="42831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0" y="82550"/>
                </a:moveTo>
                <a:lnTo>
                  <a:pt x="5988" y="50417"/>
                </a:lnTo>
                <a:lnTo>
                  <a:pt x="22318" y="24178"/>
                </a:lnTo>
                <a:lnTo>
                  <a:pt x="46539" y="6487"/>
                </a:lnTo>
                <a:lnTo>
                  <a:pt x="76200" y="0"/>
                </a:lnTo>
                <a:lnTo>
                  <a:pt x="105860" y="6487"/>
                </a:lnTo>
                <a:lnTo>
                  <a:pt x="130081" y="24178"/>
                </a:lnTo>
                <a:lnTo>
                  <a:pt x="146411" y="50417"/>
                </a:lnTo>
                <a:lnTo>
                  <a:pt x="152400" y="82550"/>
                </a:lnTo>
                <a:lnTo>
                  <a:pt x="146411" y="114682"/>
                </a:lnTo>
                <a:lnTo>
                  <a:pt x="130081" y="140921"/>
                </a:lnTo>
                <a:lnTo>
                  <a:pt x="105860" y="158612"/>
                </a:lnTo>
                <a:lnTo>
                  <a:pt x="76200" y="165100"/>
                </a:lnTo>
                <a:lnTo>
                  <a:pt x="46539" y="158612"/>
                </a:lnTo>
                <a:lnTo>
                  <a:pt x="22318" y="140921"/>
                </a:lnTo>
                <a:lnTo>
                  <a:pt x="5988" y="114682"/>
                </a:lnTo>
                <a:lnTo>
                  <a:pt x="0" y="8255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213099" y="3406878"/>
            <a:ext cx="393700" cy="1168400"/>
          </a:xfrm>
          <a:custGeom>
            <a:avLst/>
            <a:gdLst/>
            <a:ahLst/>
            <a:cxnLst/>
            <a:rect l="l" t="t" r="r" b="b"/>
            <a:pathLst>
              <a:path w="393700" h="1168400">
                <a:moveTo>
                  <a:pt x="328082" y="0"/>
                </a:moveTo>
                <a:lnTo>
                  <a:pt x="353623" y="5156"/>
                </a:lnTo>
                <a:lnTo>
                  <a:pt x="374481" y="19218"/>
                </a:lnTo>
                <a:lnTo>
                  <a:pt x="388543" y="40076"/>
                </a:lnTo>
                <a:lnTo>
                  <a:pt x="393700" y="65617"/>
                </a:lnTo>
                <a:lnTo>
                  <a:pt x="393700" y="1102780"/>
                </a:lnTo>
                <a:lnTo>
                  <a:pt x="388543" y="1128322"/>
                </a:lnTo>
                <a:lnTo>
                  <a:pt x="374481" y="1149180"/>
                </a:lnTo>
                <a:lnTo>
                  <a:pt x="353623" y="1163243"/>
                </a:lnTo>
                <a:lnTo>
                  <a:pt x="328082" y="1168400"/>
                </a:lnTo>
                <a:lnTo>
                  <a:pt x="65618" y="1168400"/>
                </a:lnTo>
                <a:lnTo>
                  <a:pt x="40076" y="1163243"/>
                </a:lnTo>
                <a:lnTo>
                  <a:pt x="19219" y="1149180"/>
                </a:lnTo>
                <a:lnTo>
                  <a:pt x="5156" y="1128322"/>
                </a:lnTo>
                <a:lnTo>
                  <a:pt x="0" y="1102780"/>
                </a:lnTo>
                <a:lnTo>
                  <a:pt x="0" y="65617"/>
                </a:lnTo>
                <a:lnTo>
                  <a:pt x="5156" y="40076"/>
                </a:lnTo>
                <a:lnTo>
                  <a:pt x="19219" y="19218"/>
                </a:lnTo>
                <a:lnTo>
                  <a:pt x="40076" y="5156"/>
                </a:lnTo>
                <a:lnTo>
                  <a:pt x="65618" y="0"/>
                </a:lnTo>
                <a:lnTo>
                  <a:pt x="328082" y="0"/>
                </a:lnTo>
                <a:close/>
              </a:path>
            </a:pathLst>
          </a:custGeom>
          <a:ln w="25400">
            <a:solidFill>
              <a:srgbClr val="605435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477000" y="35465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76200" y="0"/>
                </a:moveTo>
                <a:lnTo>
                  <a:pt x="46537" y="6486"/>
                </a:lnTo>
                <a:lnTo>
                  <a:pt x="22317" y="24177"/>
                </a:lnTo>
                <a:lnTo>
                  <a:pt x="5987" y="50417"/>
                </a:lnTo>
                <a:lnTo>
                  <a:pt x="0" y="82550"/>
                </a:lnTo>
                <a:lnTo>
                  <a:pt x="5987" y="114682"/>
                </a:lnTo>
                <a:lnTo>
                  <a:pt x="22317" y="140922"/>
                </a:lnTo>
                <a:lnTo>
                  <a:pt x="46537" y="158613"/>
                </a:lnTo>
                <a:lnTo>
                  <a:pt x="76200" y="165100"/>
                </a:lnTo>
                <a:lnTo>
                  <a:pt x="105862" y="158613"/>
                </a:lnTo>
                <a:lnTo>
                  <a:pt x="130082" y="140922"/>
                </a:lnTo>
                <a:lnTo>
                  <a:pt x="146412" y="114682"/>
                </a:lnTo>
                <a:lnTo>
                  <a:pt x="152400" y="82550"/>
                </a:lnTo>
                <a:lnTo>
                  <a:pt x="146412" y="50417"/>
                </a:lnTo>
                <a:lnTo>
                  <a:pt x="130082" y="24177"/>
                </a:lnTo>
                <a:lnTo>
                  <a:pt x="105862" y="6486"/>
                </a:lnTo>
                <a:lnTo>
                  <a:pt x="7620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477000" y="35465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0" y="82550"/>
                </a:moveTo>
                <a:lnTo>
                  <a:pt x="5988" y="50417"/>
                </a:lnTo>
                <a:lnTo>
                  <a:pt x="22318" y="24178"/>
                </a:lnTo>
                <a:lnTo>
                  <a:pt x="46539" y="6487"/>
                </a:lnTo>
                <a:lnTo>
                  <a:pt x="76200" y="0"/>
                </a:lnTo>
                <a:lnTo>
                  <a:pt x="105860" y="6487"/>
                </a:lnTo>
                <a:lnTo>
                  <a:pt x="130081" y="24178"/>
                </a:lnTo>
                <a:lnTo>
                  <a:pt x="146411" y="50417"/>
                </a:lnTo>
                <a:lnTo>
                  <a:pt x="152400" y="82550"/>
                </a:lnTo>
                <a:lnTo>
                  <a:pt x="146411" y="114682"/>
                </a:lnTo>
                <a:lnTo>
                  <a:pt x="130081" y="140921"/>
                </a:lnTo>
                <a:lnTo>
                  <a:pt x="105860" y="158612"/>
                </a:lnTo>
                <a:lnTo>
                  <a:pt x="76200" y="165100"/>
                </a:lnTo>
                <a:lnTo>
                  <a:pt x="46539" y="158612"/>
                </a:lnTo>
                <a:lnTo>
                  <a:pt x="22318" y="140921"/>
                </a:lnTo>
                <a:lnTo>
                  <a:pt x="5988" y="114682"/>
                </a:lnTo>
                <a:lnTo>
                  <a:pt x="0" y="8255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477000" y="38005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76200" y="0"/>
                </a:moveTo>
                <a:lnTo>
                  <a:pt x="46537" y="6486"/>
                </a:lnTo>
                <a:lnTo>
                  <a:pt x="22317" y="24177"/>
                </a:lnTo>
                <a:lnTo>
                  <a:pt x="5987" y="50417"/>
                </a:lnTo>
                <a:lnTo>
                  <a:pt x="0" y="82550"/>
                </a:lnTo>
                <a:lnTo>
                  <a:pt x="5987" y="114682"/>
                </a:lnTo>
                <a:lnTo>
                  <a:pt x="22317" y="140922"/>
                </a:lnTo>
                <a:lnTo>
                  <a:pt x="46537" y="158613"/>
                </a:lnTo>
                <a:lnTo>
                  <a:pt x="76200" y="165100"/>
                </a:lnTo>
                <a:lnTo>
                  <a:pt x="105862" y="158613"/>
                </a:lnTo>
                <a:lnTo>
                  <a:pt x="130082" y="140922"/>
                </a:lnTo>
                <a:lnTo>
                  <a:pt x="146412" y="114682"/>
                </a:lnTo>
                <a:lnTo>
                  <a:pt x="152400" y="82550"/>
                </a:lnTo>
                <a:lnTo>
                  <a:pt x="146412" y="50417"/>
                </a:lnTo>
                <a:lnTo>
                  <a:pt x="130082" y="24177"/>
                </a:lnTo>
                <a:lnTo>
                  <a:pt x="105862" y="6486"/>
                </a:lnTo>
                <a:lnTo>
                  <a:pt x="7620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477000" y="38005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0" y="82550"/>
                </a:moveTo>
                <a:lnTo>
                  <a:pt x="5988" y="50417"/>
                </a:lnTo>
                <a:lnTo>
                  <a:pt x="22318" y="24178"/>
                </a:lnTo>
                <a:lnTo>
                  <a:pt x="46539" y="6487"/>
                </a:lnTo>
                <a:lnTo>
                  <a:pt x="76200" y="0"/>
                </a:lnTo>
                <a:lnTo>
                  <a:pt x="105860" y="6487"/>
                </a:lnTo>
                <a:lnTo>
                  <a:pt x="130081" y="24178"/>
                </a:lnTo>
                <a:lnTo>
                  <a:pt x="146411" y="50417"/>
                </a:lnTo>
                <a:lnTo>
                  <a:pt x="152400" y="82550"/>
                </a:lnTo>
                <a:lnTo>
                  <a:pt x="146411" y="114682"/>
                </a:lnTo>
                <a:lnTo>
                  <a:pt x="130081" y="140921"/>
                </a:lnTo>
                <a:lnTo>
                  <a:pt x="105860" y="158612"/>
                </a:lnTo>
                <a:lnTo>
                  <a:pt x="76200" y="165100"/>
                </a:lnTo>
                <a:lnTo>
                  <a:pt x="46539" y="158612"/>
                </a:lnTo>
                <a:lnTo>
                  <a:pt x="22318" y="140921"/>
                </a:lnTo>
                <a:lnTo>
                  <a:pt x="5988" y="114682"/>
                </a:lnTo>
                <a:lnTo>
                  <a:pt x="0" y="8255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77000" y="40545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76200" y="0"/>
                </a:moveTo>
                <a:lnTo>
                  <a:pt x="46537" y="6486"/>
                </a:lnTo>
                <a:lnTo>
                  <a:pt x="22317" y="24177"/>
                </a:lnTo>
                <a:lnTo>
                  <a:pt x="5987" y="50417"/>
                </a:lnTo>
                <a:lnTo>
                  <a:pt x="0" y="82550"/>
                </a:lnTo>
                <a:lnTo>
                  <a:pt x="5987" y="114682"/>
                </a:lnTo>
                <a:lnTo>
                  <a:pt x="22317" y="140922"/>
                </a:lnTo>
                <a:lnTo>
                  <a:pt x="46537" y="158613"/>
                </a:lnTo>
                <a:lnTo>
                  <a:pt x="76200" y="165100"/>
                </a:lnTo>
                <a:lnTo>
                  <a:pt x="105862" y="158613"/>
                </a:lnTo>
                <a:lnTo>
                  <a:pt x="130082" y="140922"/>
                </a:lnTo>
                <a:lnTo>
                  <a:pt x="146412" y="114682"/>
                </a:lnTo>
                <a:lnTo>
                  <a:pt x="152400" y="82550"/>
                </a:lnTo>
                <a:lnTo>
                  <a:pt x="146412" y="50417"/>
                </a:lnTo>
                <a:lnTo>
                  <a:pt x="130082" y="24177"/>
                </a:lnTo>
                <a:lnTo>
                  <a:pt x="105862" y="6486"/>
                </a:lnTo>
                <a:lnTo>
                  <a:pt x="7620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477000" y="40545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0" y="82550"/>
                </a:moveTo>
                <a:lnTo>
                  <a:pt x="5988" y="50417"/>
                </a:lnTo>
                <a:lnTo>
                  <a:pt x="22318" y="24178"/>
                </a:lnTo>
                <a:lnTo>
                  <a:pt x="46539" y="6487"/>
                </a:lnTo>
                <a:lnTo>
                  <a:pt x="76200" y="0"/>
                </a:lnTo>
                <a:lnTo>
                  <a:pt x="105860" y="6487"/>
                </a:lnTo>
                <a:lnTo>
                  <a:pt x="130081" y="24178"/>
                </a:lnTo>
                <a:lnTo>
                  <a:pt x="146411" y="50417"/>
                </a:lnTo>
                <a:lnTo>
                  <a:pt x="152400" y="82550"/>
                </a:lnTo>
                <a:lnTo>
                  <a:pt x="146411" y="114682"/>
                </a:lnTo>
                <a:lnTo>
                  <a:pt x="130081" y="140921"/>
                </a:lnTo>
                <a:lnTo>
                  <a:pt x="105860" y="158612"/>
                </a:lnTo>
                <a:lnTo>
                  <a:pt x="76200" y="165100"/>
                </a:lnTo>
                <a:lnTo>
                  <a:pt x="46539" y="158612"/>
                </a:lnTo>
                <a:lnTo>
                  <a:pt x="22318" y="140921"/>
                </a:lnTo>
                <a:lnTo>
                  <a:pt x="5988" y="114682"/>
                </a:lnTo>
                <a:lnTo>
                  <a:pt x="0" y="8255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477000" y="4295878"/>
            <a:ext cx="152400" cy="177800"/>
          </a:xfrm>
          <a:custGeom>
            <a:avLst/>
            <a:gdLst/>
            <a:ahLst/>
            <a:cxnLst/>
            <a:rect l="l" t="t" r="r" b="b"/>
            <a:pathLst>
              <a:path w="152400" h="177800">
                <a:moveTo>
                  <a:pt x="76200" y="0"/>
                </a:moveTo>
                <a:lnTo>
                  <a:pt x="46537" y="6986"/>
                </a:lnTo>
                <a:lnTo>
                  <a:pt x="22317" y="26038"/>
                </a:lnTo>
                <a:lnTo>
                  <a:pt x="5987" y="54296"/>
                </a:lnTo>
                <a:lnTo>
                  <a:pt x="0" y="88900"/>
                </a:lnTo>
                <a:lnTo>
                  <a:pt x="5987" y="123503"/>
                </a:lnTo>
                <a:lnTo>
                  <a:pt x="22317" y="151761"/>
                </a:lnTo>
                <a:lnTo>
                  <a:pt x="46537" y="170813"/>
                </a:lnTo>
                <a:lnTo>
                  <a:pt x="76200" y="177800"/>
                </a:lnTo>
                <a:lnTo>
                  <a:pt x="105862" y="170813"/>
                </a:lnTo>
                <a:lnTo>
                  <a:pt x="130082" y="151761"/>
                </a:lnTo>
                <a:lnTo>
                  <a:pt x="146412" y="123503"/>
                </a:lnTo>
                <a:lnTo>
                  <a:pt x="152400" y="88900"/>
                </a:lnTo>
                <a:lnTo>
                  <a:pt x="146412" y="54296"/>
                </a:lnTo>
                <a:lnTo>
                  <a:pt x="130082" y="26038"/>
                </a:lnTo>
                <a:lnTo>
                  <a:pt x="105862" y="6986"/>
                </a:lnTo>
                <a:lnTo>
                  <a:pt x="7620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477000" y="4295878"/>
            <a:ext cx="152400" cy="177800"/>
          </a:xfrm>
          <a:custGeom>
            <a:avLst/>
            <a:gdLst/>
            <a:ahLst/>
            <a:cxnLst/>
            <a:rect l="l" t="t" r="r" b="b"/>
            <a:pathLst>
              <a:path w="152400" h="177800">
                <a:moveTo>
                  <a:pt x="0" y="88900"/>
                </a:moveTo>
                <a:lnTo>
                  <a:pt x="5988" y="54296"/>
                </a:lnTo>
                <a:lnTo>
                  <a:pt x="22318" y="26038"/>
                </a:lnTo>
                <a:lnTo>
                  <a:pt x="46539" y="6986"/>
                </a:lnTo>
                <a:lnTo>
                  <a:pt x="76200" y="0"/>
                </a:lnTo>
                <a:lnTo>
                  <a:pt x="105860" y="6986"/>
                </a:lnTo>
                <a:lnTo>
                  <a:pt x="130081" y="26038"/>
                </a:lnTo>
                <a:lnTo>
                  <a:pt x="146411" y="54296"/>
                </a:lnTo>
                <a:lnTo>
                  <a:pt x="152400" y="88900"/>
                </a:lnTo>
                <a:lnTo>
                  <a:pt x="146411" y="123503"/>
                </a:lnTo>
                <a:lnTo>
                  <a:pt x="130081" y="151761"/>
                </a:lnTo>
                <a:lnTo>
                  <a:pt x="105860" y="170813"/>
                </a:lnTo>
                <a:lnTo>
                  <a:pt x="76200" y="177800"/>
                </a:lnTo>
                <a:lnTo>
                  <a:pt x="46539" y="170813"/>
                </a:lnTo>
                <a:lnTo>
                  <a:pt x="22318" y="151761"/>
                </a:lnTo>
                <a:lnTo>
                  <a:pt x="5988" y="123503"/>
                </a:lnTo>
                <a:lnTo>
                  <a:pt x="0" y="8890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349999" y="3432278"/>
            <a:ext cx="393700" cy="1168400"/>
          </a:xfrm>
          <a:custGeom>
            <a:avLst/>
            <a:gdLst/>
            <a:ahLst/>
            <a:cxnLst/>
            <a:rect l="l" t="t" r="r" b="b"/>
            <a:pathLst>
              <a:path w="393700" h="1168400">
                <a:moveTo>
                  <a:pt x="328082" y="0"/>
                </a:moveTo>
                <a:lnTo>
                  <a:pt x="353623" y="5156"/>
                </a:lnTo>
                <a:lnTo>
                  <a:pt x="374481" y="19218"/>
                </a:lnTo>
                <a:lnTo>
                  <a:pt x="388543" y="40076"/>
                </a:lnTo>
                <a:lnTo>
                  <a:pt x="393700" y="65617"/>
                </a:lnTo>
                <a:lnTo>
                  <a:pt x="393700" y="1102780"/>
                </a:lnTo>
                <a:lnTo>
                  <a:pt x="388543" y="1128322"/>
                </a:lnTo>
                <a:lnTo>
                  <a:pt x="374481" y="1149180"/>
                </a:lnTo>
                <a:lnTo>
                  <a:pt x="353623" y="1163243"/>
                </a:lnTo>
                <a:lnTo>
                  <a:pt x="328082" y="1168400"/>
                </a:lnTo>
                <a:lnTo>
                  <a:pt x="65618" y="1168400"/>
                </a:lnTo>
                <a:lnTo>
                  <a:pt x="40076" y="1163243"/>
                </a:lnTo>
                <a:lnTo>
                  <a:pt x="19219" y="1149180"/>
                </a:lnTo>
                <a:lnTo>
                  <a:pt x="5156" y="1128322"/>
                </a:lnTo>
                <a:lnTo>
                  <a:pt x="0" y="1102780"/>
                </a:lnTo>
                <a:lnTo>
                  <a:pt x="0" y="65617"/>
                </a:lnTo>
                <a:lnTo>
                  <a:pt x="5156" y="40076"/>
                </a:lnTo>
                <a:lnTo>
                  <a:pt x="19219" y="19218"/>
                </a:lnTo>
                <a:lnTo>
                  <a:pt x="40076" y="5156"/>
                </a:lnTo>
                <a:lnTo>
                  <a:pt x="65618" y="0"/>
                </a:lnTo>
                <a:lnTo>
                  <a:pt x="328082" y="0"/>
                </a:lnTo>
                <a:close/>
              </a:path>
            </a:pathLst>
          </a:custGeom>
          <a:ln w="25400">
            <a:solidFill>
              <a:srgbClr val="605435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838700" y="35465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50417" y="6486"/>
                </a:lnTo>
                <a:lnTo>
                  <a:pt x="24177" y="24177"/>
                </a:lnTo>
                <a:lnTo>
                  <a:pt x="6486" y="50417"/>
                </a:lnTo>
                <a:lnTo>
                  <a:pt x="0" y="82550"/>
                </a:lnTo>
                <a:lnTo>
                  <a:pt x="6486" y="114682"/>
                </a:lnTo>
                <a:lnTo>
                  <a:pt x="24177" y="140922"/>
                </a:lnTo>
                <a:lnTo>
                  <a:pt x="50417" y="158613"/>
                </a:lnTo>
                <a:lnTo>
                  <a:pt x="82550" y="165100"/>
                </a:lnTo>
                <a:lnTo>
                  <a:pt x="114682" y="158613"/>
                </a:lnTo>
                <a:lnTo>
                  <a:pt x="140922" y="140922"/>
                </a:lnTo>
                <a:lnTo>
                  <a:pt x="158613" y="114682"/>
                </a:lnTo>
                <a:lnTo>
                  <a:pt x="165100" y="82550"/>
                </a:lnTo>
                <a:lnTo>
                  <a:pt x="158613" y="50417"/>
                </a:lnTo>
                <a:lnTo>
                  <a:pt x="140922" y="24177"/>
                </a:lnTo>
                <a:lnTo>
                  <a:pt x="114682" y="6486"/>
                </a:lnTo>
                <a:lnTo>
                  <a:pt x="8255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838700" y="35465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82550"/>
                </a:moveTo>
                <a:lnTo>
                  <a:pt x="6487" y="50417"/>
                </a:lnTo>
                <a:lnTo>
                  <a:pt x="24178" y="24178"/>
                </a:lnTo>
                <a:lnTo>
                  <a:pt x="50417" y="6487"/>
                </a:lnTo>
                <a:lnTo>
                  <a:pt x="82550" y="0"/>
                </a:lnTo>
                <a:lnTo>
                  <a:pt x="114682" y="6487"/>
                </a:lnTo>
                <a:lnTo>
                  <a:pt x="140921" y="24178"/>
                </a:lnTo>
                <a:lnTo>
                  <a:pt x="158612" y="50417"/>
                </a:lnTo>
                <a:lnTo>
                  <a:pt x="165100" y="82550"/>
                </a:lnTo>
                <a:lnTo>
                  <a:pt x="158612" y="114682"/>
                </a:lnTo>
                <a:lnTo>
                  <a:pt x="140921" y="140921"/>
                </a:lnTo>
                <a:lnTo>
                  <a:pt x="114682" y="158612"/>
                </a:lnTo>
                <a:lnTo>
                  <a:pt x="82550" y="165100"/>
                </a:lnTo>
                <a:lnTo>
                  <a:pt x="50417" y="158612"/>
                </a:lnTo>
                <a:lnTo>
                  <a:pt x="24178" y="140921"/>
                </a:lnTo>
                <a:lnTo>
                  <a:pt x="6487" y="114682"/>
                </a:lnTo>
                <a:lnTo>
                  <a:pt x="0" y="8255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838700" y="38005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50417" y="6486"/>
                </a:lnTo>
                <a:lnTo>
                  <a:pt x="24177" y="24177"/>
                </a:lnTo>
                <a:lnTo>
                  <a:pt x="6486" y="50417"/>
                </a:lnTo>
                <a:lnTo>
                  <a:pt x="0" y="82550"/>
                </a:lnTo>
                <a:lnTo>
                  <a:pt x="6486" y="114682"/>
                </a:lnTo>
                <a:lnTo>
                  <a:pt x="24177" y="140922"/>
                </a:lnTo>
                <a:lnTo>
                  <a:pt x="50417" y="158613"/>
                </a:lnTo>
                <a:lnTo>
                  <a:pt x="82550" y="165100"/>
                </a:lnTo>
                <a:lnTo>
                  <a:pt x="114682" y="158613"/>
                </a:lnTo>
                <a:lnTo>
                  <a:pt x="140922" y="140922"/>
                </a:lnTo>
                <a:lnTo>
                  <a:pt x="158613" y="114682"/>
                </a:lnTo>
                <a:lnTo>
                  <a:pt x="165100" y="82550"/>
                </a:lnTo>
                <a:lnTo>
                  <a:pt x="158613" y="50417"/>
                </a:lnTo>
                <a:lnTo>
                  <a:pt x="140922" y="24177"/>
                </a:lnTo>
                <a:lnTo>
                  <a:pt x="114682" y="6486"/>
                </a:lnTo>
                <a:lnTo>
                  <a:pt x="8255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838700" y="38005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82550"/>
                </a:moveTo>
                <a:lnTo>
                  <a:pt x="6487" y="50417"/>
                </a:lnTo>
                <a:lnTo>
                  <a:pt x="24178" y="24178"/>
                </a:lnTo>
                <a:lnTo>
                  <a:pt x="50417" y="6487"/>
                </a:lnTo>
                <a:lnTo>
                  <a:pt x="82550" y="0"/>
                </a:lnTo>
                <a:lnTo>
                  <a:pt x="114682" y="6487"/>
                </a:lnTo>
                <a:lnTo>
                  <a:pt x="140921" y="24178"/>
                </a:lnTo>
                <a:lnTo>
                  <a:pt x="158612" y="50417"/>
                </a:lnTo>
                <a:lnTo>
                  <a:pt x="165100" y="82550"/>
                </a:lnTo>
                <a:lnTo>
                  <a:pt x="158612" y="114682"/>
                </a:lnTo>
                <a:lnTo>
                  <a:pt x="140921" y="140921"/>
                </a:lnTo>
                <a:lnTo>
                  <a:pt x="114682" y="158612"/>
                </a:lnTo>
                <a:lnTo>
                  <a:pt x="82550" y="165100"/>
                </a:lnTo>
                <a:lnTo>
                  <a:pt x="50417" y="158612"/>
                </a:lnTo>
                <a:lnTo>
                  <a:pt x="24178" y="140921"/>
                </a:lnTo>
                <a:lnTo>
                  <a:pt x="6487" y="114682"/>
                </a:lnTo>
                <a:lnTo>
                  <a:pt x="0" y="8255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838700" y="40545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50417" y="6486"/>
                </a:lnTo>
                <a:lnTo>
                  <a:pt x="24177" y="24177"/>
                </a:lnTo>
                <a:lnTo>
                  <a:pt x="6486" y="50417"/>
                </a:lnTo>
                <a:lnTo>
                  <a:pt x="0" y="82550"/>
                </a:lnTo>
                <a:lnTo>
                  <a:pt x="6486" y="114682"/>
                </a:lnTo>
                <a:lnTo>
                  <a:pt x="24177" y="140922"/>
                </a:lnTo>
                <a:lnTo>
                  <a:pt x="50417" y="158613"/>
                </a:lnTo>
                <a:lnTo>
                  <a:pt x="82550" y="165100"/>
                </a:lnTo>
                <a:lnTo>
                  <a:pt x="114682" y="158613"/>
                </a:lnTo>
                <a:lnTo>
                  <a:pt x="140922" y="140922"/>
                </a:lnTo>
                <a:lnTo>
                  <a:pt x="158613" y="114682"/>
                </a:lnTo>
                <a:lnTo>
                  <a:pt x="165100" y="82550"/>
                </a:lnTo>
                <a:lnTo>
                  <a:pt x="158613" y="50417"/>
                </a:lnTo>
                <a:lnTo>
                  <a:pt x="140922" y="24177"/>
                </a:lnTo>
                <a:lnTo>
                  <a:pt x="114682" y="6486"/>
                </a:lnTo>
                <a:lnTo>
                  <a:pt x="8255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838700" y="40545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82550"/>
                </a:moveTo>
                <a:lnTo>
                  <a:pt x="6487" y="50417"/>
                </a:lnTo>
                <a:lnTo>
                  <a:pt x="24178" y="24178"/>
                </a:lnTo>
                <a:lnTo>
                  <a:pt x="50417" y="6487"/>
                </a:lnTo>
                <a:lnTo>
                  <a:pt x="82550" y="0"/>
                </a:lnTo>
                <a:lnTo>
                  <a:pt x="114682" y="6487"/>
                </a:lnTo>
                <a:lnTo>
                  <a:pt x="140921" y="24178"/>
                </a:lnTo>
                <a:lnTo>
                  <a:pt x="158612" y="50417"/>
                </a:lnTo>
                <a:lnTo>
                  <a:pt x="165100" y="82550"/>
                </a:lnTo>
                <a:lnTo>
                  <a:pt x="158612" y="114682"/>
                </a:lnTo>
                <a:lnTo>
                  <a:pt x="140921" y="140921"/>
                </a:lnTo>
                <a:lnTo>
                  <a:pt x="114682" y="158612"/>
                </a:lnTo>
                <a:lnTo>
                  <a:pt x="82550" y="165100"/>
                </a:lnTo>
                <a:lnTo>
                  <a:pt x="50417" y="158612"/>
                </a:lnTo>
                <a:lnTo>
                  <a:pt x="24178" y="140921"/>
                </a:lnTo>
                <a:lnTo>
                  <a:pt x="6487" y="114682"/>
                </a:lnTo>
                <a:lnTo>
                  <a:pt x="0" y="8255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838700" y="43085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50417" y="6486"/>
                </a:lnTo>
                <a:lnTo>
                  <a:pt x="24177" y="24177"/>
                </a:lnTo>
                <a:lnTo>
                  <a:pt x="6486" y="50417"/>
                </a:lnTo>
                <a:lnTo>
                  <a:pt x="0" y="82550"/>
                </a:lnTo>
                <a:lnTo>
                  <a:pt x="6486" y="114682"/>
                </a:lnTo>
                <a:lnTo>
                  <a:pt x="24177" y="140922"/>
                </a:lnTo>
                <a:lnTo>
                  <a:pt x="50417" y="158613"/>
                </a:lnTo>
                <a:lnTo>
                  <a:pt x="82550" y="165100"/>
                </a:lnTo>
                <a:lnTo>
                  <a:pt x="114682" y="158613"/>
                </a:lnTo>
                <a:lnTo>
                  <a:pt x="140922" y="140922"/>
                </a:lnTo>
                <a:lnTo>
                  <a:pt x="158613" y="114682"/>
                </a:lnTo>
                <a:lnTo>
                  <a:pt x="165100" y="82550"/>
                </a:lnTo>
                <a:lnTo>
                  <a:pt x="158613" y="50417"/>
                </a:lnTo>
                <a:lnTo>
                  <a:pt x="140922" y="24177"/>
                </a:lnTo>
                <a:lnTo>
                  <a:pt x="114682" y="6486"/>
                </a:lnTo>
                <a:lnTo>
                  <a:pt x="8255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838700" y="43085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82550"/>
                </a:moveTo>
                <a:lnTo>
                  <a:pt x="6487" y="50417"/>
                </a:lnTo>
                <a:lnTo>
                  <a:pt x="24178" y="24178"/>
                </a:lnTo>
                <a:lnTo>
                  <a:pt x="50417" y="6487"/>
                </a:lnTo>
                <a:lnTo>
                  <a:pt x="82550" y="0"/>
                </a:lnTo>
                <a:lnTo>
                  <a:pt x="114682" y="6487"/>
                </a:lnTo>
                <a:lnTo>
                  <a:pt x="140921" y="24178"/>
                </a:lnTo>
                <a:lnTo>
                  <a:pt x="158612" y="50417"/>
                </a:lnTo>
                <a:lnTo>
                  <a:pt x="165100" y="82550"/>
                </a:lnTo>
                <a:lnTo>
                  <a:pt x="158612" y="114682"/>
                </a:lnTo>
                <a:lnTo>
                  <a:pt x="140921" y="140921"/>
                </a:lnTo>
                <a:lnTo>
                  <a:pt x="114682" y="158612"/>
                </a:lnTo>
                <a:lnTo>
                  <a:pt x="82550" y="165100"/>
                </a:lnTo>
                <a:lnTo>
                  <a:pt x="50417" y="158612"/>
                </a:lnTo>
                <a:lnTo>
                  <a:pt x="24178" y="140921"/>
                </a:lnTo>
                <a:lnTo>
                  <a:pt x="6487" y="114682"/>
                </a:lnTo>
                <a:lnTo>
                  <a:pt x="0" y="8255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711699" y="3432278"/>
            <a:ext cx="406400" cy="1168400"/>
          </a:xfrm>
          <a:custGeom>
            <a:avLst/>
            <a:gdLst/>
            <a:ahLst/>
            <a:cxnLst/>
            <a:rect l="l" t="t" r="r" b="b"/>
            <a:pathLst>
              <a:path w="406400" h="1168400">
                <a:moveTo>
                  <a:pt x="338665" y="0"/>
                </a:moveTo>
                <a:lnTo>
                  <a:pt x="365030" y="5322"/>
                </a:lnTo>
                <a:lnTo>
                  <a:pt x="386561" y="19839"/>
                </a:lnTo>
                <a:lnTo>
                  <a:pt x="401077" y="41369"/>
                </a:lnTo>
                <a:lnTo>
                  <a:pt x="406400" y="67735"/>
                </a:lnTo>
                <a:lnTo>
                  <a:pt x="406400" y="1100670"/>
                </a:lnTo>
                <a:lnTo>
                  <a:pt x="401077" y="1127031"/>
                </a:lnTo>
                <a:lnTo>
                  <a:pt x="386561" y="1148560"/>
                </a:lnTo>
                <a:lnTo>
                  <a:pt x="365030" y="1163077"/>
                </a:lnTo>
                <a:lnTo>
                  <a:pt x="338665" y="1168400"/>
                </a:lnTo>
                <a:lnTo>
                  <a:pt x="67735" y="1168400"/>
                </a:lnTo>
                <a:lnTo>
                  <a:pt x="41369" y="1163077"/>
                </a:lnTo>
                <a:lnTo>
                  <a:pt x="19839" y="1148560"/>
                </a:lnTo>
                <a:lnTo>
                  <a:pt x="5322" y="1127031"/>
                </a:lnTo>
                <a:lnTo>
                  <a:pt x="0" y="1100670"/>
                </a:lnTo>
                <a:lnTo>
                  <a:pt x="0" y="67735"/>
                </a:lnTo>
                <a:lnTo>
                  <a:pt x="5322" y="41369"/>
                </a:lnTo>
                <a:lnTo>
                  <a:pt x="19839" y="19839"/>
                </a:lnTo>
                <a:lnTo>
                  <a:pt x="41369" y="5322"/>
                </a:lnTo>
                <a:lnTo>
                  <a:pt x="67735" y="0"/>
                </a:lnTo>
                <a:lnTo>
                  <a:pt x="338665" y="0"/>
                </a:lnTo>
                <a:close/>
              </a:path>
            </a:pathLst>
          </a:custGeom>
          <a:ln w="25400">
            <a:solidFill>
              <a:srgbClr val="605435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489200" y="5197578"/>
            <a:ext cx="165100" cy="177800"/>
          </a:xfrm>
          <a:custGeom>
            <a:avLst/>
            <a:gdLst/>
            <a:ahLst/>
            <a:cxnLst/>
            <a:rect l="l" t="t" r="r" b="b"/>
            <a:pathLst>
              <a:path w="165100" h="177800">
                <a:moveTo>
                  <a:pt x="82550" y="0"/>
                </a:moveTo>
                <a:lnTo>
                  <a:pt x="50417" y="6986"/>
                </a:lnTo>
                <a:lnTo>
                  <a:pt x="24177" y="26038"/>
                </a:lnTo>
                <a:lnTo>
                  <a:pt x="6486" y="54296"/>
                </a:lnTo>
                <a:lnTo>
                  <a:pt x="0" y="88900"/>
                </a:lnTo>
                <a:lnTo>
                  <a:pt x="6486" y="123503"/>
                </a:lnTo>
                <a:lnTo>
                  <a:pt x="24177" y="151761"/>
                </a:lnTo>
                <a:lnTo>
                  <a:pt x="50417" y="170813"/>
                </a:lnTo>
                <a:lnTo>
                  <a:pt x="82550" y="177800"/>
                </a:lnTo>
                <a:lnTo>
                  <a:pt x="114682" y="170813"/>
                </a:lnTo>
                <a:lnTo>
                  <a:pt x="140922" y="151761"/>
                </a:lnTo>
                <a:lnTo>
                  <a:pt x="158613" y="123503"/>
                </a:lnTo>
                <a:lnTo>
                  <a:pt x="165100" y="88900"/>
                </a:lnTo>
                <a:lnTo>
                  <a:pt x="158613" y="54296"/>
                </a:lnTo>
                <a:lnTo>
                  <a:pt x="140922" y="26038"/>
                </a:lnTo>
                <a:lnTo>
                  <a:pt x="114682" y="6986"/>
                </a:lnTo>
                <a:lnTo>
                  <a:pt x="8255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489200" y="5197578"/>
            <a:ext cx="165100" cy="177800"/>
          </a:xfrm>
          <a:custGeom>
            <a:avLst/>
            <a:gdLst/>
            <a:ahLst/>
            <a:cxnLst/>
            <a:rect l="l" t="t" r="r" b="b"/>
            <a:pathLst>
              <a:path w="165100" h="177800">
                <a:moveTo>
                  <a:pt x="82550" y="177800"/>
                </a:moveTo>
                <a:lnTo>
                  <a:pt x="50417" y="170813"/>
                </a:lnTo>
                <a:lnTo>
                  <a:pt x="24178" y="151761"/>
                </a:lnTo>
                <a:lnTo>
                  <a:pt x="6487" y="123503"/>
                </a:lnTo>
                <a:lnTo>
                  <a:pt x="0" y="88900"/>
                </a:lnTo>
                <a:lnTo>
                  <a:pt x="6487" y="54296"/>
                </a:lnTo>
                <a:lnTo>
                  <a:pt x="24178" y="26038"/>
                </a:lnTo>
                <a:lnTo>
                  <a:pt x="50417" y="6986"/>
                </a:lnTo>
                <a:lnTo>
                  <a:pt x="82550" y="0"/>
                </a:lnTo>
                <a:lnTo>
                  <a:pt x="114682" y="6986"/>
                </a:lnTo>
                <a:lnTo>
                  <a:pt x="140921" y="26038"/>
                </a:lnTo>
                <a:lnTo>
                  <a:pt x="158612" y="54296"/>
                </a:lnTo>
                <a:lnTo>
                  <a:pt x="165100" y="88900"/>
                </a:lnTo>
                <a:lnTo>
                  <a:pt x="158612" y="123503"/>
                </a:lnTo>
                <a:lnTo>
                  <a:pt x="140921" y="151761"/>
                </a:lnTo>
                <a:lnTo>
                  <a:pt x="114682" y="170813"/>
                </a:lnTo>
                <a:lnTo>
                  <a:pt x="82550" y="17780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730500" y="5197578"/>
            <a:ext cx="165100" cy="177800"/>
          </a:xfrm>
          <a:custGeom>
            <a:avLst/>
            <a:gdLst/>
            <a:ahLst/>
            <a:cxnLst/>
            <a:rect l="l" t="t" r="r" b="b"/>
            <a:pathLst>
              <a:path w="165100" h="177800">
                <a:moveTo>
                  <a:pt x="82550" y="0"/>
                </a:moveTo>
                <a:lnTo>
                  <a:pt x="50417" y="6986"/>
                </a:lnTo>
                <a:lnTo>
                  <a:pt x="24177" y="26038"/>
                </a:lnTo>
                <a:lnTo>
                  <a:pt x="6486" y="54296"/>
                </a:lnTo>
                <a:lnTo>
                  <a:pt x="0" y="88900"/>
                </a:lnTo>
                <a:lnTo>
                  <a:pt x="6486" y="123503"/>
                </a:lnTo>
                <a:lnTo>
                  <a:pt x="24177" y="151761"/>
                </a:lnTo>
                <a:lnTo>
                  <a:pt x="50417" y="170813"/>
                </a:lnTo>
                <a:lnTo>
                  <a:pt x="82550" y="177800"/>
                </a:lnTo>
                <a:lnTo>
                  <a:pt x="114682" y="170813"/>
                </a:lnTo>
                <a:lnTo>
                  <a:pt x="140922" y="151761"/>
                </a:lnTo>
                <a:lnTo>
                  <a:pt x="158613" y="123503"/>
                </a:lnTo>
                <a:lnTo>
                  <a:pt x="165100" y="88900"/>
                </a:lnTo>
                <a:lnTo>
                  <a:pt x="158613" y="54296"/>
                </a:lnTo>
                <a:lnTo>
                  <a:pt x="140922" y="26038"/>
                </a:lnTo>
                <a:lnTo>
                  <a:pt x="114682" y="6986"/>
                </a:lnTo>
                <a:lnTo>
                  <a:pt x="8255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730500" y="5197578"/>
            <a:ext cx="165100" cy="177800"/>
          </a:xfrm>
          <a:custGeom>
            <a:avLst/>
            <a:gdLst/>
            <a:ahLst/>
            <a:cxnLst/>
            <a:rect l="l" t="t" r="r" b="b"/>
            <a:pathLst>
              <a:path w="165100" h="177800">
                <a:moveTo>
                  <a:pt x="82550" y="177800"/>
                </a:moveTo>
                <a:lnTo>
                  <a:pt x="50417" y="170813"/>
                </a:lnTo>
                <a:lnTo>
                  <a:pt x="24178" y="151761"/>
                </a:lnTo>
                <a:lnTo>
                  <a:pt x="6487" y="123503"/>
                </a:lnTo>
                <a:lnTo>
                  <a:pt x="0" y="88900"/>
                </a:lnTo>
                <a:lnTo>
                  <a:pt x="6487" y="54296"/>
                </a:lnTo>
                <a:lnTo>
                  <a:pt x="24178" y="26038"/>
                </a:lnTo>
                <a:lnTo>
                  <a:pt x="50417" y="6986"/>
                </a:lnTo>
                <a:lnTo>
                  <a:pt x="82550" y="0"/>
                </a:lnTo>
                <a:lnTo>
                  <a:pt x="114682" y="6986"/>
                </a:lnTo>
                <a:lnTo>
                  <a:pt x="140921" y="26038"/>
                </a:lnTo>
                <a:lnTo>
                  <a:pt x="158612" y="54296"/>
                </a:lnTo>
                <a:lnTo>
                  <a:pt x="165100" y="88900"/>
                </a:lnTo>
                <a:lnTo>
                  <a:pt x="158612" y="123503"/>
                </a:lnTo>
                <a:lnTo>
                  <a:pt x="140921" y="151761"/>
                </a:lnTo>
                <a:lnTo>
                  <a:pt x="114682" y="170813"/>
                </a:lnTo>
                <a:lnTo>
                  <a:pt x="82550" y="17780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971800" y="5197578"/>
            <a:ext cx="152400" cy="177800"/>
          </a:xfrm>
          <a:custGeom>
            <a:avLst/>
            <a:gdLst/>
            <a:ahLst/>
            <a:cxnLst/>
            <a:rect l="l" t="t" r="r" b="b"/>
            <a:pathLst>
              <a:path w="152400" h="177800">
                <a:moveTo>
                  <a:pt x="76200" y="0"/>
                </a:moveTo>
                <a:lnTo>
                  <a:pt x="46537" y="6986"/>
                </a:lnTo>
                <a:lnTo>
                  <a:pt x="22317" y="26038"/>
                </a:lnTo>
                <a:lnTo>
                  <a:pt x="5987" y="54296"/>
                </a:lnTo>
                <a:lnTo>
                  <a:pt x="0" y="88900"/>
                </a:lnTo>
                <a:lnTo>
                  <a:pt x="5987" y="123503"/>
                </a:lnTo>
                <a:lnTo>
                  <a:pt x="22317" y="151761"/>
                </a:lnTo>
                <a:lnTo>
                  <a:pt x="46537" y="170813"/>
                </a:lnTo>
                <a:lnTo>
                  <a:pt x="76200" y="177800"/>
                </a:lnTo>
                <a:lnTo>
                  <a:pt x="105862" y="170813"/>
                </a:lnTo>
                <a:lnTo>
                  <a:pt x="130082" y="151761"/>
                </a:lnTo>
                <a:lnTo>
                  <a:pt x="146412" y="123503"/>
                </a:lnTo>
                <a:lnTo>
                  <a:pt x="152400" y="88900"/>
                </a:lnTo>
                <a:lnTo>
                  <a:pt x="146412" y="54296"/>
                </a:lnTo>
                <a:lnTo>
                  <a:pt x="130082" y="26038"/>
                </a:lnTo>
                <a:lnTo>
                  <a:pt x="105862" y="6986"/>
                </a:lnTo>
                <a:lnTo>
                  <a:pt x="7620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971800" y="5197578"/>
            <a:ext cx="152400" cy="177800"/>
          </a:xfrm>
          <a:custGeom>
            <a:avLst/>
            <a:gdLst/>
            <a:ahLst/>
            <a:cxnLst/>
            <a:rect l="l" t="t" r="r" b="b"/>
            <a:pathLst>
              <a:path w="152400" h="177800">
                <a:moveTo>
                  <a:pt x="76200" y="177800"/>
                </a:moveTo>
                <a:lnTo>
                  <a:pt x="46539" y="170813"/>
                </a:lnTo>
                <a:lnTo>
                  <a:pt x="22318" y="151761"/>
                </a:lnTo>
                <a:lnTo>
                  <a:pt x="5988" y="123503"/>
                </a:lnTo>
                <a:lnTo>
                  <a:pt x="0" y="88900"/>
                </a:lnTo>
                <a:lnTo>
                  <a:pt x="5988" y="54296"/>
                </a:lnTo>
                <a:lnTo>
                  <a:pt x="22318" y="26038"/>
                </a:lnTo>
                <a:lnTo>
                  <a:pt x="46539" y="6986"/>
                </a:lnTo>
                <a:lnTo>
                  <a:pt x="76200" y="0"/>
                </a:lnTo>
                <a:lnTo>
                  <a:pt x="105860" y="6986"/>
                </a:lnTo>
                <a:lnTo>
                  <a:pt x="130081" y="26038"/>
                </a:lnTo>
                <a:lnTo>
                  <a:pt x="146411" y="54296"/>
                </a:lnTo>
                <a:lnTo>
                  <a:pt x="152400" y="88900"/>
                </a:lnTo>
                <a:lnTo>
                  <a:pt x="146411" y="123503"/>
                </a:lnTo>
                <a:lnTo>
                  <a:pt x="130081" y="151761"/>
                </a:lnTo>
                <a:lnTo>
                  <a:pt x="105860" y="170813"/>
                </a:lnTo>
                <a:lnTo>
                  <a:pt x="76200" y="17780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213100" y="5197578"/>
            <a:ext cx="152400" cy="177800"/>
          </a:xfrm>
          <a:custGeom>
            <a:avLst/>
            <a:gdLst/>
            <a:ahLst/>
            <a:cxnLst/>
            <a:rect l="l" t="t" r="r" b="b"/>
            <a:pathLst>
              <a:path w="152400" h="177800">
                <a:moveTo>
                  <a:pt x="76200" y="0"/>
                </a:moveTo>
                <a:lnTo>
                  <a:pt x="46537" y="6986"/>
                </a:lnTo>
                <a:lnTo>
                  <a:pt x="22317" y="26038"/>
                </a:lnTo>
                <a:lnTo>
                  <a:pt x="5987" y="54296"/>
                </a:lnTo>
                <a:lnTo>
                  <a:pt x="0" y="88900"/>
                </a:lnTo>
                <a:lnTo>
                  <a:pt x="5987" y="123503"/>
                </a:lnTo>
                <a:lnTo>
                  <a:pt x="22317" y="151761"/>
                </a:lnTo>
                <a:lnTo>
                  <a:pt x="46537" y="170813"/>
                </a:lnTo>
                <a:lnTo>
                  <a:pt x="76200" y="177800"/>
                </a:lnTo>
                <a:lnTo>
                  <a:pt x="105862" y="170813"/>
                </a:lnTo>
                <a:lnTo>
                  <a:pt x="130082" y="151761"/>
                </a:lnTo>
                <a:lnTo>
                  <a:pt x="146412" y="123503"/>
                </a:lnTo>
                <a:lnTo>
                  <a:pt x="152400" y="88900"/>
                </a:lnTo>
                <a:lnTo>
                  <a:pt x="146412" y="54296"/>
                </a:lnTo>
                <a:lnTo>
                  <a:pt x="130082" y="26038"/>
                </a:lnTo>
                <a:lnTo>
                  <a:pt x="105862" y="6986"/>
                </a:lnTo>
                <a:lnTo>
                  <a:pt x="7620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3213100" y="5197578"/>
            <a:ext cx="152400" cy="177800"/>
          </a:xfrm>
          <a:custGeom>
            <a:avLst/>
            <a:gdLst/>
            <a:ahLst/>
            <a:cxnLst/>
            <a:rect l="l" t="t" r="r" b="b"/>
            <a:pathLst>
              <a:path w="152400" h="177800">
                <a:moveTo>
                  <a:pt x="76200" y="177800"/>
                </a:moveTo>
                <a:lnTo>
                  <a:pt x="46539" y="170813"/>
                </a:lnTo>
                <a:lnTo>
                  <a:pt x="22318" y="151761"/>
                </a:lnTo>
                <a:lnTo>
                  <a:pt x="5988" y="123503"/>
                </a:lnTo>
                <a:lnTo>
                  <a:pt x="0" y="88900"/>
                </a:lnTo>
                <a:lnTo>
                  <a:pt x="5988" y="54296"/>
                </a:lnTo>
                <a:lnTo>
                  <a:pt x="22318" y="26038"/>
                </a:lnTo>
                <a:lnTo>
                  <a:pt x="46539" y="6986"/>
                </a:lnTo>
                <a:lnTo>
                  <a:pt x="76200" y="0"/>
                </a:lnTo>
                <a:lnTo>
                  <a:pt x="105860" y="6986"/>
                </a:lnTo>
                <a:lnTo>
                  <a:pt x="130081" y="26038"/>
                </a:lnTo>
                <a:lnTo>
                  <a:pt x="146411" y="54296"/>
                </a:lnTo>
                <a:lnTo>
                  <a:pt x="152400" y="88900"/>
                </a:lnTo>
                <a:lnTo>
                  <a:pt x="146411" y="123503"/>
                </a:lnTo>
                <a:lnTo>
                  <a:pt x="130081" y="151761"/>
                </a:lnTo>
                <a:lnTo>
                  <a:pt x="105860" y="170813"/>
                </a:lnTo>
                <a:lnTo>
                  <a:pt x="76200" y="17780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387600" y="5083278"/>
            <a:ext cx="1104900" cy="419100"/>
          </a:xfrm>
          <a:custGeom>
            <a:avLst/>
            <a:gdLst/>
            <a:ahLst/>
            <a:cxnLst/>
            <a:rect l="l" t="t" r="r" b="b"/>
            <a:pathLst>
              <a:path w="1104900" h="419100">
                <a:moveTo>
                  <a:pt x="0" y="69851"/>
                </a:moveTo>
                <a:lnTo>
                  <a:pt x="5489" y="42662"/>
                </a:lnTo>
                <a:lnTo>
                  <a:pt x="20458" y="20458"/>
                </a:lnTo>
                <a:lnTo>
                  <a:pt x="42662" y="5489"/>
                </a:lnTo>
                <a:lnTo>
                  <a:pt x="69851" y="0"/>
                </a:lnTo>
                <a:lnTo>
                  <a:pt x="1035050" y="0"/>
                </a:lnTo>
                <a:lnTo>
                  <a:pt x="1062240" y="5489"/>
                </a:lnTo>
                <a:lnTo>
                  <a:pt x="1084443" y="20458"/>
                </a:lnTo>
                <a:lnTo>
                  <a:pt x="1099411" y="42662"/>
                </a:lnTo>
                <a:lnTo>
                  <a:pt x="1104900" y="69851"/>
                </a:lnTo>
                <a:lnTo>
                  <a:pt x="1104900" y="349249"/>
                </a:lnTo>
                <a:lnTo>
                  <a:pt x="1099411" y="376438"/>
                </a:lnTo>
                <a:lnTo>
                  <a:pt x="1084443" y="398641"/>
                </a:lnTo>
                <a:lnTo>
                  <a:pt x="1062240" y="413610"/>
                </a:lnTo>
                <a:lnTo>
                  <a:pt x="1035050" y="419100"/>
                </a:lnTo>
                <a:lnTo>
                  <a:pt x="69851" y="419100"/>
                </a:lnTo>
                <a:lnTo>
                  <a:pt x="42662" y="413610"/>
                </a:lnTo>
                <a:lnTo>
                  <a:pt x="20458" y="398641"/>
                </a:lnTo>
                <a:lnTo>
                  <a:pt x="5489" y="376438"/>
                </a:lnTo>
                <a:lnTo>
                  <a:pt x="0" y="349249"/>
                </a:lnTo>
                <a:lnTo>
                  <a:pt x="0" y="69851"/>
                </a:lnTo>
                <a:close/>
              </a:path>
            </a:pathLst>
          </a:custGeom>
          <a:ln w="25400">
            <a:solidFill>
              <a:srgbClr val="605435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600700" y="52102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50417" y="6486"/>
                </a:lnTo>
                <a:lnTo>
                  <a:pt x="24177" y="24177"/>
                </a:lnTo>
                <a:lnTo>
                  <a:pt x="6486" y="50417"/>
                </a:lnTo>
                <a:lnTo>
                  <a:pt x="0" y="82550"/>
                </a:lnTo>
                <a:lnTo>
                  <a:pt x="6486" y="114682"/>
                </a:lnTo>
                <a:lnTo>
                  <a:pt x="24177" y="140922"/>
                </a:lnTo>
                <a:lnTo>
                  <a:pt x="50417" y="158613"/>
                </a:lnTo>
                <a:lnTo>
                  <a:pt x="82550" y="165100"/>
                </a:lnTo>
                <a:lnTo>
                  <a:pt x="114682" y="158613"/>
                </a:lnTo>
                <a:lnTo>
                  <a:pt x="140922" y="140922"/>
                </a:lnTo>
                <a:lnTo>
                  <a:pt x="158613" y="114682"/>
                </a:lnTo>
                <a:lnTo>
                  <a:pt x="165100" y="82550"/>
                </a:lnTo>
                <a:lnTo>
                  <a:pt x="158613" y="50417"/>
                </a:lnTo>
                <a:lnTo>
                  <a:pt x="140922" y="24177"/>
                </a:lnTo>
                <a:lnTo>
                  <a:pt x="114682" y="6486"/>
                </a:lnTo>
                <a:lnTo>
                  <a:pt x="8255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600700" y="52102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165100"/>
                </a:moveTo>
                <a:lnTo>
                  <a:pt x="50417" y="158612"/>
                </a:lnTo>
                <a:lnTo>
                  <a:pt x="24178" y="140921"/>
                </a:lnTo>
                <a:lnTo>
                  <a:pt x="6487" y="114682"/>
                </a:lnTo>
                <a:lnTo>
                  <a:pt x="0" y="82550"/>
                </a:lnTo>
                <a:lnTo>
                  <a:pt x="6487" y="50417"/>
                </a:lnTo>
                <a:lnTo>
                  <a:pt x="24178" y="24178"/>
                </a:lnTo>
                <a:lnTo>
                  <a:pt x="50417" y="6487"/>
                </a:lnTo>
                <a:lnTo>
                  <a:pt x="82550" y="0"/>
                </a:lnTo>
                <a:lnTo>
                  <a:pt x="114682" y="6487"/>
                </a:lnTo>
                <a:lnTo>
                  <a:pt x="140921" y="24178"/>
                </a:lnTo>
                <a:lnTo>
                  <a:pt x="158612" y="50417"/>
                </a:lnTo>
                <a:lnTo>
                  <a:pt x="165100" y="82550"/>
                </a:lnTo>
                <a:lnTo>
                  <a:pt x="158612" y="114682"/>
                </a:lnTo>
                <a:lnTo>
                  <a:pt x="140921" y="140921"/>
                </a:lnTo>
                <a:lnTo>
                  <a:pt x="114682" y="158612"/>
                </a:lnTo>
                <a:lnTo>
                  <a:pt x="82550" y="16510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842000" y="52102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50417" y="6486"/>
                </a:lnTo>
                <a:lnTo>
                  <a:pt x="24177" y="24177"/>
                </a:lnTo>
                <a:lnTo>
                  <a:pt x="6486" y="50417"/>
                </a:lnTo>
                <a:lnTo>
                  <a:pt x="0" y="82550"/>
                </a:lnTo>
                <a:lnTo>
                  <a:pt x="6486" y="114682"/>
                </a:lnTo>
                <a:lnTo>
                  <a:pt x="24177" y="140922"/>
                </a:lnTo>
                <a:lnTo>
                  <a:pt x="50417" y="158613"/>
                </a:lnTo>
                <a:lnTo>
                  <a:pt x="82550" y="165100"/>
                </a:lnTo>
                <a:lnTo>
                  <a:pt x="114682" y="158613"/>
                </a:lnTo>
                <a:lnTo>
                  <a:pt x="140922" y="140922"/>
                </a:lnTo>
                <a:lnTo>
                  <a:pt x="158613" y="114682"/>
                </a:lnTo>
                <a:lnTo>
                  <a:pt x="165100" y="82550"/>
                </a:lnTo>
                <a:lnTo>
                  <a:pt x="158613" y="50417"/>
                </a:lnTo>
                <a:lnTo>
                  <a:pt x="140922" y="24177"/>
                </a:lnTo>
                <a:lnTo>
                  <a:pt x="114682" y="6486"/>
                </a:lnTo>
                <a:lnTo>
                  <a:pt x="8255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842000" y="52102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165100"/>
                </a:moveTo>
                <a:lnTo>
                  <a:pt x="50417" y="158612"/>
                </a:lnTo>
                <a:lnTo>
                  <a:pt x="24178" y="140921"/>
                </a:lnTo>
                <a:lnTo>
                  <a:pt x="6487" y="114682"/>
                </a:lnTo>
                <a:lnTo>
                  <a:pt x="0" y="82550"/>
                </a:lnTo>
                <a:lnTo>
                  <a:pt x="6487" y="50417"/>
                </a:lnTo>
                <a:lnTo>
                  <a:pt x="24178" y="24178"/>
                </a:lnTo>
                <a:lnTo>
                  <a:pt x="50417" y="6487"/>
                </a:lnTo>
                <a:lnTo>
                  <a:pt x="82550" y="0"/>
                </a:lnTo>
                <a:lnTo>
                  <a:pt x="114682" y="6487"/>
                </a:lnTo>
                <a:lnTo>
                  <a:pt x="140921" y="24178"/>
                </a:lnTo>
                <a:lnTo>
                  <a:pt x="158612" y="50417"/>
                </a:lnTo>
                <a:lnTo>
                  <a:pt x="165100" y="82550"/>
                </a:lnTo>
                <a:lnTo>
                  <a:pt x="158612" y="114682"/>
                </a:lnTo>
                <a:lnTo>
                  <a:pt x="140921" y="140921"/>
                </a:lnTo>
                <a:lnTo>
                  <a:pt x="114682" y="158612"/>
                </a:lnTo>
                <a:lnTo>
                  <a:pt x="82550" y="16510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083300" y="52102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50417" y="6486"/>
                </a:lnTo>
                <a:lnTo>
                  <a:pt x="24177" y="24177"/>
                </a:lnTo>
                <a:lnTo>
                  <a:pt x="6486" y="50417"/>
                </a:lnTo>
                <a:lnTo>
                  <a:pt x="0" y="82550"/>
                </a:lnTo>
                <a:lnTo>
                  <a:pt x="6486" y="114682"/>
                </a:lnTo>
                <a:lnTo>
                  <a:pt x="24177" y="140922"/>
                </a:lnTo>
                <a:lnTo>
                  <a:pt x="50417" y="158613"/>
                </a:lnTo>
                <a:lnTo>
                  <a:pt x="82550" y="165100"/>
                </a:lnTo>
                <a:lnTo>
                  <a:pt x="114682" y="158613"/>
                </a:lnTo>
                <a:lnTo>
                  <a:pt x="140922" y="140922"/>
                </a:lnTo>
                <a:lnTo>
                  <a:pt x="158613" y="114682"/>
                </a:lnTo>
                <a:lnTo>
                  <a:pt x="165100" y="82550"/>
                </a:lnTo>
                <a:lnTo>
                  <a:pt x="158613" y="50417"/>
                </a:lnTo>
                <a:lnTo>
                  <a:pt x="140922" y="24177"/>
                </a:lnTo>
                <a:lnTo>
                  <a:pt x="114682" y="6486"/>
                </a:lnTo>
                <a:lnTo>
                  <a:pt x="8255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083300" y="52102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165100"/>
                </a:moveTo>
                <a:lnTo>
                  <a:pt x="50417" y="158612"/>
                </a:lnTo>
                <a:lnTo>
                  <a:pt x="24178" y="140921"/>
                </a:lnTo>
                <a:lnTo>
                  <a:pt x="6487" y="114682"/>
                </a:lnTo>
                <a:lnTo>
                  <a:pt x="0" y="82550"/>
                </a:lnTo>
                <a:lnTo>
                  <a:pt x="6487" y="50417"/>
                </a:lnTo>
                <a:lnTo>
                  <a:pt x="24178" y="24178"/>
                </a:lnTo>
                <a:lnTo>
                  <a:pt x="50417" y="6487"/>
                </a:lnTo>
                <a:lnTo>
                  <a:pt x="82550" y="0"/>
                </a:lnTo>
                <a:lnTo>
                  <a:pt x="114682" y="6487"/>
                </a:lnTo>
                <a:lnTo>
                  <a:pt x="140921" y="24178"/>
                </a:lnTo>
                <a:lnTo>
                  <a:pt x="158612" y="50417"/>
                </a:lnTo>
                <a:lnTo>
                  <a:pt x="165100" y="82550"/>
                </a:lnTo>
                <a:lnTo>
                  <a:pt x="158612" y="114682"/>
                </a:lnTo>
                <a:lnTo>
                  <a:pt x="140921" y="140921"/>
                </a:lnTo>
                <a:lnTo>
                  <a:pt x="114682" y="158612"/>
                </a:lnTo>
                <a:lnTo>
                  <a:pt x="82550" y="16510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324600" y="52102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76200" y="0"/>
                </a:moveTo>
                <a:lnTo>
                  <a:pt x="46537" y="6486"/>
                </a:lnTo>
                <a:lnTo>
                  <a:pt x="22317" y="24177"/>
                </a:lnTo>
                <a:lnTo>
                  <a:pt x="5987" y="50417"/>
                </a:lnTo>
                <a:lnTo>
                  <a:pt x="0" y="82550"/>
                </a:lnTo>
                <a:lnTo>
                  <a:pt x="5987" y="114682"/>
                </a:lnTo>
                <a:lnTo>
                  <a:pt x="22317" y="140922"/>
                </a:lnTo>
                <a:lnTo>
                  <a:pt x="46537" y="158613"/>
                </a:lnTo>
                <a:lnTo>
                  <a:pt x="76200" y="165100"/>
                </a:lnTo>
                <a:lnTo>
                  <a:pt x="105862" y="158613"/>
                </a:lnTo>
                <a:lnTo>
                  <a:pt x="130082" y="140922"/>
                </a:lnTo>
                <a:lnTo>
                  <a:pt x="146412" y="114682"/>
                </a:lnTo>
                <a:lnTo>
                  <a:pt x="152400" y="82550"/>
                </a:lnTo>
                <a:lnTo>
                  <a:pt x="146412" y="50417"/>
                </a:lnTo>
                <a:lnTo>
                  <a:pt x="130082" y="24177"/>
                </a:lnTo>
                <a:lnTo>
                  <a:pt x="105862" y="6486"/>
                </a:lnTo>
                <a:lnTo>
                  <a:pt x="7620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324600" y="52102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76200" y="165100"/>
                </a:moveTo>
                <a:lnTo>
                  <a:pt x="46539" y="158612"/>
                </a:lnTo>
                <a:lnTo>
                  <a:pt x="22318" y="140921"/>
                </a:lnTo>
                <a:lnTo>
                  <a:pt x="5988" y="114682"/>
                </a:lnTo>
                <a:lnTo>
                  <a:pt x="0" y="82550"/>
                </a:lnTo>
                <a:lnTo>
                  <a:pt x="5988" y="50417"/>
                </a:lnTo>
                <a:lnTo>
                  <a:pt x="22318" y="24178"/>
                </a:lnTo>
                <a:lnTo>
                  <a:pt x="46539" y="6487"/>
                </a:lnTo>
                <a:lnTo>
                  <a:pt x="76200" y="0"/>
                </a:lnTo>
                <a:lnTo>
                  <a:pt x="105860" y="6487"/>
                </a:lnTo>
                <a:lnTo>
                  <a:pt x="130081" y="24178"/>
                </a:lnTo>
                <a:lnTo>
                  <a:pt x="146411" y="50417"/>
                </a:lnTo>
                <a:lnTo>
                  <a:pt x="152400" y="82550"/>
                </a:lnTo>
                <a:lnTo>
                  <a:pt x="146411" y="114682"/>
                </a:lnTo>
                <a:lnTo>
                  <a:pt x="130081" y="140921"/>
                </a:lnTo>
                <a:lnTo>
                  <a:pt x="105860" y="158612"/>
                </a:lnTo>
                <a:lnTo>
                  <a:pt x="76200" y="16510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5499100" y="5083278"/>
            <a:ext cx="1104900" cy="419100"/>
          </a:xfrm>
          <a:custGeom>
            <a:avLst/>
            <a:gdLst/>
            <a:ahLst/>
            <a:cxnLst/>
            <a:rect l="l" t="t" r="r" b="b"/>
            <a:pathLst>
              <a:path w="1104900" h="419100">
                <a:moveTo>
                  <a:pt x="0" y="69851"/>
                </a:moveTo>
                <a:lnTo>
                  <a:pt x="5489" y="42662"/>
                </a:lnTo>
                <a:lnTo>
                  <a:pt x="20459" y="20458"/>
                </a:lnTo>
                <a:lnTo>
                  <a:pt x="42662" y="5489"/>
                </a:lnTo>
                <a:lnTo>
                  <a:pt x="69851" y="0"/>
                </a:lnTo>
                <a:lnTo>
                  <a:pt x="1035050" y="0"/>
                </a:lnTo>
                <a:lnTo>
                  <a:pt x="1062240" y="5489"/>
                </a:lnTo>
                <a:lnTo>
                  <a:pt x="1084443" y="20458"/>
                </a:lnTo>
                <a:lnTo>
                  <a:pt x="1099411" y="42662"/>
                </a:lnTo>
                <a:lnTo>
                  <a:pt x="1104900" y="69851"/>
                </a:lnTo>
                <a:lnTo>
                  <a:pt x="1104900" y="349249"/>
                </a:lnTo>
                <a:lnTo>
                  <a:pt x="1099411" y="376438"/>
                </a:lnTo>
                <a:lnTo>
                  <a:pt x="1084443" y="398641"/>
                </a:lnTo>
                <a:lnTo>
                  <a:pt x="1062240" y="413610"/>
                </a:lnTo>
                <a:lnTo>
                  <a:pt x="1035050" y="419100"/>
                </a:lnTo>
                <a:lnTo>
                  <a:pt x="69851" y="419100"/>
                </a:lnTo>
                <a:lnTo>
                  <a:pt x="42662" y="413610"/>
                </a:lnTo>
                <a:lnTo>
                  <a:pt x="20459" y="398641"/>
                </a:lnTo>
                <a:lnTo>
                  <a:pt x="5489" y="376438"/>
                </a:lnTo>
                <a:lnTo>
                  <a:pt x="0" y="349249"/>
                </a:lnTo>
                <a:lnTo>
                  <a:pt x="0" y="69851"/>
                </a:lnTo>
                <a:close/>
              </a:path>
            </a:pathLst>
          </a:custGeom>
          <a:ln w="25400">
            <a:solidFill>
              <a:srgbClr val="605435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038600" y="52102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76200" y="0"/>
                </a:moveTo>
                <a:lnTo>
                  <a:pt x="46537" y="6486"/>
                </a:lnTo>
                <a:lnTo>
                  <a:pt x="22317" y="24177"/>
                </a:lnTo>
                <a:lnTo>
                  <a:pt x="5987" y="50417"/>
                </a:lnTo>
                <a:lnTo>
                  <a:pt x="0" y="82550"/>
                </a:lnTo>
                <a:lnTo>
                  <a:pt x="5987" y="114682"/>
                </a:lnTo>
                <a:lnTo>
                  <a:pt x="22317" y="140922"/>
                </a:lnTo>
                <a:lnTo>
                  <a:pt x="46537" y="158613"/>
                </a:lnTo>
                <a:lnTo>
                  <a:pt x="76200" y="165100"/>
                </a:lnTo>
                <a:lnTo>
                  <a:pt x="105862" y="158613"/>
                </a:lnTo>
                <a:lnTo>
                  <a:pt x="130082" y="140922"/>
                </a:lnTo>
                <a:lnTo>
                  <a:pt x="146412" y="114682"/>
                </a:lnTo>
                <a:lnTo>
                  <a:pt x="152400" y="82550"/>
                </a:lnTo>
                <a:lnTo>
                  <a:pt x="146412" y="50417"/>
                </a:lnTo>
                <a:lnTo>
                  <a:pt x="130082" y="24177"/>
                </a:lnTo>
                <a:lnTo>
                  <a:pt x="105862" y="6486"/>
                </a:lnTo>
                <a:lnTo>
                  <a:pt x="7620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4038600" y="5210278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52400" h="165100">
                <a:moveTo>
                  <a:pt x="76200" y="165100"/>
                </a:moveTo>
                <a:lnTo>
                  <a:pt x="46539" y="158612"/>
                </a:lnTo>
                <a:lnTo>
                  <a:pt x="22318" y="140921"/>
                </a:lnTo>
                <a:lnTo>
                  <a:pt x="5988" y="114682"/>
                </a:lnTo>
                <a:lnTo>
                  <a:pt x="0" y="82550"/>
                </a:lnTo>
                <a:lnTo>
                  <a:pt x="5988" y="50417"/>
                </a:lnTo>
                <a:lnTo>
                  <a:pt x="22318" y="24178"/>
                </a:lnTo>
                <a:lnTo>
                  <a:pt x="46539" y="6487"/>
                </a:lnTo>
                <a:lnTo>
                  <a:pt x="76200" y="0"/>
                </a:lnTo>
                <a:lnTo>
                  <a:pt x="105860" y="6487"/>
                </a:lnTo>
                <a:lnTo>
                  <a:pt x="130081" y="24178"/>
                </a:lnTo>
                <a:lnTo>
                  <a:pt x="146411" y="50417"/>
                </a:lnTo>
                <a:lnTo>
                  <a:pt x="152400" y="82550"/>
                </a:lnTo>
                <a:lnTo>
                  <a:pt x="146411" y="114682"/>
                </a:lnTo>
                <a:lnTo>
                  <a:pt x="130081" y="140921"/>
                </a:lnTo>
                <a:lnTo>
                  <a:pt x="105860" y="158612"/>
                </a:lnTo>
                <a:lnTo>
                  <a:pt x="76200" y="16510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4267200" y="52102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50417" y="6486"/>
                </a:lnTo>
                <a:lnTo>
                  <a:pt x="24177" y="24177"/>
                </a:lnTo>
                <a:lnTo>
                  <a:pt x="6486" y="50417"/>
                </a:lnTo>
                <a:lnTo>
                  <a:pt x="0" y="82550"/>
                </a:lnTo>
                <a:lnTo>
                  <a:pt x="6486" y="114682"/>
                </a:lnTo>
                <a:lnTo>
                  <a:pt x="24177" y="140922"/>
                </a:lnTo>
                <a:lnTo>
                  <a:pt x="50417" y="158613"/>
                </a:lnTo>
                <a:lnTo>
                  <a:pt x="82550" y="165100"/>
                </a:lnTo>
                <a:lnTo>
                  <a:pt x="114682" y="158613"/>
                </a:lnTo>
                <a:lnTo>
                  <a:pt x="140922" y="140922"/>
                </a:lnTo>
                <a:lnTo>
                  <a:pt x="158613" y="114682"/>
                </a:lnTo>
                <a:lnTo>
                  <a:pt x="165100" y="82550"/>
                </a:lnTo>
                <a:lnTo>
                  <a:pt x="158613" y="50417"/>
                </a:lnTo>
                <a:lnTo>
                  <a:pt x="140922" y="24177"/>
                </a:lnTo>
                <a:lnTo>
                  <a:pt x="114682" y="6486"/>
                </a:lnTo>
                <a:lnTo>
                  <a:pt x="8255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4267200" y="52102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165100"/>
                </a:moveTo>
                <a:lnTo>
                  <a:pt x="50417" y="158612"/>
                </a:lnTo>
                <a:lnTo>
                  <a:pt x="24178" y="140921"/>
                </a:lnTo>
                <a:lnTo>
                  <a:pt x="6487" y="114682"/>
                </a:lnTo>
                <a:lnTo>
                  <a:pt x="0" y="82550"/>
                </a:lnTo>
                <a:lnTo>
                  <a:pt x="6487" y="50417"/>
                </a:lnTo>
                <a:lnTo>
                  <a:pt x="24178" y="24178"/>
                </a:lnTo>
                <a:lnTo>
                  <a:pt x="50417" y="6487"/>
                </a:lnTo>
                <a:lnTo>
                  <a:pt x="82550" y="0"/>
                </a:lnTo>
                <a:lnTo>
                  <a:pt x="114682" y="6487"/>
                </a:lnTo>
                <a:lnTo>
                  <a:pt x="140921" y="24178"/>
                </a:lnTo>
                <a:lnTo>
                  <a:pt x="158612" y="50417"/>
                </a:lnTo>
                <a:lnTo>
                  <a:pt x="165100" y="82550"/>
                </a:lnTo>
                <a:lnTo>
                  <a:pt x="158612" y="114682"/>
                </a:lnTo>
                <a:lnTo>
                  <a:pt x="140921" y="140921"/>
                </a:lnTo>
                <a:lnTo>
                  <a:pt x="114682" y="158612"/>
                </a:lnTo>
                <a:lnTo>
                  <a:pt x="82550" y="16510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508500" y="52102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50417" y="6486"/>
                </a:lnTo>
                <a:lnTo>
                  <a:pt x="24177" y="24177"/>
                </a:lnTo>
                <a:lnTo>
                  <a:pt x="6486" y="50417"/>
                </a:lnTo>
                <a:lnTo>
                  <a:pt x="0" y="82550"/>
                </a:lnTo>
                <a:lnTo>
                  <a:pt x="6486" y="114682"/>
                </a:lnTo>
                <a:lnTo>
                  <a:pt x="24177" y="140922"/>
                </a:lnTo>
                <a:lnTo>
                  <a:pt x="50417" y="158613"/>
                </a:lnTo>
                <a:lnTo>
                  <a:pt x="82550" y="165100"/>
                </a:lnTo>
                <a:lnTo>
                  <a:pt x="114682" y="158613"/>
                </a:lnTo>
                <a:lnTo>
                  <a:pt x="140922" y="140922"/>
                </a:lnTo>
                <a:lnTo>
                  <a:pt x="158613" y="114682"/>
                </a:lnTo>
                <a:lnTo>
                  <a:pt x="165100" y="82550"/>
                </a:lnTo>
                <a:lnTo>
                  <a:pt x="158613" y="50417"/>
                </a:lnTo>
                <a:lnTo>
                  <a:pt x="140922" y="24177"/>
                </a:lnTo>
                <a:lnTo>
                  <a:pt x="114682" y="6486"/>
                </a:lnTo>
                <a:lnTo>
                  <a:pt x="8255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4508500" y="52102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165100"/>
                </a:moveTo>
                <a:lnTo>
                  <a:pt x="50417" y="158612"/>
                </a:lnTo>
                <a:lnTo>
                  <a:pt x="24178" y="140921"/>
                </a:lnTo>
                <a:lnTo>
                  <a:pt x="6487" y="114682"/>
                </a:lnTo>
                <a:lnTo>
                  <a:pt x="0" y="82550"/>
                </a:lnTo>
                <a:lnTo>
                  <a:pt x="6487" y="50417"/>
                </a:lnTo>
                <a:lnTo>
                  <a:pt x="24178" y="24178"/>
                </a:lnTo>
                <a:lnTo>
                  <a:pt x="50417" y="6487"/>
                </a:lnTo>
                <a:lnTo>
                  <a:pt x="82550" y="0"/>
                </a:lnTo>
                <a:lnTo>
                  <a:pt x="114682" y="6487"/>
                </a:lnTo>
                <a:lnTo>
                  <a:pt x="140921" y="24178"/>
                </a:lnTo>
                <a:lnTo>
                  <a:pt x="158612" y="50417"/>
                </a:lnTo>
                <a:lnTo>
                  <a:pt x="165100" y="82550"/>
                </a:lnTo>
                <a:lnTo>
                  <a:pt x="158612" y="114682"/>
                </a:lnTo>
                <a:lnTo>
                  <a:pt x="140921" y="140921"/>
                </a:lnTo>
                <a:lnTo>
                  <a:pt x="114682" y="158612"/>
                </a:lnTo>
                <a:lnTo>
                  <a:pt x="82550" y="16510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4749800" y="52102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50417" y="6486"/>
                </a:lnTo>
                <a:lnTo>
                  <a:pt x="24177" y="24177"/>
                </a:lnTo>
                <a:lnTo>
                  <a:pt x="6486" y="50417"/>
                </a:lnTo>
                <a:lnTo>
                  <a:pt x="0" y="82550"/>
                </a:lnTo>
                <a:lnTo>
                  <a:pt x="6486" y="114682"/>
                </a:lnTo>
                <a:lnTo>
                  <a:pt x="24177" y="140922"/>
                </a:lnTo>
                <a:lnTo>
                  <a:pt x="50417" y="158613"/>
                </a:lnTo>
                <a:lnTo>
                  <a:pt x="82550" y="165100"/>
                </a:lnTo>
                <a:lnTo>
                  <a:pt x="114682" y="158613"/>
                </a:lnTo>
                <a:lnTo>
                  <a:pt x="140922" y="140922"/>
                </a:lnTo>
                <a:lnTo>
                  <a:pt x="158613" y="114682"/>
                </a:lnTo>
                <a:lnTo>
                  <a:pt x="165100" y="82550"/>
                </a:lnTo>
                <a:lnTo>
                  <a:pt x="158613" y="50417"/>
                </a:lnTo>
                <a:lnTo>
                  <a:pt x="140922" y="24177"/>
                </a:lnTo>
                <a:lnTo>
                  <a:pt x="114682" y="6486"/>
                </a:lnTo>
                <a:lnTo>
                  <a:pt x="82550" y="0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749800" y="52102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165100"/>
                </a:moveTo>
                <a:lnTo>
                  <a:pt x="50417" y="158612"/>
                </a:lnTo>
                <a:lnTo>
                  <a:pt x="24178" y="140921"/>
                </a:lnTo>
                <a:lnTo>
                  <a:pt x="6487" y="114682"/>
                </a:lnTo>
                <a:lnTo>
                  <a:pt x="0" y="82550"/>
                </a:lnTo>
                <a:lnTo>
                  <a:pt x="6487" y="50417"/>
                </a:lnTo>
                <a:lnTo>
                  <a:pt x="24178" y="24178"/>
                </a:lnTo>
                <a:lnTo>
                  <a:pt x="50417" y="6487"/>
                </a:lnTo>
                <a:lnTo>
                  <a:pt x="82550" y="0"/>
                </a:lnTo>
                <a:lnTo>
                  <a:pt x="114682" y="6487"/>
                </a:lnTo>
                <a:lnTo>
                  <a:pt x="140921" y="24178"/>
                </a:lnTo>
                <a:lnTo>
                  <a:pt x="158612" y="50417"/>
                </a:lnTo>
                <a:lnTo>
                  <a:pt x="165100" y="82550"/>
                </a:lnTo>
                <a:lnTo>
                  <a:pt x="158612" y="114682"/>
                </a:lnTo>
                <a:lnTo>
                  <a:pt x="140921" y="140921"/>
                </a:lnTo>
                <a:lnTo>
                  <a:pt x="114682" y="158612"/>
                </a:lnTo>
                <a:lnTo>
                  <a:pt x="82550" y="165100"/>
                </a:lnTo>
                <a:close/>
              </a:path>
            </a:pathLst>
          </a:custGeom>
          <a:ln w="25400">
            <a:solidFill>
              <a:srgbClr val="77001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924300" y="5083278"/>
            <a:ext cx="1104900" cy="431800"/>
          </a:xfrm>
          <a:custGeom>
            <a:avLst/>
            <a:gdLst/>
            <a:ahLst/>
            <a:cxnLst/>
            <a:rect l="l" t="t" r="r" b="b"/>
            <a:pathLst>
              <a:path w="1104900" h="431800">
                <a:moveTo>
                  <a:pt x="0" y="71968"/>
                </a:moveTo>
                <a:lnTo>
                  <a:pt x="5655" y="43955"/>
                </a:lnTo>
                <a:lnTo>
                  <a:pt x="21079" y="21079"/>
                </a:lnTo>
                <a:lnTo>
                  <a:pt x="43955" y="5655"/>
                </a:lnTo>
                <a:lnTo>
                  <a:pt x="71968" y="0"/>
                </a:lnTo>
                <a:lnTo>
                  <a:pt x="1032930" y="0"/>
                </a:lnTo>
                <a:lnTo>
                  <a:pt x="1060945" y="5655"/>
                </a:lnTo>
                <a:lnTo>
                  <a:pt x="1083821" y="21079"/>
                </a:lnTo>
                <a:lnTo>
                  <a:pt x="1099245" y="43955"/>
                </a:lnTo>
                <a:lnTo>
                  <a:pt x="1104900" y="71968"/>
                </a:lnTo>
                <a:lnTo>
                  <a:pt x="1104900" y="359831"/>
                </a:lnTo>
                <a:lnTo>
                  <a:pt x="1099245" y="387845"/>
                </a:lnTo>
                <a:lnTo>
                  <a:pt x="1083821" y="410721"/>
                </a:lnTo>
                <a:lnTo>
                  <a:pt x="1060945" y="426144"/>
                </a:lnTo>
                <a:lnTo>
                  <a:pt x="1032930" y="431800"/>
                </a:lnTo>
                <a:lnTo>
                  <a:pt x="71968" y="431800"/>
                </a:lnTo>
                <a:lnTo>
                  <a:pt x="43955" y="426144"/>
                </a:lnTo>
                <a:lnTo>
                  <a:pt x="21079" y="410721"/>
                </a:lnTo>
                <a:lnTo>
                  <a:pt x="5655" y="387845"/>
                </a:lnTo>
                <a:lnTo>
                  <a:pt x="0" y="359831"/>
                </a:lnTo>
                <a:lnTo>
                  <a:pt x="0" y="71968"/>
                </a:lnTo>
                <a:close/>
              </a:path>
            </a:pathLst>
          </a:custGeom>
          <a:ln w="25400">
            <a:solidFill>
              <a:srgbClr val="605435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006570" y="3623819"/>
            <a:ext cx="2292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W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5648287" y="3297353"/>
            <a:ext cx="539750" cy="673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64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1" u="none" strike="noStrike" kern="1200" cap="none" spc="-44" normalizeH="0" baseline="9259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h</a:t>
            </a:r>
            <a:r>
              <a:rPr kumimoji="0" sz="1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+1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W</a:t>
            </a:r>
          </a:p>
        </p:txBody>
      </p:sp>
      <p:sp>
        <p:nvSpPr>
          <p:cNvPr id="79" name="object 79"/>
          <p:cNvSpPr/>
          <p:nvPr/>
        </p:nvSpPr>
        <p:spPr>
          <a:xfrm>
            <a:off x="3225800" y="2873478"/>
            <a:ext cx="355600" cy="609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3344646" y="3025814"/>
            <a:ext cx="118110" cy="380365"/>
          </a:xfrm>
          <a:custGeom>
            <a:avLst/>
            <a:gdLst/>
            <a:ahLst/>
            <a:cxnLst/>
            <a:rect l="l" t="t" r="r" b="b"/>
            <a:pathLst>
              <a:path w="118110" h="380364">
                <a:moveTo>
                  <a:pt x="71653" y="72186"/>
                </a:moveTo>
                <a:lnTo>
                  <a:pt x="46253" y="72186"/>
                </a:lnTo>
                <a:lnTo>
                  <a:pt x="46253" y="379806"/>
                </a:lnTo>
                <a:lnTo>
                  <a:pt x="71653" y="379806"/>
                </a:lnTo>
                <a:lnTo>
                  <a:pt x="71653" y="72186"/>
                </a:lnTo>
                <a:close/>
              </a:path>
              <a:path w="118110" h="380364">
                <a:moveTo>
                  <a:pt x="58953" y="0"/>
                </a:moveTo>
                <a:lnTo>
                  <a:pt x="0" y="101066"/>
                </a:lnTo>
                <a:lnTo>
                  <a:pt x="2044" y="108851"/>
                </a:lnTo>
                <a:lnTo>
                  <a:pt x="14160" y="115912"/>
                </a:lnTo>
                <a:lnTo>
                  <a:pt x="21932" y="113868"/>
                </a:lnTo>
                <a:lnTo>
                  <a:pt x="46253" y="72186"/>
                </a:lnTo>
                <a:lnTo>
                  <a:pt x="101060" y="72186"/>
                </a:lnTo>
                <a:lnTo>
                  <a:pt x="58953" y="0"/>
                </a:lnTo>
                <a:close/>
              </a:path>
              <a:path w="118110" h="380364">
                <a:moveTo>
                  <a:pt x="101060" y="72186"/>
                </a:moveTo>
                <a:lnTo>
                  <a:pt x="71653" y="72186"/>
                </a:lnTo>
                <a:lnTo>
                  <a:pt x="95973" y="113868"/>
                </a:lnTo>
                <a:lnTo>
                  <a:pt x="103746" y="115912"/>
                </a:lnTo>
                <a:lnTo>
                  <a:pt x="115862" y="108851"/>
                </a:lnTo>
                <a:lnTo>
                  <a:pt x="117906" y="101066"/>
                </a:lnTo>
                <a:lnTo>
                  <a:pt x="101060" y="72186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302406" y="2750605"/>
            <a:ext cx="331470" cy="274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1" u="none" strike="noStrike" kern="1200" cap="none" spc="-7" normalizeH="0" baseline="9259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y</a:t>
            </a:r>
            <a:r>
              <a:rPr kumimoji="0" sz="1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  <a:r>
              <a:rPr kumimoji="0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−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1</a:t>
            </a:r>
          </a:p>
        </p:txBody>
      </p:sp>
      <p:sp>
        <p:nvSpPr>
          <p:cNvPr id="82" name="object 82"/>
          <p:cNvSpPr/>
          <p:nvPr/>
        </p:nvSpPr>
        <p:spPr>
          <a:xfrm>
            <a:off x="4724400" y="2898878"/>
            <a:ext cx="355600" cy="609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843246" y="3051214"/>
            <a:ext cx="118110" cy="380365"/>
          </a:xfrm>
          <a:custGeom>
            <a:avLst/>
            <a:gdLst/>
            <a:ahLst/>
            <a:cxnLst/>
            <a:rect l="l" t="t" r="r" b="b"/>
            <a:pathLst>
              <a:path w="118110" h="380364">
                <a:moveTo>
                  <a:pt x="71653" y="72186"/>
                </a:moveTo>
                <a:lnTo>
                  <a:pt x="46253" y="72186"/>
                </a:lnTo>
                <a:lnTo>
                  <a:pt x="46253" y="379806"/>
                </a:lnTo>
                <a:lnTo>
                  <a:pt x="71653" y="379806"/>
                </a:lnTo>
                <a:lnTo>
                  <a:pt x="71653" y="72186"/>
                </a:lnTo>
                <a:close/>
              </a:path>
              <a:path w="118110" h="380364">
                <a:moveTo>
                  <a:pt x="58953" y="0"/>
                </a:moveTo>
                <a:lnTo>
                  <a:pt x="0" y="101066"/>
                </a:lnTo>
                <a:lnTo>
                  <a:pt x="2044" y="108851"/>
                </a:lnTo>
                <a:lnTo>
                  <a:pt x="14160" y="115912"/>
                </a:lnTo>
                <a:lnTo>
                  <a:pt x="21932" y="113868"/>
                </a:lnTo>
                <a:lnTo>
                  <a:pt x="46253" y="72186"/>
                </a:lnTo>
                <a:lnTo>
                  <a:pt x="101060" y="72186"/>
                </a:lnTo>
                <a:lnTo>
                  <a:pt x="58953" y="0"/>
                </a:lnTo>
                <a:close/>
              </a:path>
              <a:path w="118110" h="380364">
                <a:moveTo>
                  <a:pt x="101060" y="72186"/>
                </a:moveTo>
                <a:lnTo>
                  <a:pt x="71653" y="72186"/>
                </a:lnTo>
                <a:lnTo>
                  <a:pt x="95973" y="113868"/>
                </a:lnTo>
                <a:lnTo>
                  <a:pt x="103746" y="115912"/>
                </a:lnTo>
                <a:lnTo>
                  <a:pt x="115862" y="108851"/>
                </a:lnTo>
                <a:lnTo>
                  <a:pt x="117906" y="101066"/>
                </a:lnTo>
                <a:lnTo>
                  <a:pt x="101060" y="72186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793602" y="2729269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y</a:t>
            </a:r>
            <a:r>
              <a:rPr kumimoji="0" sz="1800" b="0" i="1" u="none" strike="noStrike" kern="1200" cap="none" spc="0" normalizeH="0" baseline="-1388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  <a:endParaRPr kumimoji="0" sz="1800" b="0" i="0" u="none" strike="noStrike" kern="1200" cap="none" spc="0" normalizeH="0" baseline="-13888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362700" y="2898878"/>
            <a:ext cx="355600" cy="609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6481546" y="3051214"/>
            <a:ext cx="118110" cy="380365"/>
          </a:xfrm>
          <a:custGeom>
            <a:avLst/>
            <a:gdLst/>
            <a:ahLst/>
            <a:cxnLst/>
            <a:rect l="l" t="t" r="r" b="b"/>
            <a:pathLst>
              <a:path w="118109" h="380364">
                <a:moveTo>
                  <a:pt x="71653" y="72186"/>
                </a:moveTo>
                <a:lnTo>
                  <a:pt x="46253" y="72186"/>
                </a:lnTo>
                <a:lnTo>
                  <a:pt x="46253" y="379806"/>
                </a:lnTo>
                <a:lnTo>
                  <a:pt x="71653" y="379806"/>
                </a:lnTo>
                <a:lnTo>
                  <a:pt x="71653" y="72186"/>
                </a:lnTo>
                <a:close/>
              </a:path>
              <a:path w="118109" h="380364">
                <a:moveTo>
                  <a:pt x="58953" y="0"/>
                </a:moveTo>
                <a:lnTo>
                  <a:pt x="0" y="101066"/>
                </a:lnTo>
                <a:lnTo>
                  <a:pt x="2044" y="108851"/>
                </a:lnTo>
                <a:lnTo>
                  <a:pt x="14160" y="115912"/>
                </a:lnTo>
                <a:lnTo>
                  <a:pt x="21945" y="113868"/>
                </a:lnTo>
                <a:lnTo>
                  <a:pt x="46253" y="72186"/>
                </a:lnTo>
                <a:lnTo>
                  <a:pt x="101060" y="72186"/>
                </a:lnTo>
                <a:lnTo>
                  <a:pt x="58953" y="0"/>
                </a:lnTo>
                <a:close/>
              </a:path>
              <a:path w="118109" h="380364">
                <a:moveTo>
                  <a:pt x="101060" y="72186"/>
                </a:moveTo>
                <a:lnTo>
                  <a:pt x="71653" y="72186"/>
                </a:lnTo>
                <a:lnTo>
                  <a:pt x="95973" y="113868"/>
                </a:lnTo>
                <a:lnTo>
                  <a:pt x="103746" y="115912"/>
                </a:lnTo>
                <a:lnTo>
                  <a:pt x="115862" y="108851"/>
                </a:lnTo>
                <a:lnTo>
                  <a:pt x="117906" y="101066"/>
                </a:lnTo>
                <a:lnTo>
                  <a:pt x="101060" y="72186"/>
                </a:lnTo>
                <a:close/>
              </a:path>
            </a:pathLst>
          </a:custGeom>
          <a:solidFill>
            <a:srgbClr val="A4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440703" y="2767369"/>
            <a:ext cx="331470" cy="274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1" u="none" strike="noStrike" kern="1200" cap="none" spc="-7" normalizeH="0" baseline="9259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y</a:t>
            </a:r>
            <a:r>
              <a:rPr kumimoji="0" sz="1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  <a:r>
              <a:rPr kumimoji="0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+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C261541-4C85-4ACF-92D1-A2A9FB9E2FE8}"/>
              </a:ext>
            </a:extLst>
          </p:cNvPr>
          <p:cNvSpPr txBox="1"/>
          <p:nvPr/>
        </p:nvSpPr>
        <p:spPr>
          <a:xfrm>
            <a:off x="0" y="6581001"/>
            <a:ext cx="1117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Richard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Socher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/>
      <p:bldP spid="78" grpId="0"/>
      <p:bldP spid="79" grpId="0" animBg="1"/>
      <p:bldP spid="80" grpId="0" animBg="1"/>
      <p:bldP spid="81" grpId="0"/>
      <p:bldP spid="82" grpId="0" animBg="1"/>
      <p:bldP spid="83" grpId="0" animBg="1"/>
      <p:bldP spid="84" grpId="0"/>
      <p:bldP spid="85" grpId="0" animBg="1"/>
      <p:bldP spid="86" grpId="0" animBg="1"/>
      <p:bldP spid="8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pc="-10" dirty="0">
                <a:solidFill>
                  <a:schemeClr val="tx1"/>
                </a:solidFill>
              </a:rPr>
              <a:t>The </a:t>
            </a:r>
            <a:r>
              <a:rPr spc="-5" dirty="0">
                <a:solidFill>
                  <a:schemeClr val="tx1"/>
                </a:solidFill>
              </a:rPr>
              <a:t>vanishing </a:t>
            </a:r>
            <a:r>
              <a:rPr spc="-10" dirty="0">
                <a:solidFill>
                  <a:schemeClr val="tx1"/>
                </a:solidFill>
              </a:rPr>
              <a:t>gradient </a:t>
            </a:r>
            <a:r>
              <a:rPr spc="-15" dirty="0">
                <a:solidFill>
                  <a:schemeClr val="tx1"/>
                </a:solidFill>
              </a:rPr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9959"/>
            <a:ext cx="8141482" cy="48376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lvl="0" indent="-34290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Total </a:t>
            </a:r>
            <a:r>
              <a:rPr kumimoji="0" lang="en-US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error </a:t>
            </a:r>
            <a:r>
              <a:rPr kumimoji="0" lang="en-US" sz="24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is </a:t>
            </a: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the </a:t>
            </a: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sum </a:t>
            </a:r>
            <a:r>
              <a:rPr kumimoji="0" lang="en-US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of </a:t>
            </a:r>
            <a:r>
              <a:rPr kumimoji="0" lang="en-US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each </a:t>
            </a:r>
            <a:r>
              <a:rPr kumimoji="0" lang="en-US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error </a:t>
            </a:r>
            <a:r>
              <a:rPr kumimoji="0" lang="en-US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at </a:t>
            </a:r>
            <a:r>
              <a:rPr kumimoji="0" lang="en-US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time </a:t>
            </a: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steps</a:t>
            </a:r>
            <a:r>
              <a:rPr kumimoji="0" lang="en-US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</a:p>
          <a:p>
            <a:pPr marL="355600" marR="5080" lvl="0" indent="-34290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Chain </a:t>
            </a: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rule:</a:t>
            </a:r>
          </a:p>
          <a:p>
            <a:pPr marL="355600" marR="5080" lvl="0" indent="-34290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endParaRPr kumimoji="0" lang="en-US" sz="2400" b="0" i="0" u="none" strike="noStrike" kern="1200" cap="none" spc="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endParaRPr kumimoji="0" lang="en-US" sz="2400" b="0" i="0" u="none" strike="noStrike" kern="1200" cap="none" spc="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More chain rule:</a:t>
            </a:r>
          </a:p>
          <a:p>
            <a:pPr marL="355600" marR="5080" lvl="0" indent="-34290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endParaRPr kumimoji="0" lang="en-US" sz="2400" b="0" i="0" u="none" strike="noStrike" kern="1200" cap="none" spc="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endParaRPr kumimoji="0" lang="en-US" sz="2400" b="0" i="0" u="none" strike="noStrike" kern="1200" cap="none" spc="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Derivative of vector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wrt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vector is a Jacobian matrix of partial derivatives; norm of this matrix can become very small or very large quickly [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Bengio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et </a:t>
            </a:r>
            <a:r>
              <a:rPr kumimoji="0" lang="en-US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al  </a:t>
            </a:r>
            <a:r>
              <a:rPr kumimoji="0" lang="en-US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1994, </a:t>
            </a:r>
            <a:r>
              <a:rPr kumimoji="0" lang="en-US" sz="2400" b="0" i="0" u="none" strike="noStrike" kern="1200" cap="none" spc="-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Pascanu</a:t>
            </a:r>
            <a:r>
              <a:rPr kumimoji="0" lang="en-US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et al. 2013], leading to vanishing/exploding gradient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0" y="6581001"/>
            <a:ext cx="20195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Richard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Socher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0" name="object 7">
            <a:extLst>
              <a:ext uri="{FF2B5EF4-FFF2-40B4-BE49-F238E27FC236}">
                <a16:creationId xmlns:a16="http://schemas.microsoft.com/office/drawing/2014/main" id="{85535C84-FAB5-423F-BFAE-D4FC337C4B44}"/>
              </a:ext>
            </a:extLst>
          </p:cNvPr>
          <p:cNvSpPr/>
          <p:nvPr/>
        </p:nvSpPr>
        <p:spPr>
          <a:xfrm>
            <a:off x="3616081" y="1546747"/>
            <a:ext cx="1676400" cy="76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1" name="object 8">
            <a:extLst>
              <a:ext uri="{FF2B5EF4-FFF2-40B4-BE49-F238E27FC236}">
                <a16:creationId xmlns:a16="http://schemas.microsoft.com/office/drawing/2014/main" id="{42BA7119-C64E-4698-B99D-6AB779DE2AD2}"/>
              </a:ext>
            </a:extLst>
          </p:cNvPr>
          <p:cNvSpPr/>
          <p:nvPr/>
        </p:nvSpPr>
        <p:spPr>
          <a:xfrm>
            <a:off x="2917581" y="2482188"/>
            <a:ext cx="3073400" cy="762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3" name="object 9">
            <a:extLst>
              <a:ext uri="{FF2B5EF4-FFF2-40B4-BE49-F238E27FC236}">
                <a16:creationId xmlns:a16="http://schemas.microsoft.com/office/drawing/2014/main" id="{EA326292-2C2C-4F95-BD8A-F5EAE4E65064}"/>
              </a:ext>
            </a:extLst>
          </p:cNvPr>
          <p:cNvSpPr/>
          <p:nvPr/>
        </p:nvSpPr>
        <p:spPr>
          <a:xfrm>
            <a:off x="3374781" y="3522851"/>
            <a:ext cx="2159000" cy="787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03733-843C-5458-7468-F1B41F33E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648" y="1546746"/>
            <a:ext cx="3019279" cy="169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515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BE95F-8104-4466-820E-EC16D83FE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42191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Garamond" panose="02020404030301010803" pitchFamily="18" charset="0"/>
                <a:cs typeface="Arial" panose="020B0604020202020204" pitchFamily="34" charset="0"/>
              </a:rPr>
              <a:t>Now in more detail…</a:t>
            </a:r>
          </a:p>
        </p:txBody>
      </p:sp>
    </p:spTree>
    <p:extLst>
      <p:ext uri="{BB962C8B-B14F-4D97-AF65-F5344CB8AC3E}">
        <p14:creationId xmlns:p14="http://schemas.microsoft.com/office/powerpoint/2010/main" val="1262606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105662"/>
            <a:ext cx="8636922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Language </a:t>
            </a:r>
            <a:r>
              <a:rPr kumimoji="0" sz="2300" b="1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Modeling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the task </a:t>
            </a:r>
            <a:r>
              <a:rPr kumimoji="0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predicting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what word</a:t>
            </a:r>
            <a:r>
              <a:rPr kumimoji="0" sz="23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comes</a:t>
            </a:r>
            <a:r>
              <a:rPr kumimoji="0" lang="bg-BG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next.</a:t>
            </a:r>
            <a:endParaRPr kumimoji="0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3349497"/>
            <a:ext cx="6746875" cy="727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More </a:t>
            </a:r>
            <a:r>
              <a:rPr kumimoji="0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formally: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given a </a:t>
            </a:r>
            <a:r>
              <a:rPr kumimoji="0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sequence of</a:t>
            </a:r>
            <a:r>
              <a:rPr kumimoji="0" sz="23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words</a:t>
            </a: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compute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probability distribution of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next</a:t>
            </a:r>
            <a:r>
              <a:rPr kumimoji="0" sz="23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word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920938" y="3349497"/>
            <a:ext cx="153035" cy="727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,</a:t>
            </a:r>
          </a:p>
          <a:p>
            <a:pPr marL="61594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3540" y="5102478"/>
            <a:ext cx="6499860" cy="1148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10714" algn="l"/>
              </a:tabLst>
              <a:defRPr/>
            </a:pP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where	can </a:t>
            </a:r>
            <a:r>
              <a:rPr kumimoji="0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be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any </a:t>
            </a:r>
            <a:r>
              <a:rPr kumimoji="0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word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 the</a:t>
            </a:r>
            <a:r>
              <a:rPr kumimoji="0" sz="23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vocabulary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 </a:t>
            </a:r>
            <a:r>
              <a:rPr kumimoji="0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system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that </a:t>
            </a:r>
            <a:r>
              <a:rPr kumimoji="0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does this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called a </a:t>
            </a: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Language</a:t>
            </a:r>
            <a:r>
              <a:rPr kumimoji="0" sz="2300" b="1" i="0" u="none" strike="noStrike" kern="1200" cap="none" spc="3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300" b="1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Model</a:t>
            </a:r>
            <a:r>
              <a:rPr kumimoji="0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.</a:t>
            </a:r>
            <a:endParaRPr kumimoji="0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4363558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Language</a:t>
            </a:r>
            <a:r>
              <a:rPr spc="-100" dirty="0"/>
              <a:t> </a:t>
            </a:r>
            <a:r>
              <a:rPr spc="-5" dirty="0"/>
              <a:t>Modeling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6149340" y="2427732"/>
            <a:ext cx="1823085" cy="852169"/>
            <a:chOff x="6149340" y="2427732"/>
            <a:chExt cx="1823085" cy="852169"/>
          </a:xfrm>
        </p:grpSpPr>
        <p:sp>
          <p:nvSpPr>
            <p:cNvPr id="9" name="object 9"/>
            <p:cNvSpPr/>
            <p:nvPr/>
          </p:nvSpPr>
          <p:spPr>
            <a:xfrm>
              <a:off x="7104888" y="2427732"/>
              <a:ext cx="867410" cy="497205"/>
            </a:xfrm>
            <a:custGeom>
              <a:avLst/>
              <a:gdLst/>
              <a:ahLst/>
              <a:cxnLst/>
              <a:rect l="l" t="t" r="r" b="b"/>
              <a:pathLst>
                <a:path w="867409" h="497205">
                  <a:moveTo>
                    <a:pt x="433577" y="0"/>
                  </a:moveTo>
                  <a:lnTo>
                    <a:pt x="374730" y="2268"/>
                  </a:lnTo>
                  <a:lnTo>
                    <a:pt x="318293" y="8875"/>
                  </a:lnTo>
                  <a:lnTo>
                    <a:pt x="264783" y="19526"/>
                  </a:lnTo>
                  <a:lnTo>
                    <a:pt x="214714" y="33923"/>
                  </a:lnTo>
                  <a:lnTo>
                    <a:pt x="168604" y="51770"/>
                  </a:lnTo>
                  <a:lnTo>
                    <a:pt x="126968" y="72771"/>
                  </a:lnTo>
                  <a:lnTo>
                    <a:pt x="90322" y="96629"/>
                  </a:lnTo>
                  <a:lnTo>
                    <a:pt x="59182" y="123048"/>
                  </a:lnTo>
                  <a:lnTo>
                    <a:pt x="34063" y="151733"/>
                  </a:lnTo>
                  <a:lnTo>
                    <a:pt x="3956" y="214711"/>
                  </a:lnTo>
                  <a:lnTo>
                    <a:pt x="0" y="248412"/>
                  </a:lnTo>
                  <a:lnTo>
                    <a:pt x="3956" y="282112"/>
                  </a:lnTo>
                  <a:lnTo>
                    <a:pt x="34063" y="345090"/>
                  </a:lnTo>
                  <a:lnTo>
                    <a:pt x="59181" y="373775"/>
                  </a:lnTo>
                  <a:lnTo>
                    <a:pt x="90322" y="400194"/>
                  </a:lnTo>
                  <a:lnTo>
                    <a:pt x="126968" y="424052"/>
                  </a:lnTo>
                  <a:lnTo>
                    <a:pt x="168604" y="445053"/>
                  </a:lnTo>
                  <a:lnTo>
                    <a:pt x="214714" y="462900"/>
                  </a:lnTo>
                  <a:lnTo>
                    <a:pt x="264783" y="477297"/>
                  </a:lnTo>
                  <a:lnTo>
                    <a:pt x="318293" y="487948"/>
                  </a:lnTo>
                  <a:lnTo>
                    <a:pt x="374730" y="494555"/>
                  </a:lnTo>
                  <a:lnTo>
                    <a:pt x="433577" y="496823"/>
                  </a:lnTo>
                  <a:lnTo>
                    <a:pt x="492398" y="494555"/>
                  </a:lnTo>
                  <a:lnTo>
                    <a:pt x="548818" y="487948"/>
                  </a:lnTo>
                  <a:lnTo>
                    <a:pt x="602319" y="477297"/>
                  </a:lnTo>
                  <a:lnTo>
                    <a:pt x="652384" y="462900"/>
                  </a:lnTo>
                  <a:lnTo>
                    <a:pt x="698497" y="445053"/>
                  </a:lnTo>
                  <a:lnTo>
                    <a:pt x="740140" y="424052"/>
                  </a:lnTo>
                  <a:lnTo>
                    <a:pt x="776795" y="400194"/>
                  </a:lnTo>
                  <a:lnTo>
                    <a:pt x="807945" y="373775"/>
                  </a:lnTo>
                  <a:lnTo>
                    <a:pt x="833074" y="345090"/>
                  </a:lnTo>
                  <a:lnTo>
                    <a:pt x="863196" y="282112"/>
                  </a:lnTo>
                  <a:lnTo>
                    <a:pt x="867155" y="248412"/>
                  </a:lnTo>
                  <a:lnTo>
                    <a:pt x="863196" y="214711"/>
                  </a:lnTo>
                  <a:lnTo>
                    <a:pt x="833074" y="151733"/>
                  </a:lnTo>
                  <a:lnTo>
                    <a:pt x="807945" y="123048"/>
                  </a:lnTo>
                  <a:lnTo>
                    <a:pt x="776795" y="96629"/>
                  </a:lnTo>
                  <a:lnTo>
                    <a:pt x="740140" y="72771"/>
                  </a:lnTo>
                  <a:lnTo>
                    <a:pt x="698497" y="51770"/>
                  </a:lnTo>
                  <a:lnTo>
                    <a:pt x="652384" y="33923"/>
                  </a:lnTo>
                  <a:lnTo>
                    <a:pt x="602319" y="19526"/>
                  </a:lnTo>
                  <a:lnTo>
                    <a:pt x="548818" y="8875"/>
                  </a:lnTo>
                  <a:lnTo>
                    <a:pt x="492398" y="2268"/>
                  </a:lnTo>
                  <a:lnTo>
                    <a:pt x="433577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319266" y="2492121"/>
              <a:ext cx="786130" cy="208915"/>
            </a:xfrm>
            <a:custGeom>
              <a:avLst/>
              <a:gdLst/>
              <a:ahLst/>
              <a:cxnLst/>
              <a:rect l="l" t="t" r="r" b="b"/>
              <a:pathLst>
                <a:path w="786129" h="208914">
                  <a:moveTo>
                    <a:pt x="698065" y="180304"/>
                  </a:moveTo>
                  <a:lnTo>
                    <a:pt x="691895" y="208533"/>
                  </a:lnTo>
                  <a:lnTo>
                    <a:pt x="786003" y="184657"/>
                  </a:lnTo>
                  <a:lnTo>
                    <a:pt x="784428" y="183387"/>
                  </a:lnTo>
                  <a:lnTo>
                    <a:pt x="712215" y="183387"/>
                  </a:lnTo>
                  <a:lnTo>
                    <a:pt x="698065" y="180304"/>
                  </a:lnTo>
                  <a:close/>
                </a:path>
                <a:path w="786129" h="208914">
                  <a:moveTo>
                    <a:pt x="704256" y="151979"/>
                  </a:moveTo>
                  <a:lnTo>
                    <a:pt x="698065" y="180304"/>
                  </a:lnTo>
                  <a:lnTo>
                    <a:pt x="712215" y="183387"/>
                  </a:lnTo>
                  <a:lnTo>
                    <a:pt x="718438" y="155066"/>
                  </a:lnTo>
                  <a:lnTo>
                    <a:pt x="704256" y="151979"/>
                  </a:lnTo>
                  <a:close/>
                </a:path>
                <a:path w="786129" h="208914">
                  <a:moveTo>
                    <a:pt x="710438" y="123698"/>
                  </a:moveTo>
                  <a:lnTo>
                    <a:pt x="704256" y="151979"/>
                  </a:lnTo>
                  <a:lnTo>
                    <a:pt x="718438" y="155066"/>
                  </a:lnTo>
                  <a:lnTo>
                    <a:pt x="712215" y="183387"/>
                  </a:lnTo>
                  <a:lnTo>
                    <a:pt x="784428" y="183387"/>
                  </a:lnTo>
                  <a:lnTo>
                    <a:pt x="710438" y="123698"/>
                  </a:lnTo>
                  <a:close/>
                </a:path>
                <a:path w="786129" h="208914">
                  <a:moveTo>
                    <a:pt x="6096" y="0"/>
                  </a:moveTo>
                  <a:lnTo>
                    <a:pt x="0" y="28193"/>
                  </a:lnTo>
                  <a:lnTo>
                    <a:pt x="698065" y="180304"/>
                  </a:lnTo>
                  <a:lnTo>
                    <a:pt x="704256" y="151979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398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49340" y="2814828"/>
              <a:ext cx="844550" cy="464820"/>
            </a:xfrm>
            <a:custGeom>
              <a:avLst/>
              <a:gdLst/>
              <a:ahLst/>
              <a:cxnLst/>
              <a:rect l="l" t="t" r="r" b="b"/>
              <a:pathLst>
                <a:path w="844550" h="464820">
                  <a:moveTo>
                    <a:pt x="422148" y="0"/>
                  </a:moveTo>
                  <a:lnTo>
                    <a:pt x="359760" y="2519"/>
                  </a:lnTo>
                  <a:lnTo>
                    <a:pt x="300216" y="9836"/>
                  </a:lnTo>
                  <a:lnTo>
                    <a:pt x="244169" y="21594"/>
                  </a:lnTo>
                  <a:lnTo>
                    <a:pt x="192272" y="37432"/>
                  </a:lnTo>
                  <a:lnTo>
                    <a:pt x="145177" y="56992"/>
                  </a:lnTo>
                  <a:lnTo>
                    <a:pt x="103536" y="79915"/>
                  </a:lnTo>
                  <a:lnTo>
                    <a:pt x="68004" y="105842"/>
                  </a:lnTo>
                  <a:lnTo>
                    <a:pt x="39231" y="134414"/>
                  </a:lnTo>
                  <a:lnTo>
                    <a:pt x="4576" y="198057"/>
                  </a:lnTo>
                  <a:lnTo>
                    <a:pt x="0" y="232410"/>
                  </a:lnTo>
                  <a:lnTo>
                    <a:pt x="4576" y="266762"/>
                  </a:lnTo>
                  <a:lnTo>
                    <a:pt x="39231" y="330405"/>
                  </a:lnTo>
                  <a:lnTo>
                    <a:pt x="68004" y="358977"/>
                  </a:lnTo>
                  <a:lnTo>
                    <a:pt x="103536" y="384904"/>
                  </a:lnTo>
                  <a:lnTo>
                    <a:pt x="145177" y="407827"/>
                  </a:lnTo>
                  <a:lnTo>
                    <a:pt x="192272" y="427387"/>
                  </a:lnTo>
                  <a:lnTo>
                    <a:pt x="244169" y="443225"/>
                  </a:lnTo>
                  <a:lnTo>
                    <a:pt x="300216" y="454983"/>
                  </a:lnTo>
                  <a:lnTo>
                    <a:pt x="359760" y="462300"/>
                  </a:lnTo>
                  <a:lnTo>
                    <a:pt x="422148" y="464820"/>
                  </a:lnTo>
                  <a:lnTo>
                    <a:pt x="484535" y="462300"/>
                  </a:lnTo>
                  <a:lnTo>
                    <a:pt x="544079" y="454983"/>
                  </a:lnTo>
                  <a:lnTo>
                    <a:pt x="600126" y="443225"/>
                  </a:lnTo>
                  <a:lnTo>
                    <a:pt x="652023" y="427387"/>
                  </a:lnTo>
                  <a:lnTo>
                    <a:pt x="699118" y="407827"/>
                  </a:lnTo>
                  <a:lnTo>
                    <a:pt x="740759" y="384904"/>
                  </a:lnTo>
                  <a:lnTo>
                    <a:pt x="776291" y="358977"/>
                  </a:lnTo>
                  <a:lnTo>
                    <a:pt x="805064" y="330405"/>
                  </a:lnTo>
                  <a:lnTo>
                    <a:pt x="839719" y="266762"/>
                  </a:lnTo>
                  <a:lnTo>
                    <a:pt x="844295" y="232410"/>
                  </a:lnTo>
                  <a:lnTo>
                    <a:pt x="839719" y="198057"/>
                  </a:lnTo>
                  <a:lnTo>
                    <a:pt x="805064" y="134414"/>
                  </a:lnTo>
                  <a:lnTo>
                    <a:pt x="776291" y="105842"/>
                  </a:lnTo>
                  <a:lnTo>
                    <a:pt x="740759" y="79915"/>
                  </a:lnTo>
                  <a:lnTo>
                    <a:pt x="699118" y="56992"/>
                  </a:lnTo>
                  <a:lnTo>
                    <a:pt x="652023" y="37432"/>
                  </a:lnTo>
                  <a:lnTo>
                    <a:pt x="600126" y="21594"/>
                  </a:lnTo>
                  <a:lnTo>
                    <a:pt x="544079" y="9836"/>
                  </a:lnTo>
                  <a:lnTo>
                    <a:pt x="484535" y="2519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179566" y="2581021"/>
              <a:ext cx="146685" cy="294640"/>
            </a:xfrm>
            <a:custGeom>
              <a:avLst/>
              <a:gdLst/>
              <a:ahLst/>
              <a:cxnLst/>
              <a:rect l="l" t="t" r="r" b="b"/>
              <a:pathLst>
                <a:path w="146685" h="294639">
                  <a:moveTo>
                    <a:pt x="93762" y="221321"/>
                  </a:moveTo>
                  <a:lnTo>
                    <a:pt x="67310" y="233171"/>
                  </a:lnTo>
                  <a:lnTo>
                    <a:pt x="142494" y="294639"/>
                  </a:lnTo>
                  <a:lnTo>
                    <a:pt x="145088" y="234568"/>
                  </a:lnTo>
                  <a:lnTo>
                    <a:pt x="99695" y="234568"/>
                  </a:lnTo>
                  <a:lnTo>
                    <a:pt x="93762" y="221321"/>
                  </a:lnTo>
                  <a:close/>
                </a:path>
                <a:path w="146685" h="294639">
                  <a:moveTo>
                    <a:pt x="120172" y="209489"/>
                  </a:moveTo>
                  <a:lnTo>
                    <a:pt x="93762" y="221321"/>
                  </a:lnTo>
                  <a:lnTo>
                    <a:pt x="99695" y="234568"/>
                  </a:lnTo>
                  <a:lnTo>
                    <a:pt x="126111" y="222757"/>
                  </a:lnTo>
                  <a:lnTo>
                    <a:pt x="120172" y="209489"/>
                  </a:lnTo>
                  <a:close/>
                </a:path>
                <a:path w="146685" h="294639">
                  <a:moveTo>
                    <a:pt x="146685" y="197612"/>
                  </a:moveTo>
                  <a:lnTo>
                    <a:pt x="120172" y="209489"/>
                  </a:lnTo>
                  <a:lnTo>
                    <a:pt x="126111" y="222757"/>
                  </a:lnTo>
                  <a:lnTo>
                    <a:pt x="99695" y="234568"/>
                  </a:lnTo>
                  <a:lnTo>
                    <a:pt x="145088" y="234568"/>
                  </a:lnTo>
                  <a:lnTo>
                    <a:pt x="146685" y="197612"/>
                  </a:lnTo>
                  <a:close/>
                </a:path>
                <a:path w="146685" h="294639">
                  <a:moveTo>
                    <a:pt x="26416" y="0"/>
                  </a:moveTo>
                  <a:lnTo>
                    <a:pt x="0" y="11937"/>
                  </a:lnTo>
                  <a:lnTo>
                    <a:pt x="93762" y="221321"/>
                  </a:lnTo>
                  <a:lnTo>
                    <a:pt x="120172" y="209489"/>
                  </a:lnTo>
                  <a:lnTo>
                    <a:pt x="26416" y="0"/>
                  </a:lnTo>
                  <a:close/>
                </a:path>
              </a:pathLst>
            </a:custGeom>
            <a:solidFill>
              <a:srgbClr val="398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7168895" y="1790700"/>
            <a:ext cx="1039494" cy="464820"/>
          </a:xfrm>
          <a:custGeom>
            <a:avLst/>
            <a:gdLst/>
            <a:ahLst/>
            <a:cxnLst/>
            <a:rect l="l" t="t" r="r" b="b"/>
            <a:pathLst>
              <a:path w="1039495" h="464819">
                <a:moveTo>
                  <a:pt x="519683" y="0"/>
                </a:moveTo>
                <a:lnTo>
                  <a:pt x="454494" y="1810"/>
                </a:lnTo>
                <a:lnTo>
                  <a:pt x="391722" y="7095"/>
                </a:lnTo>
                <a:lnTo>
                  <a:pt x="331853" y="15638"/>
                </a:lnTo>
                <a:lnTo>
                  <a:pt x="275375" y="27222"/>
                </a:lnTo>
                <a:lnTo>
                  <a:pt x="222774" y="41629"/>
                </a:lnTo>
                <a:lnTo>
                  <a:pt x="174538" y="58641"/>
                </a:lnTo>
                <a:lnTo>
                  <a:pt x="131154" y="78041"/>
                </a:lnTo>
                <a:lnTo>
                  <a:pt x="93108" y="99611"/>
                </a:lnTo>
                <a:lnTo>
                  <a:pt x="60887" y="123134"/>
                </a:lnTo>
                <a:lnTo>
                  <a:pt x="15871" y="175171"/>
                </a:lnTo>
                <a:lnTo>
                  <a:pt x="0" y="232410"/>
                </a:lnTo>
                <a:lnTo>
                  <a:pt x="4048" y="261570"/>
                </a:lnTo>
                <a:lnTo>
                  <a:pt x="34979" y="316425"/>
                </a:lnTo>
                <a:lnTo>
                  <a:pt x="93108" y="365208"/>
                </a:lnTo>
                <a:lnTo>
                  <a:pt x="131154" y="386778"/>
                </a:lnTo>
                <a:lnTo>
                  <a:pt x="174538" y="406178"/>
                </a:lnTo>
                <a:lnTo>
                  <a:pt x="222774" y="423190"/>
                </a:lnTo>
                <a:lnTo>
                  <a:pt x="275375" y="437597"/>
                </a:lnTo>
                <a:lnTo>
                  <a:pt x="331853" y="449181"/>
                </a:lnTo>
                <a:lnTo>
                  <a:pt x="391722" y="457724"/>
                </a:lnTo>
                <a:lnTo>
                  <a:pt x="454494" y="463009"/>
                </a:lnTo>
                <a:lnTo>
                  <a:pt x="519683" y="464820"/>
                </a:lnTo>
                <a:lnTo>
                  <a:pt x="584873" y="463009"/>
                </a:lnTo>
                <a:lnTo>
                  <a:pt x="647645" y="457724"/>
                </a:lnTo>
                <a:lnTo>
                  <a:pt x="707514" y="449181"/>
                </a:lnTo>
                <a:lnTo>
                  <a:pt x="763992" y="437597"/>
                </a:lnTo>
                <a:lnTo>
                  <a:pt x="816593" y="423190"/>
                </a:lnTo>
                <a:lnTo>
                  <a:pt x="864829" y="406178"/>
                </a:lnTo>
                <a:lnTo>
                  <a:pt x="908213" y="386778"/>
                </a:lnTo>
                <a:lnTo>
                  <a:pt x="946259" y="365208"/>
                </a:lnTo>
                <a:lnTo>
                  <a:pt x="978480" y="341685"/>
                </a:lnTo>
                <a:lnTo>
                  <a:pt x="1023496" y="289648"/>
                </a:lnTo>
                <a:lnTo>
                  <a:pt x="1039368" y="232410"/>
                </a:lnTo>
                <a:lnTo>
                  <a:pt x="1035319" y="203249"/>
                </a:lnTo>
                <a:lnTo>
                  <a:pt x="1004388" y="148394"/>
                </a:lnTo>
                <a:lnTo>
                  <a:pt x="946259" y="99611"/>
                </a:lnTo>
                <a:lnTo>
                  <a:pt x="908213" y="78041"/>
                </a:lnTo>
                <a:lnTo>
                  <a:pt x="864829" y="58641"/>
                </a:lnTo>
                <a:lnTo>
                  <a:pt x="816593" y="41629"/>
                </a:lnTo>
                <a:lnTo>
                  <a:pt x="763992" y="27222"/>
                </a:lnTo>
                <a:lnTo>
                  <a:pt x="707514" y="15638"/>
                </a:lnTo>
                <a:lnTo>
                  <a:pt x="647645" y="7095"/>
                </a:lnTo>
                <a:lnTo>
                  <a:pt x="584873" y="1810"/>
                </a:lnTo>
                <a:lnTo>
                  <a:pt x="519683" y="0"/>
                </a:lnTo>
                <a:close/>
              </a:path>
            </a:pathLst>
          </a:custGeom>
          <a:solidFill>
            <a:srgbClr val="BCD6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12594" y="1822981"/>
            <a:ext cx="5847080" cy="1365117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5153660" marR="0" lvl="0" indent="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laptops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60825" algn="l"/>
              </a:tabLst>
              <a:defRPr/>
            </a:pPr>
            <a:r>
              <a:rPr kumimoji="0" sz="2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2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students </a:t>
            </a:r>
            <a:r>
              <a:rPr kumimoji="0" sz="2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opened</a:t>
            </a:r>
            <a:r>
              <a:rPr kumimoji="0" sz="23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their</a:t>
            </a:r>
            <a:r>
              <a:rPr kumimoji="0" sz="23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300" b="0" i="1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 	</a:t>
            </a:r>
            <a:endParaRPr kumimoji="0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5045075" marR="0" lvl="0" indent="0" algn="l" defTabSz="914400" rtl="0" eaLnBrk="1" fontAlgn="auto" latinLnBrk="0" hangingPunct="1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exams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4081145" marR="0" lvl="0" indent="0" algn="l" defTabSz="914400" rtl="0" eaLnBrk="1" fontAlgn="auto" latinLnBrk="0" hangingPunct="1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minds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28588" y="1513332"/>
            <a:ext cx="902335" cy="847090"/>
            <a:chOff x="6228588" y="1513332"/>
            <a:chExt cx="902335" cy="847090"/>
          </a:xfrm>
        </p:grpSpPr>
        <p:sp>
          <p:nvSpPr>
            <p:cNvPr id="16" name="object 16"/>
            <p:cNvSpPr/>
            <p:nvPr/>
          </p:nvSpPr>
          <p:spPr>
            <a:xfrm>
              <a:off x="6266815" y="2007616"/>
              <a:ext cx="864235" cy="352425"/>
            </a:xfrm>
            <a:custGeom>
              <a:avLst/>
              <a:gdLst/>
              <a:ahLst/>
              <a:cxnLst/>
              <a:rect l="l" t="t" r="r" b="b"/>
              <a:pathLst>
                <a:path w="864234" h="352425">
                  <a:moveTo>
                    <a:pt x="777584" y="27023"/>
                  </a:moveTo>
                  <a:lnTo>
                    <a:pt x="0" y="325374"/>
                  </a:lnTo>
                  <a:lnTo>
                    <a:pt x="10413" y="352425"/>
                  </a:lnTo>
                  <a:lnTo>
                    <a:pt x="787975" y="54083"/>
                  </a:lnTo>
                  <a:lnTo>
                    <a:pt x="777584" y="27023"/>
                  </a:lnTo>
                  <a:close/>
                </a:path>
                <a:path w="864234" h="352425">
                  <a:moveTo>
                    <a:pt x="852467" y="21844"/>
                  </a:moveTo>
                  <a:lnTo>
                    <a:pt x="791083" y="21844"/>
                  </a:lnTo>
                  <a:lnTo>
                    <a:pt x="801496" y="48895"/>
                  </a:lnTo>
                  <a:lnTo>
                    <a:pt x="787975" y="54083"/>
                  </a:lnTo>
                  <a:lnTo>
                    <a:pt x="798321" y="81025"/>
                  </a:lnTo>
                  <a:lnTo>
                    <a:pt x="852467" y="21844"/>
                  </a:lnTo>
                  <a:close/>
                </a:path>
                <a:path w="864234" h="352425">
                  <a:moveTo>
                    <a:pt x="791083" y="21844"/>
                  </a:moveTo>
                  <a:lnTo>
                    <a:pt x="777584" y="27023"/>
                  </a:lnTo>
                  <a:lnTo>
                    <a:pt x="787975" y="54083"/>
                  </a:lnTo>
                  <a:lnTo>
                    <a:pt x="801496" y="48895"/>
                  </a:lnTo>
                  <a:lnTo>
                    <a:pt x="791083" y="21844"/>
                  </a:lnTo>
                  <a:close/>
                </a:path>
                <a:path w="864234" h="352425">
                  <a:moveTo>
                    <a:pt x="767207" y="0"/>
                  </a:moveTo>
                  <a:lnTo>
                    <a:pt x="777584" y="27023"/>
                  </a:lnTo>
                  <a:lnTo>
                    <a:pt x="791083" y="21844"/>
                  </a:lnTo>
                  <a:lnTo>
                    <a:pt x="852467" y="21844"/>
                  </a:lnTo>
                  <a:lnTo>
                    <a:pt x="863854" y="9398"/>
                  </a:lnTo>
                  <a:lnTo>
                    <a:pt x="767207" y="0"/>
                  </a:lnTo>
                  <a:close/>
                </a:path>
              </a:pathLst>
            </a:custGeom>
            <a:solidFill>
              <a:srgbClr val="398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6228588" y="1513332"/>
              <a:ext cx="844550" cy="464820"/>
            </a:xfrm>
            <a:custGeom>
              <a:avLst/>
              <a:gdLst/>
              <a:ahLst/>
              <a:cxnLst/>
              <a:rect l="l" t="t" r="r" b="b"/>
              <a:pathLst>
                <a:path w="844550" h="464819">
                  <a:moveTo>
                    <a:pt x="422147" y="0"/>
                  </a:moveTo>
                  <a:lnTo>
                    <a:pt x="359760" y="2519"/>
                  </a:lnTo>
                  <a:lnTo>
                    <a:pt x="300216" y="9836"/>
                  </a:lnTo>
                  <a:lnTo>
                    <a:pt x="244169" y="21594"/>
                  </a:lnTo>
                  <a:lnTo>
                    <a:pt x="192272" y="37432"/>
                  </a:lnTo>
                  <a:lnTo>
                    <a:pt x="145177" y="56992"/>
                  </a:lnTo>
                  <a:lnTo>
                    <a:pt x="103536" y="79915"/>
                  </a:lnTo>
                  <a:lnTo>
                    <a:pt x="68004" y="105842"/>
                  </a:lnTo>
                  <a:lnTo>
                    <a:pt x="39231" y="134414"/>
                  </a:lnTo>
                  <a:lnTo>
                    <a:pt x="4576" y="198057"/>
                  </a:lnTo>
                  <a:lnTo>
                    <a:pt x="0" y="232409"/>
                  </a:lnTo>
                  <a:lnTo>
                    <a:pt x="4576" y="266762"/>
                  </a:lnTo>
                  <a:lnTo>
                    <a:pt x="39231" y="330405"/>
                  </a:lnTo>
                  <a:lnTo>
                    <a:pt x="68004" y="358977"/>
                  </a:lnTo>
                  <a:lnTo>
                    <a:pt x="103536" y="384904"/>
                  </a:lnTo>
                  <a:lnTo>
                    <a:pt x="145177" y="407827"/>
                  </a:lnTo>
                  <a:lnTo>
                    <a:pt x="192272" y="427387"/>
                  </a:lnTo>
                  <a:lnTo>
                    <a:pt x="244169" y="443225"/>
                  </a:lnTo>
                  <a:lnTo>
                    <a:pt x="300216" y="454983"/>
                  </a:lnTo>
                  <a:lnTo>
                    <a:pt x="359760" y="462300"/>
                  </a:lnTo>
                  <a:lnTo>
                    <a:pt x="422147" y="464819"/>
                  </a:lnTo>
                  <a:lnTo>
                    <a:pt x="484535" y="462300"/>
                  </a:lnTo>
                  <a:lnTo>
                    <a:pt x="544079" y="454983"/>
                  </a:lnTo>
                  <a:lnTo>
                    <a:pt x="600126" y="443225"/>
                  </a:lnTo>
                  <a:lnTo>
                    <a:pt x="652023" y="427387"/>
                  </a:lnTo>
                  <a:lnTo>
                    <a:pt x="699118" y="407827"/>
                  </a:lnTo>
                  <a:lnTo>
                    <a:pt x="740759" y="384904"/>
                  </a:lnTo>
                  <a:lnTo>
                    <a:pt x="776291" y="358977"/>
                  </a:lnTo>
                  <a:lnTo>
                    <a:pt x="805064" y="330405"/>
                  </a:lnTo>
                  <a:lnTo>
                    <a:pt x="839719" y="266762"/>
                  </a:lnTo>
                  <a:lnTo>
                    <a:pt x="844295" y="232409"/>
                  </a:lnTo>
                  <a:lnTo>
                    <a:pt x="839719" y="198057"/>
                  </a:lnTo>
                  <a:lnTo>
                    <a:pt x="805064" y="134414"/>
                  </a:lnTo>
                  <a:lnTo>
                    <a:pt x="776291" y="105842"/>
                  </a:lnTo>
                  <a:lnTo>
                    <a:pt x="740759" y="79915"/>
                  </a:lnTo>
                  <a:lnTo>
                    <a:pt x="699118" y="56992"/>
                  </a:lnTo>
                  <a:lnTo>
                    <a:pt x="652023" y="37432"/>
                  </a:lnTo>
                  <a:lnTo>
                    <a:pt x="600126" y="21594"/>
                  </a:lnTo>
                  <a:lnTo>
                    <a:pt x="544079" y="9836"/>
                  </a:lnTo>
                  <a:lnTo>
                    <a:pt x="484535" y="2519"/>
                  </a:lnTo>
                  <a:lnTo>
                    <a:pt x="422147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367017" y="1571371"/>
            <a:ext cx="56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boo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k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37402" y="1910333"/>
            <a:ext cx="215900" cy="376555"/>
          </a:xfrm>
          <a:custGeom>
            <a:avLst/>
            <a:gdLst/>
            <a:ahLst/>
            <a:cxnLst/>
            <a:rect l="l" t="t" r="r" b="b"/>
            <a:pathLst>
              <a:path w="215900" h="376555">
                <a:moveTo>
                  <a:pt x="161305" y="69049"/>
                </a:moveTo>
                <a:lnTo>
                  <a:pt x="0" y="362076"/>
                </a:lnTo>
                <a:lnTo>
                  <a:pt x="25400" y="376046"/>
                </a:lnTo>
                <a:lnTo>
                  <a:pt x="186695" y="83037"/>
                </a:lnTo>
                <a:lnTo>
                  <a:pt x="161305" y="69049"/>
                </a:lnTo>
                <a:close/>
              </a:path>
              <a:path w="215900" h="376555">
                <a:moveTo>
                  <a:pt x="213685" y="56387"/>
                </a:moveTo>
                <a:lnTo>
                  <a:pt x="168275" y="56387"/>
                </a:lnTo>
                <a:lnTo>
                  <a:pt x="193675" y="70357"/>
                </a:lnTo>
                <a:lnTo>
                  <a:pt x="186695" y="83037"/>
                </a:lnTo>
                <a:lnTo>
                  <a:pt x="212089" y="97027"/>
                </a:lnTo>
                <a:lnTo>
                  <a:pt x="213685" y="56387"/>
                </a:lnTo>
                <a:close/>
              </a:path>
              <a:path w="215900" h="376555">
                <a:moveTo>
                  <a:pt x="168275" y="56387"/>
                </a:moveTo>
                <a:lnTo>
                  <a:pt x="161305" y="69049"/>
                </a:lnTo>
                <a:lnTo>
                  <a:pt x="186695" y="83037"/>
                </a:lnTo>
                <a:lnTo>
                  <a:pt x="193675" y="70357"/>
                </a:lnTo>
                <a:lnTo>
                  <a:pt x="168275" y="56387"/>
                </a:lnTo>
                <a:close/>
              </a:path>
              <a:path w="215900" h="376555">
                <a:moveTo>
                  <a:pt x="215900" y="0"/>
                </a:moveTo>
                <a:lnTo>
                  <a:pt x="136017" y="55117"/>
                </a:lnTo>
                <a:lnTo>
                  <a:pt x="161305" y="69049"/>
                </a:lnTo>
                <a:lnTo>
                  <a:pt x="168275" y="56387"/>
                </a:lnTo>
                <a:lnTo>
                  <a:pt x="213685" y="56387"/>
                </a:lnTo>
                <a:lnTo>
                  <a:pt x="215900" y="0"/>
                </a:lnTo>
                <a:close/>
              </a:path>
            </a:pathLst>
          </a:custGeom>
          <a:solidFill>
            <a:srgbClr val="3986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72529" y="4329773"/>
            <a:ext cx="4017243" cy="4722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74435" y="3340608"/>
            <a:ext cx="2197735" cy="753110"/>
            <a:chOff x="5774435" y="3340608"/>
            <a:chExt cx="2197735" cy="753110"/>
          </a:xfrm>
        </p:grpSpPr>
        <p:sp>
          <p:nvSpPr>
            <p:cNvPr id="22" name="object 22"/>
            <p:cNvSpPr/>
            <p:nvPr/>
          </p:nvSpPr>
          <p:spPr>
            <a:xfrm>
              <a:off x="5774435" y="3340608"/>
              <a:ext cx="2167127" cy="4145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153655" y="3715512"/>
              <a:ext cx="818388" cy="37795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24" name="object 24"/>
          <p:cNvSpPr/>
          <p:nvPr/>
        </p:nvSpPr>
        <p:spPr>
          <a:xfrm>
            <a:off x="6466409" y="5174318"/>
            <a:ext cx="2554053" cy="3590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566350" y="5163885"/>
            <a:ext cx="669701" cy="2601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CD60AD-45D9-4026-83B7-2899F2291DD2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83540" y="4409973"/>
            <a:ext cx="8567420" cy="418704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200" b="1" i="0" u="heavy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Question:</a:t>
            </a:r>
            <a:r>
              <a:rPr kumimoji="0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How do we get these </a:t>
            </a:r>
            <a:r>
              <a:rPr kumimoji="0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-gram and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</a:t>
            </a:r>
            <a:r>
              <a:rPr kumimoji="0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-1)-gram</a:t>
            </a:r>
            <a:r>
              <a:rPr kumimoji="0" sz="2200" b="0" i="0" u="none" strike="noStrike" kern="1200" cap="none" spc="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probabilities?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4956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n-gram Language</a:t>
            </a:r>
            <a:r>
              <a:rPr spc="-140" dirty="0"/>
              <a:t> </a:t>
            </a:r>
            <a:r>
              <a:rPr spc="-5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6116" y="1108710"/>
            <a:ext cx="23418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depends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only on</a:t>
            </a:r>
            <a:r>
              <a:rPr kumimoji="0" sz="2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48655" y="1127760"/>
            <a:ext cx="819912" cy="3764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26630" y="3459607"/>
            <a:ext cx="1624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38862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(definition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conditional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08504" y="3289045"/>
            <a:ext cx="4736425" cy="799211"/>
            <a:chOff x="2008504" y="3289045"/>
            <a:chExt cx="4736425" cy="799211"/>
          </a:xfrm>
        </p:grpSpPr>
        <p:sp>
          <p:nvSpPr>
            <p:cNvPr id="9" name="object 9"/>
            <p:cNvSpPr/>
            <p:nvPr/>
          </p:nvSpPr>
          <p:spPr>
            <a:xfrm>
              <a:off x="2973380" y="3345179"/>
              <a:ext cx="3771549" cy="742188"/>
            </a:xfrm>
            <a:prstGeom prst="rect">
              <a:avLst/>
            </a:prstGeom>
            <a:blipFill>
              <a:blip r:embed="rId3" cstate="print"/>
              <a:stretch>
                <a:fillRect r="-2998"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248405" y="3303269"/>
              <a:ext cx="3175000" cy="416559"/>
            </a:xfrm>
            <a:custGeom>
              <a:avLst/>
              <a:gdLst/>
              <a:ahLst/>
              <a:cxnLst/>
              <a:rect l="l" t="t" r="r" b="b"/>
              <a:pathLst>
                <a:path w="3175000" h="416560">
                  <a:moveTo>
                    <a:pt x="0" y="416051"/>
                  </a:moveTo>
                  <a:lnTo>
                    <a:pt x="3174492" y="416051"/>
                  </a:lnTo>
                  <a:lnTo>
                    <a:pt x="3174492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28956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008504" y="3289045"/>
              <a:ext cx="1240155" cy="250825"/>
            </a:xfrm>
            <a:custGeom>
              <a:avLst/>
              <a:gdLst/>
              <a:ahLst/>
              <a:cxnLst/>
              <a:rect l="l" t="t" r="r" b="b"/>
              <a:pathLst>
                <a:path w="1240155" h="250825">
                  <a:moveTo>
                    <a:pt x="1151591" y="222010"/>
                  </a:moveTo>
                  <a:lnTo>
                    <a:pt x="1146809" y="250570"/>
                  </a:lnTo>
                  <a:lnTo>
                    <a:pt x="1232186" y="224408"/>
                  </a:lnTo>
                  <a:lnTo>
                    <a:pt x="1165859" y="224408"/>
                  </a:lnTo>
                  <a:lnTo>
                    <a:pt x="1151591" y="222010"/>
                  </a:lnTo>
                  <a:close/>
                </a:path>
                <a:path w="1240155" h="250825">
                  <a:moveTo>
                    <a:pt x="1156375" y="193430"/>
                  </a:moveTo>
                  <a:lnTo>
                    <a:pt x="1151591" y="222010"/>
                  </a:lnTo>
                  <a:lnTo>
                    <a:pt x="1165859" y="224408"/>
                  </a:lnTo>
                  <a:lnTo>
                    <a:pt x="1170686" y="195833"/>
                  </a:lnTo>
                  <a:lnTo>
                    <a:pt x="1156375" y="193430"/>
                  </a:lnTo>
                  <a:close/>
                </a:path>
                <a:path w="1240155" h="250825">
                  <a:moveTo>
                    <a:pt x="1161161" y="164845"/>
                  </a:moveTo>
                  <a:lnTo>
                    <a:pt x="1156375" y="193430"/>
                  </a:lnTo>
                  <a:lnTo>
                    <a:pt x="1170686" y="195833"/>
                  </a:lnTo>
                  <a:lnTo>
                    <a:pt x="1165859" y="224408"/>
                  </a:lnTo>
                  <a:lnTo>
                    <a:pt x="1232186" y="224408"/>
                  </a:lnTo>
                  <a:lnTo>
                    <a:pt x="1239646" y="222123"/>
                  </a:lnTo>
                  <a:lnTo>
                    <a:pt x="1161161" y="164845"/>
                  </a:lnTo>
                  <a:close/>
                </a:path>
                <a:path w="1240155" h="250825">
                  <a:moveTo>
                    <a:pt x="4825" y="0"/>
                  </a:moveTo>
                  <a:lnTo>
                    <a:pt x="0" y="28448"/>
                  </a:lnTo>
                  <a:lnTo>
                    <a:pt x="1151591" y="222010"/>
                  </a:lnTo>
                  <a:lnTo>
                    <a:pt x="1156375" y="193430"/>
                  </a:lnTo>
                  <a:lnTo>
                    <a:pt x="4825" y="0"/>
                  </a:lnTo>
                  <a:close/>
                </a:path>
              </a:pathLst>
            </a:custGeom>
            <a:solidFill>
              <a:srgbClr val="398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579113" y="3719321"/>
              <a:ext cx="2490470" cy="368935"/>
            </a:xfrm>
            <a:custGeom>
              <a:avLst/>
              <a:gdLst/>
              <a:ahLst/>
              <a:cxnLst/>
              <a:rect l="l" t="t" r="r" b="b"/>
              <a:pathLst>
                <a:path w="2490470" h="368935">
                  <a:moveTo>
                    <a:pt x="0" y="368807"/>
                  </a:moveTo>
                  <a:lnTo>
                    <a:pt x="2490216" y="368807"/>
                  </a:lnTo>
                  <a:lnTo>
                    <a:pt x="2490216" y="0"/>
                  </a:lnTo>
                  <a:lnTo>
                    <a:pt x="0" y="0"/>
                  </a:lnTo>
                  <a:lnTo>
                    <a:pt x="0" y="368807"/>
                  </a:lnTo>
                  <a:close/>
                </a:path>
              </a:pathLst>
            </a:custGeom>
            <a:ln w="28956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308732" y="3865498"/>
              <a:ext cx="1270000" cy="127000"/>
            </a:xfrm>
            <a:custGeom>
              <a:avLst/>
              <a:gdLst/>
              <a:ahLst/>
              <a:cxnLst/>
              <a:rect l="l" t="t" r="r" b="b"/>
              <a:pathLst>
                <a:path w="1270000" h="127000">
                  <a:moveTo>
                    <a:pt x="1181899" y="28793"/>
                  </a:moveTo>
                  <a:lnTo>
                    <a:pt x="0" y="98043"/>
                  </a:lnTo>
                  <a:lnTo>
                    <a:pt x="1778" y="126873"/>
                  </a:lnTo>
                  <a:lnTo>
                    <a:pt x="1183597" y="57745"/>
                  </a:lnTo>
                  <a:lnTo>
                    <a:pt x="1181899" y="28793"/>
                  </a:lnTo>
                  <a:close/>
                </a:path>
                <a:path w="1270000" h="127000">
                  <a:moveTo>
                    <a:pt x="1245466" y="27939"/>
                  </a:moveTo>
                  <a:lnTo>
                    <a:pt x="1196467" y="27939"/>
                  </a:lnTo>
                  <a:lnTo>
                    <a:pt x="1198118" y="56895"/>
                  </a:lnTo>
                  <a:lnTo>
                    <a:pt x="1183597" y="57745"/>
                  </a:lnTo>
                  <a:lnTo>
                    <a:pt x="1185291" y="86613"/>
                  </a:lnTo>
                  <a:lnTo>
                    <a:pt x="1269492" y="38226"/>
                  </a:lnTo>
                  <a:lnTo>
                    <a:pt x="1245466" y="27939"/>
                  </a:lnTo>
                  <a:close/>
                </a:path>
                <a:path w="1270000" h="127000">
                  <a:moveTo>
                    <a:pt x="1196467" y="27939"/>
                  </a:moveTo>
                  <a:lnTo>
                    <a:pt x="1181899" y="28793"/>
                  </a:lnTo>
                  <a:lnTo>
                    <a:pt x="1183597" y="57745"/>
                  </a:lnTo>
                  <a:lnTo>
                    <a:pt x="1198118" y="56895"/>
                  </a:lnTo>
                  <a:lnTo>
                    <a:pt x="1196467" y="27939"/>
                  </a:lnTo>
                  <a:close/>
                </a:path>
                <a:path w="1270000" h="127000">
                  <a:moveTo>
                    <a:pt x="1180211" y="0"/>
                  </a:moveTo>
                  <a:lnTo>
                    <a:pt x="1181899" y="28793"/>
                  </a:lnTo>
                  <a:lnTo>
                    <a:pt x="1196467" y="27939"/>
                  </a:lnTo>
                  <a:lnTo>
                    <a:pt x="1245466" y="27939"/>
                  </a:lnTo>
                  <a:lnTo>
                    <a:pt x="1180211" y="0"/>
                  </a:lnTo>
                  <a:close/>
                </a:path>
              </a:pathLst>
            </a:custGeom>
            <a:solidFill>
              <a:srgbClr val="398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07630" y="2317241"/>
            <a:ext cx="1243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assumption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5490" y="2036064"/>
            <a:ext cx="6038215" cy="606425"/>
            <a:chOff x="315490" y="2036064"/>
            <a:chExt cx="6038215" cy="606425"/>
          </a:xfrm>
        </p:grpSpPr>
        <p:sp>
          <p:nvSpPr>
            <p:cNvPr id="16" name="object 16"/>
            <p:cNvSpPr/>
            <p:nvPr/>
          </p:nvSpPr>
          <p:spPr>
            <a:xfrm>
              <a:off x="315490" y="2327583"/>
              <a:ext cx="6038031" cy="31459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298442" y="2050542"/>
              <a:ext cx="1981200" cy="241300"/>
            </a:xfrm>
            <a:custGeom>
              <a:avLst/>
              <a:gdLst/>
              <a:ahLst/>
              <a:cxnLst/>
              <a:rect l="l" t="t" r="r" b="b"/>
              <a:pathLst>
                <a:path w="1981200" h="241300">
                  <a:moveTo>
                    <a:pt x="0" y="240792"/>
                  </a:moveTo>
                  <a:lnTo>
                    <a:pt x="8334" y="193905"/>
                  </a:lnTo>
                  <a:lnTo>
                    <a:pt x="31051" y="155638"/>
                  </a:lnTo>
                  <a:lnTo>
                    <a:pt x="64722" y="129849"/>
                  </a:lnTo>
                  <a:lnTo>
                    <a:pt x="105918" y="120396"/>
                  </a:lnTo>
                  <a:lnTo>
                    <a:pt x="884682" y="120396"/>
                  </a:lnTo>
                  <a:lnTo>
                    <a:pt x="925877" y="110942"/>
                  </a:lnTo>
                  <a:lnTo>
                    <a:pt x="959548" y="85153"/>
                  </a:lnTo>
                  <a:lnTo>
                    <a:pt x="982265" y="46886"/>
                  </a:lnTo>
                  <a:lnTo>
                    <a:pt x="990600" y="0"/>
                  </a:lnTo>
                  <a:lnTo>
                    <a:pt x="998934" y="46886"/>
                  </a:lnTo>
                  <a:lnTo>
                    <a:pt x="1021651" y="85153"/>
                  </a:lnTo>
                  <a:lnTo>
                    <a:pt x="1055322" y="110942"/>
                  </a:lnTo>
                  <a:lnTo>
                    <a:pt x="1096518" y="120396"/>
                  </a:lnTo>
                  <a:lnTo>
                    <a:pt x="1875282" y="120396"/>
                  </a:lnTo>
                  <a:lnTo>
                    <a:pt x="1916477" y="129849"/>
                  </a:lnTo>
                  <a:lnTo>
                    <a:pt x="1950148" y="155638"/>
                  </a:lnTo>
                  <a:lnTo>
                    <a:pt x="1972865" y="193905"/>
                  </a:lnTo>
                  <a:lnTo>
                    <a:pt x="1981200" y="240792"/>
                  </a:lnTo>
                </a:path>
              </a:pathLst>
            </a:custGeom>
            <a:ln w="28956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83540" y="1108710"/>
            <a:ext cx="5378450" cy="974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First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we make a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simplifying</a:t>
            </a:r>
            <a:r>
              <a:rPr kumimoji="0" sz="2200" b="0" i="0" u="none" strike="noStrike" kern="1200" cap="none" spc="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assumption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preceding </a:t>
            </a:r>
            <a:r>
              <a:rPr kumimoji="0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n-1</a:t>
            </a:r>
            <a:r>
              <a:rPr kumimoji="0" sz="22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words.</a:t>
            </a:r>
          </a:p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-1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words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4525" y="3135833"/>
            <a:ext cx="15862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n-gram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2768" y="3811016"/>
            <a:ext cx="1908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(n-1)-gram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4628BB-E9B8-4E1A-BD76-E39B5D051B7C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  <p:extLst>
      <p:ext uri="{BB962C8B-B14F-4D97-AF65-F5344CB8AC3E}">
        <p14:creationId xmlns:p14="http://schemas.microsoft.com/office/powerpoint/2010/main" val="37493533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83540" y="4409973"/>
            <a:ext cx="8567420" cy="1767839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200" b="1" i="0" u="heavy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Question:</a:t>
            </a:r>
            <a:r>
              <a:rPr kumimoji="0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How do we get these </a:t>
            </a:r>
            <a:r>
              <a:rPr kumimoji="0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-gram and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</a:t>
            </a:r>
            <a:r>
              <a:rPr kumimoji="0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-1)-gram</a:t>
            </a:r>
            <a:r>
              <a:rPr kumimoji="0" sz="2200" b="0" i="0" u="none" strike="noStrike" kern="1200" cap="none" spc="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probabilities?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200" b="1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Answer:</a:t>
            </a:r>
            <a:r>
              <a:rPr kumimoji="0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counting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them in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some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large corpus of</a:t>
            </a:r>
            <a:r>
              <a:rPr kumimoji="0" sz="22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text!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7132320" marR="5080" lvl="0" indent="485775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al  ap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x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on)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969981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n-gram Language</a:t>
            </a:r>
            <a:r>
              <a:rPr spc="-140" dirty="0"/>
              <a:t> </a:t>
            </a:r>
            <a:r>
              <a:rPr spc="-5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6116" y="1108710"/>
            <a:ext cx="23418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depends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only on</a:t>
            </a:r>
            <a:r>
              <a:rPr kumimoji="0" sz="2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48655" y="1127760"/>
            <a:ext cx="819912" cy="3764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95299" y="5576390"/>
            <a:ext cx="3916596" cy="6597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26630" y="3459607"/>
            <a:ext cx="1624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38862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(definition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conditional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08504" y="3289045"/>
            <a:ext cx="4736425" cy="799211"/>
            <a:chOff x="2008504" y="3289045"/>
            <a:chExt cx="4736425" cy="799211"/>
          </a:xfrm>
        </p:grpSpPr>
        <p:sp>
          <p:nvSpPr>
            <p:cNvPr id="9" name="object 9"/>
            <p:cNvSpPr/>
            <p:nvPr/>
          </p:nvSpPr>
          <p:spPr>
            <a:xfrm>
              <a:off x="2973380" y="3345179"/>
              <a:ext cx="3771549" cy="742188"/>
            </a:xfrm>
            <a:prstGeom prst="rect">
              <a:avLst/>
            </a:prstGeom>
            <a:blipFill>
              <a:blip r:embed="rId4" cstate="print"/>
              <a:stretch>
                <a:fillRect r="-2998"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248405" y="3303269"/>
              <a:ext cx="3175000" cy="416559"/>
            </a:xfrm>
            <a:custGeom>
              <a:avLst/>
              <a:gdLst/>
              <a:ahLst/>
              <a:cxnLst/>
              <a:rect l="l" t="t" r="r" b="b"/>
              <a:pathLst>
                <a:path w="3175000" h="416560">
                  <a:moveTo>
                    <a:pt x="0" y="416051"/>
                  </a:moveTo>
                  <a:lnTo>
                    <a:pt x="3174492" y="416051"/>
                  </a:lnTo>
                  <a:lnTo>
                    <a:pt x="3174492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28956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008504" y="3289045"/>
              <a:ext cx="1240155" cy="250825"/>
            </a:xfrm>
            <a:custGeom>
              <a:avLst/>
              <a:gdLst/>
              <a:ahLst/>
              <a:cxnLst/>
              <a:rect l="l" t="t" r="r" b="b"/>
              <a:pathLst>
                <a:path w="1240155" h="250825">
                  <a:moveTo>
                    <a:pt x="1151591" y="222010"/>
                  </a:moveTo>
                  <a:lnTo>
                    <a:pt x="1146809" y="250570"/>
                  </a:lnTo>
                  <a:lnTo>
                    <a:pt x="1232186" y="224408"/>
                  </a:lnTo>
                  <a:lnTo>
                    <a:pt x="1165859" y="224408"/>
                  </a:lnTo>
                  <a:lnTo>
                    <a:pt x="1151591" y="222010"/>
                  </a:lnTo>
                  <a:close/>
                </a:path>
                <a:path w="1240155" h="250825">
                  <a:moveTo>
                    <a:pt x="1156375" y="193430"/>
                  </a:moveTo>
                  <a:lnTo>
                    <a:pt x="1151591" y="222010"/>
                  </a:lnTo>
                  <a:lnTo>
                    <a:pt x="1165859" y="224408"/>
                  </a:lnTo>
                  <a:lnTo>
                    <a:pt x="1170686" y="195833"/>
                  </a:lnTo>
                  <a:lnTo>
                    <a:pt x="1156375" y="193430"/>
                  </a:lnTo>
                  <a:close/>
                </a:path>
                <a:path w="1240155" h="250825">
                  <a:moveTo>
                    <a:pt x="1161161" y="164845"/>
                  </a:moveTo>
                  <a:lnTo>
                    <a:pt x="1156375" y="193430"/>
                  </a:lnTo>
                  <a:lnTo>
                    <a:pt x="1170686" y="195833"/>
                  </a:lnTo>
                  <a:lnTo>
                    <a:pt x="1165859" y="224408"/>
                  </a:lnTo>
                  <a:lnTo>
                    <a:pt x="1232186" y="224408"/>
                  </a:lnTo>
                  <a:lnTo>
                    <a:pt x="1239646" y="222123"/>
                  </a:lnTo>
                  <a:lnTo>
                    <a:pt x="1161161" y="164845"/>
                  </a:lnTo>
                  <a:close/>
                </a:path>
                <a:path w="1240155" h="250825">
                  <a:moveTo>
                    <a:pt x="4825" y="0"/>
                  </a:moveTo>
                  <a:lnTo>
                    <a:pt x="0" y="28448"/>
                  </a:lnTo>
                  <a:lnTo>
                    <a:pt x="1151591" y="222010"/>
                  </a:lnTo>
                  <a:lnTo>
                    <a:pt x="1156375" y="193430"/>
                  </a:lnTo>
                  <a:lnTo>
                    <a:pt x="4825" y="0"/>
                  </a:lnTo>
                  <a:close/>
                </a:path>
              </a:pathLst>
            </a:custGeom>
            <a:solidFill>
              <a:srgbClr val="398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579113" y="3719321"/>
              <a:ext cx="2490470" cy="368935"/>
            </a:xfrm>
            <a:custGeom>
              <a:avLst/>
              <a:gdLst/>
              <a:ahLst/>
              <a:cxnLst/>
              <a:rect l="l" t="t" r="r" b="b"/>
              <a:pathLst>
                <a:path w="2490470" h="368935">
                  <a:moveTo>
                    <a:pt x="0" y="368807"/>
                  </a:moveTo>
                  <a:lnTo>
                    <a:pt x="2490216" y="368807"/>
                  </a:lnTo>
                  <a:lnTo>
                    <a:pt x="2490216" y="0"/>
                  </a:lnTo>
                  <a:lnTo>
                    <a:pt x="0" y="0"/>
                  </a:lnTo>
                  <a:lnTo>
                    <a:pt x="0" y="368807"/>
                  </a:lnTo>
                  <a:close/>
                </a:path>
              </a:pathLst>
            </a:custGeom>
            <a:ln w="28956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308732" y="3865498"/>
              <a:ext cx="1270000" cy="127000"/>
            </a:xfrm>
            <a:custGeom>
              <a:avLst/>
              <a:gdLst/>
              <a:ahLst/>
              <a:cxnLst/>
              <a:rect l="l" t="t" r="r" b="b"/>
              <a:pathLst>
                <a:path w="1270000" h="127000">
                  <a:moveTo>
                    <a:pt x="1181899" y="28793"/>
                  </a:moveTo>
                  <a:lnTo>
                    <a:pt x="0" y="98043"/>
                  </a:lnTo>
                  <a:lnTo>
                    <a:pt x="1778" y="126873"/>
                  </a:lnTo>
                  <a:lnTo>
                    <a:pt x="1183597" y="57745"/>
                  </a:lnTo>
                  <a:lnTo>
                    <a:pt x="1181899" y="28793"/>
                  </a:lnTo>
                  <a:close/>
                </a:path>
                <a:path w="1270000" h="127000">
                  <a:moveTo>
                    <a:pt x="1245466" y="27939"/>
                  </a:moveTo>
                  <a:lnTo>
                    <a:pt x="1196467" y="27939"/>
                  </a:lnTo>
                  <a:lnTo>
                    <a:pt x="1198118" y="56895"/>
                  </a:lnTo>
                  <a:lnTo>
                    <a:pt x="1183597" y="57745"/>
                  </a:lnTo>
                  <a:lnTo>
                    <a:pt x="1185291" y="86613"/>
                  </a:lnTo>
                  <a:lnTo>
                    <a:pt x="1269492" y="38226"/>
                  </a:lnTo>
                  <a:lnTo>
                    <a:pt x="1245466" y="27939"/>
                  </a:lnTo>
                  <a:close/>
                </a:path>
                <a:path w="1270000" h="127000">
                  <a:moveTo>
                    <a:pt x="1196467" y="27939"/>
                  </a:moveTo>
                  <a:lnTo>
                    <a:pt x="1181899" y="28793"/>
                  </a:lnTo>
                  <a:lnTo>
                    <a:pt x="1183597" y="57745"/>
                  </a:lnTo>
                  <a:lnTo>
                    <a:pt x="1198118" y="56895"/>
                  </a:lnTo>
                  <a:lnTo>
                    <a:pt x="1196467" y="27939"/>
                  </a:lnTo>
                  <a:close/>
                </a:path>
                <a:path w="1270000" h="127000">
                  <a:moveTo>
                    <a:pt x="1180211" y="0"/>
                  </a:moveTo>
                  <a:lnTo>
                    <a:pt x="1181899" y="28793"/>
                  </a:lnTo>
                  <a:lnTo>
                    <a:pt x="1196467" y="27939"/>
                  </a:lnTo>
                  <a:lnTo>
                    <a:pt x="1245466" y="27939"/>
                  </a:lnTo>
                  <a:lnTo>
                    <a:pt x="1180211" y="0"/>
                  </a:lnTo>
                  <a:close/>
                </a:path>
              </a:pathLst>
            </a:custGeom>
            <a:solidFill>
              <a:srgbClr val="398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07630" y="2317241"/>
            <a:ext cx="1243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assumption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5490" y="2036064"/>
            <a:ext cx="6038215" cy="606425"/>
            <a:chOff x="315490" y="2036064"/>
            <a:chExt cx="6038215" cy="606425"/>
          </a:xfrm>
        </p:grpSpPr>
        <p:sp>
          <p:nvSpPr>
            <p:cNvPr id="16" name="object 16"/>
            <p:cNvSpPr/>
            <p:nvPr/>
          </p:nvSpPr>
          <p:spPr>
            <a:xfrm>
              <a:off x="315490" y="2327583"/>
              <a:ext cx="6038031" cy="31459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298442" y="2050542"/>
              <a:ext cx="1981200" cy="241300"/>
            </a:xfrm>
            <a:custGeom>
              <a:avLst/>
              <a:gdLst/>
              <a:ahLst/>
              <a:cxnLst/>
              <a:rect l="l" t="t" r="r" b="b"/>
              <a:pathLst>
                <a:path w="1981200" h="241300">
                  <a:moveTo>
                    <a:pt x="0" y="240792"/>
                  </a:moveTo>
                  <a:lnTo>
                    <a:pt x="8334" y="193905"/>
                  </a:lnTo>
                  <a:lnTo>
                    <a:pt x="31051" y="155638"/>
                  </a:lnTo>
                  <a:lnTo>
                    <a:pt x="64722" y="129849"/>
                  </a:lnTo>
                  <a:lnTo>
                    <a:pt x="105918" y="120396"/>
                  </a:lnTo>
                  <a:lnTo>
                    <a:pt x="884682" y="120396"/>
                  </a:lnTo>
                  <a:lnTo>
                    <a:pt x="925877" y="110942"/>
                  </a:lnTo>
                  <a:lnTo>
                    <a:pt x="959548" y="85153"/>
                  </a:lnTo>
                  <a:lnTo>
                    <a:pt x="982265" y="46886"/>
                  </a:lnTo>
                  <a:lnTo>
                    <a:pt x="990600" y="0"/>
                  </a:lnTo>
                  <a:lnTo>
                    <a:pt x="998934" y="46886"/>
                  </a:lnTo>
                  <a:lnTo>
                    <a:pt x="1021651" y="85153"/>
                  </a:lnTo>
                  <a:lnTo>
                    <a:pt x="1055322" y="110942"/>
                  </a:lnTo>
                  <a:lnTo>
                    <a:pt x="1096518" y="120396"/>
                  </a:lnTo>
                  <a:lnTo>
                    <a:pt x="1875282" y="120396"/>
                  </a:lnTo>
                  <a:lnTo>
                    <a:pt x="1916477" y="129849"/>
                  </a:lnTo>
                  <a:lnTo>
                    <a:pt x="1950148" y="155638"/>
                  </a:lnTo>
                  <a:lnTo>
                    <a:pt x="1972865" y="193905"/>
                  </a:lnTo>
                  <a:lnTo>
                    <a:pt x="1981200" y="240792"/>
                  </a:lnTo>
                </a:path>
              </a:pathLst>
            </a:custGeom>
            <a:ln w="28956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83540" y="1108710"/>
            <a:ext cx="5378450" cy="974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First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we make a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simplifying</a:t>
            </a:r>
            <a:r>
              <a:rPr kumimoji="0" sz="2200" b="0" i="0" u="none" strike="noStrike" kern="1200" cap="none" spc="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assumption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preceding </a:t>
            </a:r>
            <a:r>
              <a:rPr kumimoji="0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n-1</a:t>
            </a:r>
            <a:r>
              <a:rPr kumimoji="0" sz="22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words.</a:t>
            </a:r>
          </a:p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-1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words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4525" y="3135833"/>
            <a:ext cx="15862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n-gram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2768" y="3811016"/>
            <a:ext cx="1908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(n-1)-gram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4628BB-E9B8-4E1A-BD76-E39B5D051B7C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75954" y="3023838"/>
            <a:ext cx="7019528" cy="6061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8692366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C00000"/>
                </a:solidFill>
              </a:rPr>
              <a:t>Sparsity </a:t>
            </a:r>
            <a:r>
              <a:rPr spc="-5" dirty="0">
                <a:solidFill>
                  <a:srgbClr val="C00000"/>
                </a:solidFill>
              </a:rPr>
              <a:t>Problems </a:t>
            </a:r>
            <a:r>
              <a:rPr spc="-5" dirty="0"/>
              <a:t>with n-gram Language</a:t>
            </a:r>
            <a:r>
              <a:rPr spc="-75" dirty="0"/>
              <a:t> </a:t>
            </a:r>
            <a:r>
              <a:rPr spc="-5" dirty="0"/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33194" y="5714238"/>
            <a:ext cx="5084445" cy="584775"/>
          </a:xfrm>
          <a:prstGeom prst="rect">
            <a:avLst/>
          </a:prstGeom>
          <a:ln w="28955">
            <a:solidFill>
              <a:srgbClr val="C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Note: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Increasing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makes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sparsity problems</a:t>
            </a:r>
            <a:r>
              <a:rPr kumimoji="0" sz="1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worse.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Typically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can’t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have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bigger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than</a:t>
            </a:r>
            <a:r>
              <a:rPr kumimoji="0" sz="1800" b="0" i="0" u="none" strike="noStrike" kern="1200" cap="none" spc="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5.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9817" y="4109465"/>
            <a:ext cx="3150235" cy="1139414"/>
          </a:xfrm>
          <a:prstGeom prst="rect">
            <a:avLst/>
          </a:prstGeom>
          <a:ln w="28955">
            <a:solidFill>
              <a:srgbClr val="3986FF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0805" marR="8763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>
                <a:tab pos="2059939" algn="l"/>
              </a:tabLst>
              <a:defRPr/>
            </a:pP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Problem: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What if 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“students 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opened </a:t>
            </a:r>
            <a:r>
              <a:rPr kumimoji="0" sz="18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their”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never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occurred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data?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Then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can’t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calculate  probability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for</a:t>
            </a:r>
            <a:r>
              <a:rPr kumimoji="0" sz="1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any	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!</a:t>
            </a:r>
          </a:p>
        </p:txBody>
      </p:sp>
      <p:sp>
        <p:nvSpPr>
          <p:cNvPr id="6" name="object 6"/>
          <p:cNvSpPr/>
          <p:nvPr/>
        </p:nvSpPr>
        <p:spPr>
          <a:xfrm>
            <a:off x="2680716" y="5062728"/>
            <a:ext cx="216407" cy="1478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76754" y="2396617"/>
            <a:ext cx="5652770" cy="2320290"/>
            <a:chOff x="2476754" y="2396617"/>
            <a:chExt cx="5652770" cy="2320290"/>
          </a:xfrm>
        </p:grpSpPr>
        <p:sp>
          <p:nvSpPr>
            <p:cNvPr id="8" name="object 8"/>
            <p:cNvSpPr/>
            <p:nvPr/>
          </p:nvSpPr>
          <p:spPr>
            <a:xfrm>
              <a:off x="3967353" y="3490722"/>
              <a:ext cx="701040" cy="1226185"/>
            </a:xfrm>
            <a:custGeom>
              <a:avLst/>
              <a:gdLst/>
              <a:ahLst/>
              <a:cxnLst/>
              <a:rect l="l" t="t" r="r" b="b"/>
              <a:pathLst>
                <a:path w="701039" h="1226185">
                  <a:moveTo>
                    <a:pt x="645129" y="68538"/>
                  </a:moveTo>
                  <a:lnTo>
                    <a:pt x="0" y="1211960"/>
                  </a:lnTo>
                  <a:lnTo>
                    <a:pt x="25146" y="1226184"/>
                  </a:lnTo>
                  <a:lnTo>
                    <a:pt x="670381" y="82798"/>
                  </a:lnTo>
                  <a:lnTo>
                    <a:pt x="645129" y="68538"/>
                  </a:lnTo>
                  <a:close/>
                </a:path>
                <a:path w="701039" h="1226185">
                  <a:moveTo>
                    <a:pt x="697679" y="55879"/>
                  </a:moveTo>
                  <a:lnTo>
                    <a:pt x="652272" y="55879"/>
                  </a:lnTo>
                  <a:lnTo>
                    <a:pt x="677545" y="70103"/>
                  </a:lnTo>
                  <a:lnTo>
                    <a:pt x="670381" y="82798"/>
                  </a:lnTo>
                  <a:lnTo>
                    <a:pt x="695579" y="97027"/>
                  </a:lnTo>
                  <a:lnTo>
                    <a:pt x="697679" y="55879"/>
                  </a:lnTo>
                  <a:close/>
                </a:path>
                <a:path w="701039" h="1226185">
                  <a:moveTo>
                    <a:pt x="652272" y="55879"/>
                  </a:moveTo>
                  <a:lnTo>
                    <a:pt x="645129" y="68538"/>
                  </a:lnTo>
                  <a:lnTo>
                    <a:pt x="670381" y="82798"/>
                  </a:lnTo>
                  <a:lnTo>
                    <a:pt x="677545" y="70103"/>
                  </a:lnTo>
                  <a:lnTo>
                    <a:pt x="652272" y="55879"/>
                  </a:lnTo>
                  <a:close/>
                </a:path>
                <a:path w="701039" h="1226185">
                  <a:moveTo>
                    <a:pt x="700532" y="0"/>
                  </a:moveTo>
                  <a:lnTo>
                    <a:pt x="620013" y="54355"/>
                  </a:lnTo>
                  <a:lnTo>
                    <a:pt x="645129" y="68538"/>
                  </a:lnTo>
                  <a:lnTo>
                    <a:pt x="652272" y="55879"/>
                  </a:lnTo>
                  <a:lnTo>
                    <a:pt x="697679" y="55879"/>
                  </a:lnTo>
                  <a:lnTo>
                    <a:pt x="700532" y="0"/>
                  </a:lnTo>
                  <a:close/>
                </a:path>
              </a:pathLst>
            </a:custGeom>
            <a:solidFill>
              <a:srgbClr val="398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4668774" y="3335274"/>
              <a:ext cx="3293745" cy="312420"/>
            </a:xfrm>
            <a:custGeom>
              <a:avLst/>
              <a:gdLst/>
              <a:ahLst/>
              <a:cxnLst/>
              <a:rect l="l" t="t" r="r" b="b"/>
              <a:pathLst>
                <a:path w="3293745" h="312420">
                  <a:moveTo>
                    <a:pt x="0" y="312419"/>
                  </a:moveTo>
                  <a:lnTo>
                    <a:pt x="3293364" y="312419"/>
                  </a:lnTo>
                  <a:lnTo>
                    <a:pt x="3293364" y="0"/>
                  </a:lnTo>
                  <a:lnTo>
                    <a:pt x="0" y="0"/>
                  </a:lnTo>
                  <a:lnTo>
                    <a:pt x="0" y="312419"/>
                  </a:lnTo>
                  <a:close/>
                </a:path>
              </a:pathLst>
            </a:custGeom>
            <a:ln w="28956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493514" y="3006090"/>
              <a:ext cx="3621404" cy="312420"/>
            </a:xfrm>
            <a:custGeom>
              <a:avLst/>
              <a:gdLst/>
              <a:ahLst/>
              <a:cxnLst/>
              <a:rect l="l" t="t" r="r" b="b"/>
              <a:pathLst>
                <a:path w="3621404" h="312420">
                  <a:moveTo>
                    <a:pt x="0" y="312420"/>
                  </a:moveTo>
                  <a:lnTo>
                    <a:pt x="3621024" y="312420"/>
                  </a:lnTo>
                  <a:lnTo>
                    <a:pt x="3621024" y="0"/>
                  </a:lnTo>
                  <a:lnTo>
                    <a:pt x="0" y="0"/>
                  </a:lnTo>
                  <a:lnTo>
                    <a:pt x="0" y="312420"/>
                  </a:lnTo>
                  <a:close/>
                </a:path>
              </a:pathLst>
            </a:custGeom>
            <a:ln w="28955">
              <a:solidFill>
                <a:srgbClr val="BA56B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476754" y="2396617"/>
              <a:ext cx="2016760" cy="775970"/>
            </a:xfrm>
            <a:custGeom>
              <a:avLst/>
              <a:gdLst/>
              <a:ahLst/>
              <a:cxnLst/>
              <a:rect l="l" t="t" r="r" b="b"/>
              <a:pathLst>
                <a:path w="2016760" h="775969">
                  <a:moveTo>
                    <a:pt x="1929863" y="748528"/>
                  </a:moveTo>
                  <a:lnTo>
                    <a:pt x="1919732" y="775588"/>
                  </a:lnTo>
                  <a:lnTo>
                    <a:pt x="2016379" y="765302"/>
                  </a:lnTo>
                  <a:lnTo>
                    <a:pt x="2005508" y="753618"/>
                  </a:lnTo>
                  <a:lnTo>
                    <a:pt x="1943481" y="753618"/>
                  </a:lnTo>
                  <a:lnTo>
                    <a:pt x="1929863" y="748528"/>
                  </a:lnTo>
                  <a:close/>
                </a:path>
                <a:path w="2016760" h="775969">
                  <a:moveTo>
                    <a:pt x="1940037" y="721355"/>
                  </a:moveTo>
                  <a:lnTo>
                    <a:pt x="1929863" y="748528"/>
                  </a:lnTo>
                  <a:lnTo>
                    <a:pt x="1943481" y="753618"/>
                  </a:lnTo>
                  <a:lnTo>
                    <a:pt x="1953641" y="726440"/>
                  </a:lnTo>
                  <a:lnTo>
                    <a:pt x="1940037" y="721355"/>
                  </a:lnTo>
                  <a:close/>
                </a:path>
                <a:path w="2016760" h="775969">
                  <a:moveTo>
                    <a:pt x="1950211" y="694182"/>
                  </a:moveTo>
                  <a:lnTo>
                    <a:pt x="1940037" y="721355"/>
                  </a:lnTo>
                  <a:lnTo>
                    <a:pt x="1953641" y="726440"/>
                  </a:lnTo>
                  <a:lnTo>
                    <a:pt x="1943481" y="753618"/>
                  </a:lnTo>
                  <a:lnTo>
                    <a:pt x="2005508" y="753618"/>
                  </a:lnTo>
                  <a:lnTo>
                    <a:pt x="1950211" y="694182"/>
                  </a:lnTo>
                  <a:close/>
                </a:path>
                <a:path w="2016760" h="775969">
                  <a:moveTo>
                    <a:pt x="10159" y="0"/>
                  </a:moveTo>
                  <a:lnTo>
                    <a:pt x="0" y="27178"/>
                  </a:lnTo>
                  <a:lnTo>
                    <a:pt x="1929863" y="748528"/>
                  </a:lnTo>
                  <a:lnTo>
                    <a:pt x="1940037" y="721355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9838" y="3790645"/>
            <a:ext cx="1760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Sparsity Problem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2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4889" y="1209294"/>
            <a:ext cx="2914015" cy="1138773"/>
          </a:xfrm>
          <a:prstGeom prst="rect">
            <a:avLst/>
          </a:prstGeom>
          <a:ln w="28955">
            <a:solidFill>
              <a:srgbClr val="BA56BD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805" marR="283845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26540" algn="l"/>
              </a:tabLst>
              <a:defRPr/>
            </a:pP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Problem: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What if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“students 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opened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their	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”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never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occurred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data?</a:t>
            </a:r>
            <a:r>
              <a:rPr kumimoji="0" sz="18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9080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has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probability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0!</a:t>
            </a:r>
          </a:p>
        </p:txBody>
      </p:sp>
      <p:sp>
        <p:nvSpPr>
          <p:cNvPr id="14" name="object 14"/>
          <p:cNvSpPr/>
          <p:nvPr/>
        </p:nvSpPr>
        <p:spPr>
          <a:xfrm>
            <a:off x="2217762" y="1572537"/>
            <a:ext cx="240792" cy="1645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08838" y="1909528"/>
            <a:ext cx="182733" cy="1120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3139" y="891997"/>
            <a:ext cx="1760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Sparsity Problem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1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45202" y="1347977"/>
            <a:ext cx="3420110" cy="863697"/>
          </a:xfrm>
          <a:prstGeom prst="rect">
            <a:avLst/>
          </a:prstGeom>
          <a:ln w="28955">
            <a:solidFill>
              <a:srgbClr val="BA56BD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170" marR="457200" lvl="0" indent="0" algn="just" defTabSz="914400" rtl="0" eaLnBrk="1" fontAlgn="auto" latinLnBrk="0" hangingPunct="1">
              <a:lnSpc>
                <a:spcPct val="998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>
                <a:tab pos="2896870" algn="l"/>
              </a:tabLst>
              <a:defRPr/>
            </a:pP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(Partial)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Solution: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Add small </a:t>
            </a:r>
            <a:r>
              <a:rPr kumimoji="0" sz="1800" b="0" i="0" u="none" strike="noStrike" kern="1200" cap="none" spc="-3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𝛿 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ou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 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ev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y	. 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This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called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smoothing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206995" y="1687067"/>
            <a:ext cx="740664" cy="2346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38778" y="1766316"/>
            <a:ext cx="1106170" cy="86995"/>
          </a:xfrm>
          <a:custGeom>
            <a:avLst/>
            <a:gdLst/>
            <a:ahLst/>
            <a:cxnLst/>
            <a:rect l="l" t="t" r="r" b="b"/>
            <a:pathLst>
              <a:path w="1106170" h="86994">
                <a:moveTo>
                  <a:pt x="1019301" y="0"/>
                </a:moveTo>
                <a:lnTo>
                  <a:pt x="1019301" y="86868"/>
                </a:lnTo>
                <a:lnTo>
                  <a:pt x="1077214" y="57912"/>
                </a:lnTo>
                <a:lnTo>
                  <a:pt x="1033780" y="57912"/>
                </a:lnTo>
                <a:lnTo>
                  <a:pt x="1033780" y="28956"/>
                </a:lnTo>
                <a:lnTo>
                  <a:pt x="1077214" y="28956"/>
                </a:lnTo>
                <a:lnTo>
                  <a:pt x="1019301" y="0"/>
                </a:lnTo>
                <a:close/>
              </a:path>
              <a:path w="1106170" h="86994">
                <a:moveTo>
                  <a:pt x="1019301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1019301" y="57912"/>
                </a:lnTo>
                <a:lnTo>
                  <a:pt x="1019301" y="28956"/>
                </a:lnTo>
                <a:close/>
              </a:path>
              <a:path w="1106170" h="86994">
                <a:moveTo>
                  <a:pt x="1077214" y="28956"/>
                </a:moveTo>
                <a:lnTo>
                  <a:pt x="1033780" y="28956"/>
                </a:lnTo>
                <a:lnTo>
                  <a:pt x="1033780" y="57912"/>
                </a:lnTo>
                <a:lnTo>
                  <a:pt x="1077214" y="57912"/>
                </a:lnTo>
                <a:lnTo>
                  <a:pt x="1106170" y="43434"/>
                </a:lnTo>
                <a:lnTo>
                  <a:pt x="1077214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45202" y="4248150"/>
            <a:ext cx="3240405" cy="862415"/>
          </a:xfrm>
          <a:prstGeom prst="rect">
            <a:avLst/>
          </a:prstGeom>
          <a:ln w="28955">
            <a:solidFill>
              <a:srgbClr val="3986FF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0170" marR="0" lvl="0" indent="0" algn="l" defTabSz="914400" rtl="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(Partial)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Solution: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Just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condition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9017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on 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“opened 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their”</a:t>
            </a:r>
            <a:r>
              <a:rPr kumimoji="0" sz="1800" b="0" i="1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instead.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9017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This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called</a:t>
            </a:r>
            <a:r>
              <a:rPr kumimoji="0" sz="18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backoff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979926" y="4666488"/>
            <a:ext cx="1064895" cy="86995"/>
          </a:xfrm>
          <a:custGeom>
            <a:avLst/>
            <a:gdLst/>
            <a:ahLst/>
            <a:cxnLst/>
            <a:rect l="l" t="t" r="r" b="b"/>
            <a:pathLst>
              <a:path w="1064895" h="86995">
                <a:moveTo>
                  <a:pt x="977519" y="0"/>
                </a:moveTo>
                <a:lnTo>
                  <a:pt x="977519" y="86868"/>
                </a:lnTo>
                <a:lnTo>
                  <a:pt x="1035431" y="57912"/>
                </a:lnTo>
                <a:lnTo>
                  <a:pt x="991997" y="57912"/>
                </a:lnTo>
                <a:lnTo>
                  <a:pt x="991997" y="28956"/>
                </a:lnTo>
                <a:lnTo>
                  <a:pt x="1035430" y="28956"/>
                </a:lnTo>
                <a:lnTo>
                  <a:pt x="977519" y="0"/>
                </a:lnTo>
                <a:close/>
              </a:path>
              <a:path w="1064895" h="86995">
                <a:moveTo>
                  <a:pt x="977519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977519" y="57912"/>
                </a:lnTo>
                <a:lnTo>
                  <a:pt x="977519" y="28956"/>
                </a:lnTo>
                <a:close/>
              </a:path>
              <a:path w="1064895" h="86995">
                <a:moveTo>
                  <a:pt x="1035430" y="28956"/>
                </a:moveTo>
                <a:lnTo>
                  <a:pt x="991997" y="28956"/>
                </a:lnTo>
                <a:lnTo>
                  <a:pt x="991997" y="57912"/>
                </a:lnTo>
                <a:lnTo>
                  <a:pt x="1035431" y="57912"/>
                </a:lnTo>
                <a:lnTo>
                  <a:pt x="1064387" y="43434"/>
                </a:lnTo>
                <a:lnTo>
                  <a:pt x="1035430" y="28956"/>
                </a:lnTo>
                <a:close/>
              </a:path>
            </a:pathLst>
          </a:custGeom>
          <a:solidFill>
            <a:srgbClr val="3986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C4D579-0FB5-44DC-9033-E0B4DA4D03CE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39" y="249377"/>
            <a:ext cx="741171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 </a:t>
            </a:r>
            <a:r>
              <a:rPr spc="-5" dirty="0"/>
              <a:t>fixed-window </a:t>
            </a:r>
            <a:r>
              <a:rPr dirty="0"/>
              <a:t>neural Language</a:t>
            </a:r>
            <a:r>
              <a:rPr spc="-125" dirty="0"/>
              <a:t> </a:t>
            </a:r>
            <a:r>
              <a:rPr spc="-5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5246" y="5629147"/>
            <a:ext cx="328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9503" y="5629147"/>
            <a:ext cx="814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tud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67678" y="5629147"/>
            <a:ext cx="715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opened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82559" y="5629147"/>
            <a:ext cx="459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2638" y="1144270"/>
            <a:ext cx="1360805" cy="428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585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-1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books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814069" marR="0" lvl="0" indent="0" algn="l" defTabSz="914400" rtl="0" eaLnBrk="1" fontAlgn="auto" latinLnBrk="0" hangingPunct="1">
              <a:lnSpc>
                <a:spcPts val="15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lap</a:t>
            </a:r>
            <a:r>
              <a:rPr kumimoji="0" sz="1400" b="0" i="1" u="none" strike="noStrike" kern="1200" cap="none" spc="-2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1400" b="0" i="1" u="none" strike="noStrike" kern="1200" cap="none" spc="-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</a:t>
            </a:r>
            <a:r>
              <a:rPr kumimoji="0" sz="1400" b="0" i="1" u="none" strike="noStrike" kern="1200" cap="none" spc="-1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29250" y="1383791"/>
            <a:ext cx="2099945" cy="1119505"/>
            <a:chOff x="5429250" y="1383791"/>
            <a:chExt cx="2099945" cy="1119505"/>
          </a:xfrm>
        </p:grpSpPr>
        <p:sp>
          <p:nvSpPr>
            <p:cNvPr id="9" name="object 9"/>
            <p:cNvSpPr/>
            <p:nvPr/>
          </p:nvSpPr>
          <p:spPr>
            <a:xfrm>
              <a:off x="5797677" y="1383791"/>
              <a:ext cx="76200" cy="288925"/>
            </a:xfrm>
            <a:custGeom>
              <a:avLst/>
              <a:gdLst/>
              <a:ahLst/>
              <a:cxnLst/>
              <a:rect l="l" t="t" r="r" b="b"/>
              <a:pathLst>
                <a:path w="76200" h="288925">
                  <a:moveTo>
                    <a:pt x="31728" y="212799"/>
                  </a:moveTo>
                  <a:lnTo>
                    <a:pt x="0" y="212852"/>
                  </a:lnTo>
                  <a:lnTo>
                    <a:pt x="38226" y="288925"/>
                  </a:lnTo>
                  <a:lnTo>
                    <a:pt x="69871" y="225425"/>
                  </a:lnTo>
                  <a:lnTo>
                    <a:pt x="31750" y="225425"/>
                  </a:lnTo>
                  <a:lnTo>
                    <a:pt x="31728" y="212799"/>
                  </a:lnTo>
                  <a:close/>
                </a:path>
                <a:path w="76200" h="288925">
                  <a:moveTo>
                    <a:pt x="44428" y="212777"/>
                  </a:moveTo>
                  <a:lnTo>
                    <a:pt x="31728" y="212799"/>
                  </a:lnTo>
                  <a:lnTo>
                    <a:pt x="31750" y="225425"/>
                  </a:lnTo>
                  <a:lnTo>
                    <a:pt x="44450" y="225425"/>
                  </a:lnTo>
                  <a:lnTo>
                    <a:pt x="44428" y="212777"/>
                  </a:lnTo>
                  <a:close/>
                </a:path>
                <a:path w="76200" h="288925">
                  <a:moveTo>
                    <a:pt x="76200" y="212725"/>
                  </a:moveTo>
                  <a:lnTo>
                    <a:pt x="44428" y="212777"/>
                  </a:lnTo>
                  <a:lnTo>
                    <a:pt x="44450" y="225425"/>
                  </a:lnTo>
                  <a:lnTo>
                    <a:pt x="69871" y="225425"/>
                  </a:lnTo>
                  <a:lnTo>
                    <a:pt x="76200" y="212725"/>
                  </a:lnTo>
                  <a:close/>
                </a:path>
                <a:path w="76200" h="288925">
                  <a:moveTo>
                    <a:pt x="44069" y="0"/>
                  </a:moveTo>
                  <a:lnTo>
                    <a:pt x="31369" y="0"/>
                  </a:lnTo>
                  <a:lnTo>
                    <a:pt x="31728" y="212799"/>
                  </a:lnTo>
                  <a:lnTo>
                    <a:pt x="44428" y="212777"/>
                  </a:lnTo>
                  <a:lnTo>
                    <a:pt x="44069" y="0"/>
                  </a:lnTo>
                  <a:close/>
                </a:path>
              </a:pathLst>
            </a:custGeom>
            <a:solidFill>
              <a:srgbClr val="17714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429250" y="2375153"/>
              <a:ext cx="2099945" cy="0"/>
            </a:xfrm>
            <a:custGeom>
              <a:avLst/>
              <a:gdLst/>
              <a:ahLst/>
              <a:cxnLst/>
              <a:rect l="l" t="t" r="r" b="b"/>
              <a:pathLst>
                <a:path w="2099945">
                  <a:moveTo>
                    <a:pt x="0" y="0"/>
                  </a:moveTo>
                  <a:lnTo>
                    <a:pt x="336041" y="0"/>
                  </a:lnTo>
                </a:path>
                <a:path w="2099945">
                  <a:moveTo>
                    <a:pt x="1905761" y="0"/>
                  </a:moveTo>
                  <a:lnTo>
                    <a:pt x="2099945" y="0"/>
                  </a:lnTo>
                </a:path>
              </a:pathLst>
            </a:custGeom>
            <a:ln w="7619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429250" y="2385059"/>
              <a:ext cx="2099945" cy="0"/>
            </a:xfrm>
            <a:custGeom>
              <a:avLst/>
              <a:gdLst/>
              <a:ahLst/>
              <a:cxnLst/>
              <a:rect l="l" t="t" r="r" b="b"/>
              <a:pathLst>
                <a:path w="2099945">
                  <a:moveTo>
                    <a:pt x="0" y="0"/>
                  </a:moveTo>
                  <a:lnTo>
                    <a:pt x="2099945" y="0"/>
                  </a:lnTo>
                </a:path>
              </a:pathLst>
            </a:custGeom>
            <a:ln w="7619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622036" y="2292095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10" h="86994">
                  <a:moveTo>
                    <a:pt x="143255" y="0"/>
                  </a:moveTo>
                  <a:lnTo>
                    <a:pt x="0" y="0"/>
                  </a:lnTo>
                  <a:lnTo>
                    <a:pt x="0" y="86867"/>
                  </a:lnTo>
                  <a:lnTo>
                    <a:pt x="143255" y="8686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5622036" y="2292095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10" h="86994">
                  <a:moveTo>
                    <a:pt x="0" y="86867"/>
                  </a:moveTo>
                  <a:lnTo>
                    <a:pt x="143255" y="8686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8686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765291" y="1673351"/>
              <a:ext cx="143510" cy="706120"/>
            </a:xfrm>
            <a:custGeom>
              <a:avLst/>
              <a:gdLst/>
              <a:ahLst/>
              <a:cxnLst/>
              <a:rect l="l" t="t" r="r" b="b"/>
              <a:pathLst>
                <a:path w="143510" h="706119">
                  <a:moveTo>
                    <a:pt x="143255" y="0"/>
                  </a:moveTo>
                  <a:lnTo>
                    <a:pt x="0" y="0"/>
                  </a:lnTo>
                  <a:lnTo>
                    <a:pt x="0" y="705612"/>
                  </a:lnTo>
                  <a:lnTo>
                    <a:pt x="143255" y="705612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765291" y="1673351"/>
              <a:ext cx="143510" cy="706120"/>
            </a:xfrm>
            <a:custGeom>
              <a:avLst/>
              <a:gdLst/>
              <a:ahLst/>
              <a:cxnLst/>
              <a:rect l="l" t="t" r="r" b="b"/>
              <a:pathLst>
                <a:path w="143510" h="706119">
                  <a:moveTo>
                    <a:pt x="0" y="705612"/>
                  </a:moveTo>
                  <a:lnTo>
                    <a:pt x="143255" y="705612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705612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907023" y="2196083"/>
              <a:ext cx="143510" cy="182880"/>
            </a:xfrm>
            <a:custGeom>
              <a:avLst/>
              <a:gdLst/>
              <a:ahLst/>
              <a:cxnLst/>
              <a:rect l="l" t="t" r="r" b="b"/>
              <a:pathLst>
                <a:path w="143510" h="182880">
                  <a:moveTo>
                    <a:pt x="143255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143255" y="182879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907023" y="2196083"/>
              <a:ext cx="143510" cy="182880"/>
            </a:xfrm>
            <a:custGeom>
              <a:avLst/>
              <a:gdLst/>
              <a:ahLst/>
              <a:cxnLst/>
              <a:rect l="l" t="t" r="r" b="b"/>
              <a:pathLst>
                <a:path w="143510" h="182880">
                  <a:moveTo>
                    <a:pt x="0" y="182879"/>
                  </a:moveTo>
                  <a:lnTo>
                    <a:pt x="143255" y="182879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6050280" y="2087879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10" h="291464">
                  <a:moveTo>
                    <a:pt x="143255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143255" y="29108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6050280" y="2087879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10" h="291464">
                  <a:moveTo>
                    <a:pt x="0" y="291084"/>
                  </a:moveTo>
                  <a:lnTo>
                    <a:pt x="143255" y="29108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6193536" y="2292095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10" h="86994">
                  <a:moveTo>
                    <a:pt x="143255" y="0"/>
                  </a:moveTo>
                  <a:lnTo>
                    <a:pt x="0" y="0"/>
                  </a:lnTo>
                  <a:lnTo>
                    <a:pt x="0" y="86867"/>
                  </a:lnTo>
                  <a:lnTo>
                    <a:pt x="143255" y="8686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6193536" y="2292095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10" h="86994">
                  <a:moveTo>
                    <a:pt x="0" y="86867"/>
                  </a:moveTo>
                  <a:lnTo>
                    <a:pt x="143255" y="8686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8686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6335267" y="2065019"/>
              <a:ext cx="143510" cy="314325"/>
            </a:xfrm>
            <a:custGeom>
              <a:avLst/>
              <a:gdLst/>
              <a:ahLst/>
              <a:cxnLst/>
              <a:rect l="l" t="t" r="r" b="b"/>
              <a:pathLst>
                <a:path w="143510" h="314325">
                  <a:moveTo>
                    <a:pt x="143255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143255" y="313943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6335267" y="2065019"/>
              <a:ext cx="143510" cy="314325"/>
            </a:xfrm>
            <a:custGeom>
              <a:avLst/>
              <a:gdLst/>
              <a:ahLst/>
              <a:cxnLst/>
              <a:rect l="l" t="t" r="r" b="b"/>
              <a:pathLst>
                <a:path w="143510" h="314325">
                  <a:moveTo>
                    <a:pt x="0" y="313943"/>
                  </a:moveTo>
                  <a:lnTo>
                    <a:pt x="143255" y="313943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313943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6478524" y="2087879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143255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143255" y="29108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6478524" y="2087879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0" y="291084"/>
                  </a:moveTo>
                  <a:lnTo>
                    <a:pt x="143255" y="29108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6655308" y="1620011"/>
              <a:ext cx="76200" cy="22923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6621780" y="1848611"/>
              <a:ext cx="143510" cy="530860"/>
            </a:xfrm>
            <a:custGeom>
              <a:avLst/>
              <a:gdLst/>
              <a:ahLst/>
              <a:cxnLst/>
              <a:rect l="l" t="t" r="r" b="b"/>
              <a:pathLst>
                <a:path w="143509" h="530860">
                  <a:moveTo>
                    <a:pt x="143255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143255" y="530351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6621780" y="1848611"/>
              <a:ext cx="143510" cy="530860"/>
            </a:xfrm>
            <a:custGeom>
              <a:avLst/>
              <a:gdLst/>
              <a:ahLst/>
              <a:cxnLst/>
              <a:rect l="l" t="t" r="r" b="b"/>
              <a:pathLst>
                <a:path w="143509" h="530860">
                  <a:moveTo>
                    <a:pt x="0" y="530351"/>
                  </a:moveTo>
                  <a:lnTo>
                    <a:pt x="143255" y="530351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530351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763511" y="2246375"/>
              <a:ext cx="143510" cy="132715"/>
            </a:xfrm>
            <a:custGeom>
              <a:avLst/>
              <a:gdLst/>
              <a:ahLst/>
              <a:cxnLst/>
              <a:rect l="l" t="t" r="r" b="b"/>
              <a:pathLst>
                <a:path w="143509" h="132714">
                  <a:moveTo>
                    <a:pt x="143255" y="0"/>
                  </a:moveTo>
                  <a:lnTo>
                    <a:pt x="0" y="0"/>
                  </a:lnTo>
                  <a:lnTo>
                    <a:pt x="0" y="132587"/>
                  </a:lnTo>
                  <a:lnTo>
                    <a:pt x="143255" y="13258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763511" y="2246375"/>
              <a:ext cx="143510" cy="132715"/>
            </a:xfrm>
            <a:custGeom>
              <a:avLst/>
              <a:gdLst/>
              <a:ahLst/>
              <a:cxnLst/>
              <a:rect l="l" t="t" r="r" b="b"/>
              <a:pathLst>
                <a:path w="143509" h="132714">
                  <a:moveTo>
                    <a:pt x="0" y="132587"/>
                  </a:moveTo>
                  <a:lnTo>
                    <a:pt x="143255" y="13258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13258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906767" y="2141219"/>
              <a:ext cx="143510" cy="238125"/>
            </a:xfrm>
            <a:custGeom>
              <a:avLst/>
              <a:gdLst/>
              <a:ahLst/>
              <a:cxnLst/>
              <a:rect l="l" t="t" r="r" b="b"/>
              <a:pathLst>
                <a:path w="143509" h="238125">
                  <a:moveTo>
                    <a:pt x="143255" y="0"/>
                  </a:moveTo>
                  <a:lnTo>
                    <a:pt x="0" y="0"/>
                  </a:lnTo>
                  <a:lnTo>
                    <a:pt x="0" y="237743"/>
                  </a:lnTo>
                  <a:lnTo>
                    <a:pt x="143255" y="237743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6906767" y="2141219"/>
              <a:ext cx="143510" cy="238125"/>
            </a:xfrm>
            <a:custGeom>
              <a:avLst/>
              <a:gdLst/>
              <a:ahLst/>
              <a:cxnLst/>
              <a:rect l="l" t="t" r="r" b="b"/>
              <a:pathLst>
                <a:path w="143509" h="238125">
                  <a:moveTo>
                    <a:pt x="0" y="237743"/>
                  </a:moveTo>
                  <a:lnTo>
                    <a:pt x="143255" y="237743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237743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050024" y="2057400"/>
              <a:ext cx="142240" cy="321945"/>
            </a:xfrm>
            <a:custGeom>
              <a:avLst/>
              <a:gdLst/>
              <a:ahLst/>
              <a:cxnLst/>
              <a:rect l="l" t="t" r="r" b="b"/>
              <a:pathLst>
                <a:path w="142240" h="321944">
                  <a:moveTo>
                    <a:pt x="141731" y="0"/>
                  </a:moveTo>
                  <a:lnTo>
                    <a:pt x="0" y="0"/>
                  </a:lnTo>
                  <a:lnTo>
                    <a:pt x="0" y="321563"/>
                  </a:lnTo>
                  <a:lnTo>
                    <a:pt x="141731" y="321563"/>
                  </a:lnTo>
                  <a:lnTo>
                    <a:pt x="14173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7050024" y="2057400"/>
              <a:ext cx="142240" cy="321945"/>
            </a:xfrm>
            <a:custGeom>
              <a:avLst/>
              <a:gdLst/>
              <a:ahLst/>
              <a:cxnLst/>
              <a:rect l="l" t="t" r="r" b="b"/>
              <a:pathLst>
                <a:path w="142240" h="321944">
                  <a:moveTo>
                    <a:pt x="0" y="321563"/>
                  </a:moveTo>
                  <a:lnTo>
                    <a:pt x="141731" y="321563"/>
                  </a:lnTo>
                  <a:lnTo>
                    <a:pt x="141731" y="0"/>
                  </a:lnTo>
                  <a:lnTo>
                    <a:pt x="0" y="0"/>
                  </a:lnTo>
                  <a:lnTo>
                    <a:pt x="0" y="321563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191755" y="2322575"/>
              <a:ext cx="143510" cy="56515"/>
            </a:xfrm>
            <a:custGeom>
              <a:avLst/>
              <a:gdLst/>
              <a:ahLst/>
              <a:cxnLst/>
              <a:rect l="l" t="t" r="r" b="b"/>
              <a:pathLst>
                <a:path w="143509" h="56514">
                  <a:moveTo>
                    <a:pt x="143255" y="0"/>
                  </a:moveTo>
                  <a:lnTo>
                    <a:pt x="0" y="0"/>
                  </a:lnTo>
                  <a:lnTo>
                    <a:pt x="0" y="56387"/>
                  </a:lnTo>
                  <a:lnTo>
                    <a:pt x="143255" y="5638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7191755" y="2322575"/>
              <a:ext cx="143510" cy="56515"/>
            </a:xfrm>
            <a:custGeom>
              <a:avLst/>
              <a:gdLst/>
              <a:ahLst/>
              <a:cxnLst/>
              <a:rect l="l" t="t" r="r" b="b"/>
              <a:pathLst>
                <a:path w="143509" h="56514">
                  <a:moveTo>
                    <a:pt x="0" y="56387"/>
                  </a:moveTo>
                  <a:lnTo>
                    <a:pt x="143255" y="5638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5638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5622797" y="2426969"/>
              <a:ext cx="1713230" cy="76200"/>
            </a:xfrm>
            <a:custGeom>
              <a:avLst/>
              <a:gdLst/>
              <a:ahLst/>
              <a:cxnLst/>
              <a:rect l="l" t="t" r="r" b="b"/>
              <a:pathLst>
                <a:path w="171322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5"/>
                  </a:lnTo>
                  <a:lnTo>
                    <a:pt x="63500" y="48005"/>
                  </a:lnTo>
                  <a:lnTo>
                    <a:pt x="63500" y="28193"/>
                  </a:lnTo>
                  <a:lnTo>
                    <a:pt x="76200" y="28193"/>
                  </a:lnTo>
                  <a:lnTo>
                    <a:pt x="76200" y="0"/>
                  </a:lnTo>
                  <a:close/>
                </a:path>
                <a:path w="1713229" h="76200">
                  <a:moveTo>
                    <a:pt x="1636649" y="0"/>
                  </a:moveTo>
                  <a:lnTo>
                    <a:pt x="1636649" y="76200"/>
                  </a:lnTo>
                  <a:lnTo>
                    <a:pt x="1693037" y="48005"/>
                  </a:lnTo>
                  <a:lnTo>
                    <a:pt x="1649349" y="48005"/>
                  </a:lnTo>
                  <a:lnTo>
                    <a:pt x="1649349" y="28193"/>
                  </a:lnTo>
                  <a:lnTo>
                    <a:pt x="1693036" y="28193"/>
                  </a:lnTo>
                  <a:lnTo>
                    <a:pt x="1636649" y="0"/>
                  </a:lnTo>
                  <a:close/>
                </a:path>
                <a:path w="1713229" h="76200">
                  <a:moveTo>
                    <a:pt x="76200" y="28193"/>
                  </a:moveTo>
                  <a:lnTo>
                    <a:pt x="63500" y="28193"/>
                  </a:lnTo>
                  <a:lnTo>
                    <a:pt x="63500" y="48005"/>
                  </a:lnTo>
                  <a:lnTo>
                    <a:pt x="76200" y="48005"/>
                  </a:lnTo>
                  <a:lnTo>
                    <a:pt x="76200" y="28193"/>
                  </a:lnTo>
                  <a:close/>
                </a:path>
                <a:path w="1713229" h="76200">
                  <a:moveTo>
                    <a:pt x="1636649" y="28193"/>
                  </a:moveTo>
                  <a:lnTo>
                    <a:pt x="76200" y="28193"/>
                  </a:lnTo>
                  <a:lnTo>
                    <a:pt x="76200" y="48005"/>
                  </a:lnTo>
                  <a:lnTo>
                    <a:pt x="1636649" y="48005"/>
                  </a:lnTo>
                  <a:lnTo>
                    <a:pt x="1636649" y="28193"/>
                  </a:lnTo>
                  <a:close/>
                </a:path>
                <a:path w="1713229" h="76200">
                  <a:moveTo>
                    <a:pt x="1693036" y="28193"/>
                  </a:moveTo>
                  <a:lnTo>
                    <a:pt x="1649349" y="28193"/>
                  </a:lnTo>
                  <a:lnTo>
                    <a:pt x="1649349" y="48005"/>
                  </a:lnTo>
                  <a:lnTo>
                    <a:pt x="1693037" y="48005"/>
                  </a:lnTo>
                  <a:lnTo>
                    <a:pt x="1712849" y="38100"/>
                  </a:lnTo>
                  <a:lnTo>
                    <a:pt x="1693036" y="28193"/>
                  </a:lnTo>
                  <a:close/>
                </a:path>
              </a:pathLst>
            </a:custGeom>
            <a:solidFill>
              <a:srgbClr val="17714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52755" y="4347209"/>
            <a:ext cx="3014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46B6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concatenated word</a:t>
            </a:r>
            <a:r>
              <a:rPr kumimoji="0" sz="1800" b="0" i="0" u="none" strike="noStrike" kern="1200" cap="none" spc="45" normalizeH="0" baseline="0" noProof="0" dirty="0">
                <a:ln>
                  <a:noFill/>
                </a:ln>
                <a:solidFill>
                  <a:srgbClr val="0046B6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46B6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embeddings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311396" y="2597657"/>
            <a:ext cx="4215765" cy="3013710"/>
            <a:chOff x="4311396" y="2597657"/>
            <a:chExt cx="4215765" cy="3013710"/>
          </a:xfrm>
        </p:grpSpPr>
        <p:sp>
          <p:nvSpPr>
            <p:cNvPr id="40" name="object 40"/>
            <p:cNvSpPr/>
            <p:nvPr/>
          </p:nvSpPr>
          <p:spPr>
            <a:xfrm>
              <a:off x="4410456" y="4605527"/>
              <a:ext cx="156971" cy="1661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4617720" y="4605527"/>
              <a:ext cx="156971" cy="1661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4824984" y="4605527"/>
              <a:ext cx="156971" cy="1661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5032248" y="4605527"/>
              <a:ext cx="156971" cy="1661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4321302" y="4511801"/>
              <a:ext cx="4196080" cy="365760"/>
            </a:xfrm>
            <a:custGeom>
              <a:avLst/>
              <a:gdLst/>
              <a:ahLst/>
              <a:cxnLst/>
              <a:rect l="l" t="t" r="r" b="b"/>
              <a:pathLst>
                <a:path w="4196080" h="365760">
                  <a:moveTo>
                    <a:pt x="0" y="60960"/>
                  </a:move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4134612" y="0"/>
                  </a:lnTo>
                  <a:lnTo>
                    <a:pt x="4158335" y="4792"/>
                  </a:lnTo>
                  <a:lnTo>
                    <a:pt x="4177712" y="17859"/>
                  </a:lnTo>
                  <a:lnTo>
                    <a:pt x="4190779" y="37236"/>
                  </a:lnTo>
                  <a:lnTo>
                    <a:pt x="4195572" y="60960"/>
                  </a:lnTo>
                  <a:lnTo>
                    <a:pt x="4195572" y="304800"/>
                  </a:lnTo>
                  <a:lnTo>
                    <a:pt x="4190779" y="328523"/>
                  </a:lnTo>
                  <a:lnTo>
                    <a:pt x="4177712" y="347900"/>
                  </a:lnTo>
                  <a:lnTo>
                    <a:pt x="4158335" y="360967"/>
                  </a:lnTo>
                  <a:lnTo>
                    <a:pt x="4134612" y="365760"/>
                  </a:lnTo>
                  <a:lnTo>
                    <a:pt x="60960" y="365760"/>
                  </a:lnTo>
                  <a:lnTo>
                    <a:pt x="37236" y="360967"/>
                  </a:lnTo>
                  <a:lnTo>
                    <a:pt x="17859" y="347900"/>
                  </a:lnTo>
                  <a:lnTo>
                    <a:pt x="4792" y="328523"/>
                  </a:lnTo>
                  <a:lnTo>
                    <a:pt x="0" y="304800"/>
                  </a:lnTo>
                  <a:lnTo>
                    <a:pt x="0" y="6096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5455920" y="4605527"/>
              <a:ext cx="158495" cy="16611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5663184" y="4605527"/>
              <a:ext cx="158495" cy="16611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5870448" y="4605527"/>
              <a:ext cx="158495" cy="16611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6077712" y="4605527"/>
              <a:ext cx="158495" cy="16611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6545580" y="4605527"/>
              <a:ext cx="158496" cy="16611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6752844" y="4605527"/>
              <a:ext cx="158495" cy="16611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6960108" y="4605527"/>
              <a:ext cx="158495" cy="16611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7167372" y="4605527"/>
              <a:ext cx="156972" cy="1661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7618476" y="4605527"/>
              <a:ext cx="158496" cy="16611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7825740" y="4605527"/>
              <a:ext cx="158495" cy="16611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8033004" y="4605527"/>
              <a:ext cx="158496" cy="16611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8240267" y="4605527"/>
              <a:ext cx="158495" cy="16611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4744085" y="3748277"/>
              <a:ext cx="3313429" cy="1863089"/>
            </a:xfrm>
            <a:custGeom>
              <a:avLst/>
              <a:gdLst/>
              <a:ahLst/>
              <a:cxnLst/>
              <a:rect l="l" t="t" r="r" b="b"/>
              <a:pathLst>
                <a:path w="3313429" h="1863089">
                  <a:moveTo>
                    <a:pt x="111506" y="1224788"/>
                  </a:moveTo>
                  <a:lnTo>
                    <a:pt x="108712" y="1220089"/>
                  </a:lnTo>
                  <a:lnTo>
                    <a:pt x="67157" y="1148842"/>
                  </a:lnTo>
                  <a:lnTo>
                    <a:pt x="55753" y="1129284"/>
                  </a:lnTo>
                  <a:lnTo>
                    <a:pt x="2794" y="1220089"/>
                  </a:lnTo>
                  <a:lnTo>
                    <a:pt x="0" y="1224788"/>
                  </a:lnTo>
                  <a:lnTo>
                    <a:pt x="1524" y="1230884"/>
                  </a:lnTo>
                  <a:lnTo>
                    <a:pt x="6350" y="1233678"/>
                  </a:lnTo>
                  <a:lnTo>
                    <a:pt x="11049" y="1236472"/>
                  </a:lnTo>
                  <a:lnTo>
                    <a:pt x="17145" y="1234821"/>
                  </a:lnTo>
                  <a:lnTo>
                    <a:pt x="19812" y="1230122"/>
                  </a:lnTo>
                  <a:lnTo>
                    <a:pt x="45834" y="1185494"/>
                  </a:lnTo>
                  <a:lnTo>
                    <a:pt x="45847" y="1148842"/>
                  </a:lnTo>
                  <a:lnTo>
                    <a:pt x="45847" y="1185494"/>
                  </a:lnTo>
                  <a:lnTo>
                    <a:pt x="45847" y="1862772"/>
                  </a:lnTo>
                  <a:lnTo>
                    <a:pt x="65659" y="1862772"/>
                  </a:lnTo>
                  <a:lnTo>
                    <a:pt x="65659" y="1185494"/>
                  </a:lnTo>
                  <a:lnTo>
                    <a:pt x="91694" y="1230122"/>
                  </a:lnTo>
                  <a:lnTo>
                    <a:pt x="94361" y="1234821"/>
                  </a:lnTo>
                  <a:lnTo>
                    <a:pt x="100457" y="1236472"/>
                  </a:lnTo>
                  <a:lnTo>
                    <a:pt x="105156" y="1233678"/>
                  </a:lnTo>
                  <a:lnTo>
                    <a:pt x="109982" y="1230884"/>
                  </a:lnTo>
                  <a:lnTo>
                    <a:pt x="111506" y="1224788"/>
                  </a:lnTo>
                  <a:close/>
                </a:path>
                <a:path w="3313429" h="1863089">
                  <a:moveTo>
                    <a:pt x="1147826" y="1224788"/>
                  </a:moveTo>
                  <a:lnTo>
                    <a:pt x="1145032" y="1220089"/>
                  </a:lnTo>
                  <a:lnTo>
                    <a:pt x="1103477" y="1148842"/>
                  </a:lnTo>
                  <a:lnTo>
                    <a:pt x="1092073" y="1129284"/>
                  </a:lnTo>
                  <a:lnTo>
                    <a:pt x="1039114" y="1220089"/>
                  </a:lnTo>
                  <a:lnTo>
                    <a:pt x="1036320" y="1224788"/>
                  </a:lnTo>
                  <a:lnTo>
                    <a:pt x="1037844" y="1230884"/>
                  </a:lnTo>
                  <a:lnTo>
                    <a:pt x="1042670" y="1233678"/>
                  </a:lnTo>
                  <a:lnTo>
                    <a:pt x="1047369" y="1236472"/>
                  </a:lnTo>
                  <a:lnTo>
                    <a:pt x="1053465" y="1234821"/>
                  </a:lnTo>
                  <a:lnTo>
                    <a:pt x="1056132" y="1230122"/>
                  </a:lnTo>
                  <a:lnTo>
                    <a:pt x="1082167" y="1185494"/>
                  </a:lnTo>
                  <a:lnTo>
                    <a:pt x="1082167" y="1862772"/>
                  </a:lnTo>
                  <a:lnTo>
                    <a:pt x="1101979" y="1862772"/>
                  </a:lnTo>
                  <a:lnTo>
                    <a:pt x="1101979" y="1185494"/>
                  </a:lnTo>
                  <a:lnTo>
                    <a:pt x="1128014" y="1230122"/>
                  </a:lnTo>
                  <a:lnTo>
                    <a:pt x="1130681" y="1234821"/>
                  </a:lnTo>
                  <a:lnTo>
                    <a:pt x="1136777" y="1236472"/>
                  </a:lnTo>
                  <a:lnTo>
                    <a:pt x="1141476" y="1233678"/>
                  </a:lnTo>
                  <a:lnTo>
                    <a:pt x="1146302" y="1230884"/>
                  </a:lnTo>
                  <a:lnTo>
                    <a:pt x="1147826" y="1224788"/>
                  </a:lnTo>
                  <a:close/>
                </a:path>
                <a:path w="3313429" h="1863089">
                  <a:moveTo>
                    <a:pt x="1733423" y="95758"/>
                  </a:moveTo>
                  <a:lnTo>
                    <a:pt x="1689252" y="19558"/>
                  </a:lnTo>
                  <a:lnTo>
                    <a:pt x="1677924" y="0"/>
                  </a:lnTo>
                  <a:lnTo>
                    <a:pt x="1624711" y="90678"/>
                  </a:lnTo>
                  <a:lnTo>
                    <a:pt x="1621917" y="95377"/>
                  </a:lnTo>
                  <a:lnTo>
                    <a:pt x="1623441" y="101473"/>
                  </a:lnTo>
                  <a:lnTo>
                    <a:pt x="1628140" y="104267"/>
                  </a:lnTo>
                  <a:lnTo>
                    <a:pt x="1632966" y="107061"/>
                  </a:lnTo>
                  <a:lnTo>
                    <a:pt x="1638935" y="105410"/>
                  </a:lnTo>
                  <a:lnTo>
                    <a:pt x="1641729" y="100711"/>
                  </a:lnTo>
                  <a:lnTo>
                    <a:pt x="1667903" y="56159"/>
                  </a:lnTo>
                  <a:lnTo>
                    <a:pt x="1665859" y="764032"/>
                  </a:lnTo>
                  <a:lnTo>
                    <a:pt x="1685671" y="764159"/>
                  </a:lnTo>
                  <a:lnTo>
                    <a:pt x="1687715" y="56388"/>
                  </a:lnTo>
                  <a:lnTo>
                    <a:pt x="1713611" y="100965"/>
                  </a:lnTo>
                  <a:lnTo>
                    <a:pt x="1716278" y="105664"/>
                  </a:lnTo>
                  <a:lnTo>
                    <a:pt x="1722374" y="107315"/>
                  </a:lnTo>
                  <a:lnTo>
                    <a:pt x="1731772" y="101727"/>
                  </a:lnTo>
                  <a:lnTo>
                    <a:pt x="1733423" y="95758"/>
                  </a:lnTo>
                  <a:close/>
                </a:path>
                <a:path w="3313429" h="1863089">
                  <a:moveTo>
                    <a:pt x="2258822" y="1224788"/>
                  </a:moveTo>
                  <a:lnTo>
                    <a:pt x="2256028" y="1220089"/>
                  </a:lnTo>
                  <a:lnTo>
                    <a:pt x="2214473" y="1148842"/>
                  </a:lnTo>
                  <a:lnTo>
                    <a:pt x="2203069" y="1129284"/>
                  </a:lnTo>
                  <a:lnTo>
                    <a:pt x="2150110" y="1220089"/>
                  </a:lnTo>
                  <a:lnTo>
                    <a:pt x="2147316" y="1224788"/>
                  </a:lnTo>
                  <a:lnTo>
                    <a:pt x="2148840" y="1230884"/>
                  </a:lnTo>
                  <a:lnTo>
                    <a:pt x="2153666" y="1233678"/>
                  </a:lnTo>
                  <a:lnTo>
                    <a:pt x="2158365" y="1236472"/>
                  </a:lnTo>
                  <a:lnTo>
                    <a:pt x="2164461" y="1234821"/>
                  </a:lnTo>
                  <a:lnTo>
                    <a:pt x="2167128" y="1230122"/>
                  </a:lnTo>
                  <a:lnTo>
                    <a:pt x="2193163" y="1185494"/>
                  </a:lnTo>
                  <a:lnTo>
                    <a:pt x="2193163" y="1862772"/>
                  </a:lnTo>
                  <a:lnTo>
                    <a:pt x="2212975" y="1862772"/>
                  </a:lnTo>
                  <a:lnTo>
                    <a:pt x="2212975" y="1185494"/>
                  </a:lnTo>
                  <a:lnTo>
                    <a:pt x="2239010" y="1230122"/>
                  </a:lnTo>
                  <a:lnTo>
                    <a:pt x="2241677" y="1234821"/>
                  </a:lnTo>
                  <a:lnTo>
                    <a:pt x="2247773" y="1236472"/>
                  </a:lnTo>
                  <a:lnTo>
                    <a:pt x="2257171" y="1230884"/>
                  </a:lnTo>
                  <a:lnTo>
                    <a:pt x="2258822" y="1224788"/>
                  </a:lnTo>
                  <a:close/>
                </a:path>
                <a:path w="3313429" h="1863089">
                  <a:moveTo>
                    <a:pt x="3313430" y="1224788"/>
                  </a:moveTo>
                  <a:lnTo>
                    <a:pt x="3310636" y="1220089"/>
                  </a:lnTo>
                  <a:lnTo>
                    <a:pt x="3269081" y="1148842"/>
                  </a:lnTo>
                  <a:lnTo>
                    <a:pt x="3257677" y="1129284"/>
                  </a:lnTo>
                  <a:lnTo>
                    <a:pt x="3204718" y="1220089"/>
                  </a:lnTo>
                  <a:lnTo>
                    <a:pt x="3201924" y="1224788"/>
                  </a:lnTo>
                  <a:lnTo>
                    <a:pt x="3203448" y="1230884"/>
                  </a:lnTo>
                  <a:lnTo>
                    <a:pt x="3208274" y="1233678"/>
                  </a:lnTo>
                  <a:lnTo>
                    <a:pt x="3212973" y="1236472"/>
                  </a:lnTo>
                  <a:lnTo>
                    <a:pt x="3219069" y="1234821"/>
                  </a:lnTo>
                  <a:lnTo>
                    <a:pt x="3221736" y="1230122"/>
                  </a:lnTo>
                  <a:lnTo>
                    <a:pt x="3247771" y="1185494"/>
                  </a:lnTo>
                  <a:lnTo>
                    <a:pt x="3247771" y="1862772"/>
                  </a:lnTo>
                  <a:lnTo>
                    <a:pt x="3267583" y="1862772"/>
                  </a:lnTo>
                  <a:lnTo>
                    <a:pt x="3267583" y="1185494"/>
                  </a:lnTo>
                  <a:lnTo>
                    <a:pt x="3293618" y="1230122"/>
                  </a:lnTo>
                  <a:lnTo>
                    <a:pt x="3296285" y="1234821"/>
                  </a:lnTo>
                  <a:lnTo>
                    <a:pt x="3302381" y="1236472"/>
                  </a:lnTo>
                  <a:lnTo>
                    <a:pt x="3311779" y="1230884"/>
                  </a:lnTo>
                  <a:lnTo>
                    <a:pt x="3313430" y="122478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5198364" y="3476243"/>
              <a:ext cx="158495" cy="16611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5405628" y="3476243"/>
              <a:ext cx="158495" cy="16611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5612892" y="3476243"/>
              <a:ext cx="158495" cy="16611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5820156" y="3476243"/>
              <a:ext cx="156971" cy="1661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5110734" y="3382517"/>
              <a:ext cx="2621280" cy="365760"/>
            </a:xfrm>
            <a:custGeom>
              <a:avLst/>
              <a:gdLst/>
              <a:ahLst/>
              <a:cxnLst/>
              <a:rect l="l" t="t" r="r" b="b"/>
              <a:pathLst>
                <a:path w="2621279" h="365760">
                  <a:moveTo>
                    <a:pt x="0" y="60960"/>
                  </a:move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2560319" y="0"/>
                  </a:lnTo>
                  <a:lnTo>
                    <a:pt x="2584043" y="4792"/>
                  </a:lnTo>
                  <a:lnTo>
                    <a:pt x="2603420" y="17859"/>
                  </a:lnTo>
                  <a:lnTo>
                    <a:pt x="2616487" y="37236"/>
                  </a:lnTo>
                  <a:lnTo>
                    <a:pt x="2621280" y="60960"/>
                  </a:lnTo>
                  <a:lnTo>
                    <a:pt x="2621280" y="304800"/>
                  </a:lnTo>
                  <a:lnTo>
                    <a:pt x="2616487" y="328523"/>
                  </a:lnTo>
                  <a:lnTo>
                    <a:pt x="2603420" y="347900"/>
                  </a:lnTo>
                  <a:lnTo>
                    <a:pt x="2584043" y="360967"/>
                  </a:lnTo>
                  <a:lnTo>
                    <a:pt x="2560319" y="365760"/>
                  </a:lnTo>
                  <a:lnTo>
                    <a:pt x="60960" y="365760"/>
                  </a:lnTo>
                  <a:lnTo>
                    <a:pt x="37236" y="360967"/>
                  </a:lnTo>
                  <a:lnTo>
                    <a:pt x="17859" y="347900"/>
                  </a:lnTo>
                  <a:lnTo>
                    <a:pt x="4792" y="328523"/>
                  </a:lnTo>
                  <a:lnTo>
                    <a:pt x="0" y="304800"/>
                  </a:lnTo>
                  <a:lnTo>
                    <a:pt x="0" y="6096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6027420" y="3476243"/>
              <a:ext cx="156971" cy="1661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6234684" y="3476243"/>
              <a:ext cx="156971" cy="1661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6441948" y="3476243"/>
              <a:ext cx="156972" cy="1661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6649212" y="3476243"/>
              <a:ext cx="156971" cy="1661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6854952" y="3476243"/>
              <a:ext cx="158496" cy="16611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7062216" y="3476243"/>
              <a:ext cx="158495" cy="16611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7269480" y="3476243"/>
              <a:ext cx="158496" cy="16611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7476744" y="3476243"/>
              <a:ext cx="158495" cy="16611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6451092" y="4009643"/>
              <a:ext cx="344423" cy="26974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6365621" y="2597657"/>
              <a:ext cx="111760" cy="784860"/>
            </a:xfrm>
            <a:custGeom>
              <a:avLst/>
              <a:gdLst/>
              <a:ahLst/>
              <a:cxnLst/>
              <a:rect l="l" t="t" r="r" b="b"/>
              <a:pathLst>
                <a:path w="111760" h="784860">
                  <a:moveTo>
                    <a:pt x="55752" y="39224"/>
                  </a:moveTo>
                  <a:lnTo>
                    <a:pt x="45846" y="56206"/>
                  </a:lnTo>
                  <a:lnTo>
                    <a:pt x="45846" y="784351"/>
                  </a:lnTo>
                  <a:lnTo>
                    <a:pt x="65658" y="784351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784860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784860">
                  <a:moveTo>
                    <a:pt x="67159" y="19557"/>
                  </a:moveTo>
                  <a:lnTo>
                    <a:pt x="65658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784860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784860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784860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6473952" y="2869691"/>
              <a:ext cx="236220" cy="24231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74" name="object 74"/>
          <p:cNvSpPr/>
          <p:nvPr/>
        </p:nvSpPr>
        <p:spPr>
          <a:xfrm>
            <a:off x="362760" y="4686372"/>
            <a:ext cx="2476396" cy="29835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52755" y="5564835"/>
            <a:ext cx="2254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words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/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one-hot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vectors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4579620" y="5914644"/>
            <a:ext cx="440436" cy="32004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7795259" y="5914644"/>
            <a:ext cx="425196" cy="32004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6710171" y="5914644"/>
            <a:ext cx="440435" cy="32004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5608320" y="5914644"/>
            <a:ext cx="467868" cy="32004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371891" y="5933358"/>
            <a:ext cx="2072578" cy="28261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86892" y="3243453"/>
            <a:ext cx="1177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A3001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hidden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A3001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A3001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layer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307847" y="3517391"/>
            <a:ext cx="2103120" cy="365760"/>
          </a:xfrm>
          <a:prstGeom prst="rect">
            <a:avLst/>
          </a:prstGeom>
          <a:blipFill>
            <a:blip r:embed="rId17" cstate="print"/>
            <a:stretch>
              <a:fillRect b="-3333"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630417" y="2449830"/>
            <a:ext cx="1111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135748" y="2453767"/>
            <a:ext cx="2794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z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oo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37515" y="1722882"/>
            <a:ext cx="1787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output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distribution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335304" y="2100149"/>
            <a:ext cx="3303965" cy="30890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D289F7A-FECC-4232-B90C-DCF05E511A20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85"/>
          <p:cNvSpPr txBox="1"/>
          <p:nvPr/>
        </p:nvSpPr>
        <p:spPr>
          <a:xfrm>
            <a:off x="462786" y="2833242"/>
            <a:ext cx="410273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0" lvl="0" indent="-28702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9085" algn="l"/>
                <a:tab pos="299720" algn="l"/>
              </a:tabLst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Fixed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window is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too</a:t>
            </a:r>
            <a:r>
              <a:rPr kumimoji="0" sz="1800" b="0" i="0" u="none" strike="noStrike" kern="1200" cap="none" spc="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small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299085" marR="0" lvl="0" indent="-2870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9085" algn="l"/>
                <a:tab pos="299720" algn="l"/>
              </a:tabLst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Enlarging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window</a:t>
            </a:r>
            <a:r>
              <a:rPr kumimoji="0" sz="18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enlarges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299085" marR="351155" lvl="0" indent="-2870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9085" algn="l"/>
                <a:tab pos="29972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Window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can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never be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large</a:t>
            </a:r>
            <a:r>
              <a:rPr kumimoji="0" lang="en-US" sz="1800" b="0" i="0" u="none" strike="noStrike" kern="1200" cap="none" spc="-1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enough!</a:t>
            </a:r>
            <a:endParaRPr kumimoji="0" lang="en-US" sz="1800" b="0" i="0" u="none" strike="noStrike" kern="120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299085" marR="351155" lvl="0" indent="-2870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9085" algn="l"/>
                <a:tab pos="299720" algn="l"/>
              </a:tabLst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767397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 </a:t>
            </a:r>
            <a:r>
              <a:rPr spc="-5" dirty="0"/>
              <a:t>fixed-window </a:t>
            </a:r>
            <a:r>
              <a:rPr dirty="0"/>
              <a:t>neural Language</a:t>
            </a:r>
            <a:r>
              <a:rPr spc="-125" dirty="0"/>
              <a:t> </a:t>
            </a:r>
            <a:r>
              <a:rPr spc="-5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5246" y="5629147"/>
            <a:ext cx="328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9503" y="5629147"/>
            <a:ext cx="814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tud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67678" y="5629147"/>
            <a:ext cx="715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opened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82559" y="5629147"/>
            <a:ext cx="459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2638" y="1144270"/>
            <a:ext cx="44830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-1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books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14642" y="1333245"/>
            <a:ext cx="5588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lap</a:t>
            </a:r>
            <a:r>
              <a:rPr kumimoji="0" sz="1400" b="0" i="1" u="none" strike="noStrike" kern="1200" cap="none" spc="-2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1400" b="0" i="1" u="none" strike="noStrike" kern="1200" cap="none" spc="-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</a:t>
            </a:r>
            <a:r>
              <a:rPr kumimoji="0" sz="1400" b="0" i="1" u="none" strike="noStrike" kern="1200" cap="none" spc="-1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29250" y="1383791"/>
            <a:ext cx="2099945" cy="1119505"/>
            <a:chOff x="5429250" y="1383791"/>
            <a:chExt cx="2099945" cy="1119505"/>
          </a:xfrm>
        </p:grpSpPr>
        <p:sp>
          <p:nvSpPr>
            <p:cNvPr id="10" name="object 10"/>
            <p:cNvSpPr/>
            <p:nvPr/>
          </p:nvSpPr>
          <p:spPr>
            <a:xfrm>
              <a:off x="5797677" y="1383791"/>
              <a:ext cx="76200" cy="288925"/>
            </a:xfrm>
            <a:custGeom>
              <a:avLst/>
              <a:gdLst/>
              <a:ahLst/>
              <a:cxnLst/>
              <a:rect l="l" t="t" r="r" b="b"/>
              <a:pathLst>
                <a:path w="76200" h="288925">
                  <a:moveTo>
                    <a:pt x="31728" y="212799"/>
                  </a:moveTo>
                  <a:lnTo>
                    <a:pt x="0" y="212852"/>
                  </a:lnTo>
                  <a:lnTo>
                    <a:pt x="38226" y="288925"/>
                  </a:lnTo>
                  <a:lnTo>
                    <a:pt x="69871" y="225425"/>
                  </a:lnTo>
                  <a:lnTo>
                    <a:pt x="31750" y="225425"/>
                  </a:lnTo>
                  <a:lnTo>
                    <a:pt x="31728" y="212799"/>
                  </a:lnTo>
                  <a:close/>
                </a:path>
                <a:path w="76200" h="288925">
                  <a:moveTo>
                    <a:pt x="44428" y="212777"/>
                  </a:moveTo>
                  <a:lnTo>
                    <a:pt x="31728" y="212799"/>
                  </a:lnTo>
                  <a:lnTo>
                    <a:pt x="31750" y="225425"/>
                  </a:lnTo>
                  <a:lnTo>
                    <a:pt x="44450" y="225425"/>
                  </a:lnTo>
                  <a:lnTo>
                    <a:pt x="44428" y="212777"/>
                  </a:lnTo>
                  <a:close/>
                </a:path>
                <a:path w="76200" h="288925">
                  <a:moveTo>
                    <a:pt x="76200" y="212725"/>
                  </a:moveTo>
                  <a:lnTo>
                    <a:pt x="44428" y="212777"/>
                  </a:lnTo>
                  <a:lnTo>
                    <a:pt x="44450" y="225425"/>
                  </a:lnTo>
                  <a:lnTo>
                    <a:pt x="69871" y="225425"/>
                  </a:lnTo>
                  <a:lnTo>
                    <a:pt x="76200" y="212725"/>
                  </a:lnTo>
                  <a:close/>
                </a:path>
                <a:path w="76200" h="288925">
                  <a:moveTo>
                    <a:pt x="44069" y="0"/>
                  </a:moveTo>
                  <a:lnTo>
                    <a:pt x="31369" y="0"/>
                  </a:lnTo>
                  <a:lnTo>
                    <a:pt x="31728" y="212799"/>
                  </a:lnTo>
                  <a:lnTo>
                    <a:pt x="44428" y="212777"/>
                  </a:lnTo>
                  <a:lnTo>
                    <a:pt x="44069" y="0"/>
                  </a:lnTo>
                  <a:close/>
                </a:path>
              </a:pathLst>
            </a:custGeom>
            <a:solidFill>
              <a:srgbClr val="17714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429250" y="2375153"/>
              <a:ext cx="2099945" cy="0"/>
            </a:xfrm>
            <a:custGeom>
              <a:avLst/>
              <a:gdLst/>
              <a:ahLst/>
              <a:cxnLst/>
              <a:rect l="l" t="t" r="r" b="b"/>
              <a:pathLst>
                <a:path w="2099945">
                  <a:moveTo>
                    <a:pt x="0" y="0"/>
                  </a:moveTo>
                  <a:lnTo>
                    <a:pt x="336041" y="0"/>
                  </a:lnTo>
                </a:path>
                <a:path w="2099945">
                  <a:moveTo>
                    <a:pt x="1905761" y="0"/>
                  </a:moveTo>
                  <a:lnTo>
                    <a:pt x="2099945" y="0"/>
                  </a:lnTo>
                </a:path>
              </a:pathLst>
            </a:custGeom>
            <a:ln w="7619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429250" y="2385059"/>
              <a:ext cx="2099945" cy="0"/>
            </a:xfrm>
            <a:custGeom>
              <a:avLst/>
              <a:gdLst/>
              <a:ahLst/>
              <a:cxnLst/>
              <a:rect l="l" t="t" r="r" b="b"/>
              <a:pathLst>
                <a:path w="2099945">
                  <a:moveTo>
                    <a:pt x="0" y="0"/>
                  </a:moveTo>
                  <a:lnTo>
                    <a:pt x="2099945" y="0"/>
                  </a:lnTo>
                </a:path>
              </a:pathLst>
            </a:custGeom>
            <a:ln w="7619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5622036" y="2292095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10" h="86994">
                  <a:moveTo>
                    <a:pt x="143255" y="0"/>
                  </a:moveTo>
                  <a:lnTo>
                    <a:pt x="0" y="0"/>
                  </a:lnTo>
                  <a:lnTo>
                    <a:pt x="0" y="86867"/>
                  </a:lnTo>
                  <a:lnTo>
                    <a:pt x="143255" y="8686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622036" y="2292095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10" h="86994">
                  <a:moveTo>
                    <a:pt x="0" y="86867"/>
                  </a:moveTo>
                  <a:lnTo>
                    <a:pt x="143255" y="8686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8686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765291" y="1673351"/>
              <a:ext cx="143510" cy="706120"/>
            </a:xfrm>
            <a:custGeom>
              <a:avLst/>
              <a:gdLst/>
              <a:ahLst/>
              <a:cxnLst/>
              <a:rect l="l" t="t" r="r" b="b"/>
              <a:pathLst>
                <a:path w="143510" h="706119">
                  <a:moveTo>
                    <a:pt x="143255" y="0"/>
                  </a:moveTo>
                  <a:lnTo>
                    <a:pt x="0" y="0"/>
                  </a:lnTo>
                  <a:lnTo>
                    <a:pt x="0" y="705612"/>
                  </a:lnTo>
                  <a:lnTo>
                    <a:pt x="143255" y="705612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765291" y="1673351"/>
              <a:ext cx="143510" cy="706120"/>
            </a:xfrm>
            <a:custGeom>
              <a:avLst/>
              <a:gdLst/>
              <a:ahLst/>
              <a:cxnLst/>
              <a:rect l="l" t="t" r="r" b="b"/>
              <a:pathLst>
                <a:path w="143510" h="706119">
                  <a:moveTo>
                    <a:pt x="0" y="705612"/>
                  </a:moveTo>
                  <a:lnTo>
                    <a:pt x="143255" y="705612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705612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907023" y="2196083"/>
              <a:ext cx="143510" cy="182880"/>
            </a:xfrm>
            <a:custGeom>
              <a:avLst/>
              <a:gdLst/>
              <a:ahLst/>
              <a:cxnLst/>
              <a:rect l="l" t="t" r="r" b="b"/>
              <a:pathLst>
                <a:path w="143510" h="182880">
                  <a:moveTo>
                    <a:pt x="143255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143255" y="182879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907023" y="2196083"/>
              <a:ext cx="143510" cy="182880"/>
            </a:xfrm>
            <a:custGeom>
              <a:avLst/>
              <a:gdLst/>
              <a:ahLst/>
              <a:cxnLst/>
              <a:rect l="l" t="t" r="r" b="b"/>
              <a:pathLst>
                <a:path w="143510" h="182880">
                  <a:moveTo>
                    <a:pt x="0" y="182879"/>
                  </a:moveTo>
                  <a:lnTo>
                    <a:pt x="143255" y="182879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6050280" y="2087879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10" h="291464">
                  <a:moveTo>
                    <a:pt x="143255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143255" y="29108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6050280" y="2087879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10" h="291464">
                  <a:moveTo>
                    <a:pt x="0" y="291084"/>
                  </a:moveTo>
                  <a:lnTo>
                    <a:pt x="143255" y="29108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6193536" y="2292095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10" h="86994">
                  <a:moveTo>
                    <a:pt x="143255" y="0"/>
                  </a:moveTo>
                  <a:lnTo>
                    <a:pt x="0" y="0"/>
                  </a:lnTo>
                  <a:lnTo>
                    <a:pt x="0" y="86867"/>
                  </a:lnTo>
                  <a:lnTo>
                    <a:pt x="143255" y="8686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6193536" y="2292095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10" h="86994">
                  <a:moveTo>
                    <a:pt x="0" y="86867"/>
                  </a:moveTo>
                  <a:lnTo>
                    <a:pt x="143255" y="8686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8686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6335267" y="2065019"/>
              <a:ext cx="143510" cy="314325"/>
            </a:xfrm>
            <a:custGeom>
              <a:avLst/>
              <a:gdLst/>
              <a:ahLst/>
              <a:cxnLst/>
              <a:rect l="l" t="t" r="r" b="b"/>
              <a:pathLst>
                <a:path w="143510" h="314325">
                  <a:moveTo>
                    <a:pt x="143255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143255" y="313943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6335267" y="2065019"/>
              <a:ext cx="143510" cy="314325"/>
            </a:xfrm>
            <a:custGeom>
              <a:avLst/>
              <a:gdLst/>
              <a:ahLst/>
              <a:cxnLst/>
              <a:rect l="l" t="t" r="r" b="b"/>
              <a:pathLst>
                <a:path w="143510" h="314325">
                  <a:moveTo>
                    <a:pt x="0" y="313943"/>
                  </a:moveTo>
                  <a:lnTo>
                    <a:pt x="143255" y="313943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313943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6478524" y="2087879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143255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143255" y="29108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6478524" y="2087879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0" y="291084"/>
                  </a:moveTo>
                  <a:lnTo>
                    <a:pt x="143255" y="29108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6655308" y="1620011"/>
              <a:ext cx="76200" cy="22923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6621780" y="1848611"/>
              <a:ext cx="143510" cy="530860"/>
            </a:xfrm>
            <a:custGeom>
              <a:avLst/>
              <a:gdLst/>
              <a:ahLst/>
              <a:cxnLst/>
              <a:rect l="l" t="t" r="r" b="b"/>
              <a:pathLst>
                <a:path w="143509" h="530860">
                  <a:moveTo>
                    <a:pt x="143255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143255" y="530351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621780" y="1848611"/>
              <a:ext cx="143510" cy="530860"/>
            </a:xfrm>
            <a:custGeom>
              <a:avLst/>
              <a:gdLst/>
              <a:ahLst/>
              <a:cxnLst/>
              <a:rect l="l" t="t" r="r" b="b"/>
              <a:pathLst>
                <a:path w="143509" h="530860">
                  <a:moveTo>
                    <a:pt x="0" y="530351"/>
                  </a:moveTo>
                  <a:lnTo>
                    <a:pt x="143255" y="530351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530351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763511" y="2246375"/>
              <a:ext cx="143510" cy="132715"/>
            </a:xfrm>
            <a:custGeom>
              <a:avLst/>
              <a:gdLst/>
              <a:ahLst/>
              <a:cxnLst/>
              <a:rect l="l" t="t" r="r" b="b"/>
              <a:pathLst>
                <a:path w="143509" h="132714">
                  <a:moveTo>
                    <a:pt x="143255" y="0"/>
                  </a:moveTo>
                  <a:lnTo>
                    <a:pt x="0" y="0"/>
                  </a:lnTo>
                  <a:lnTo>
                    <a:pt x="0" y="132587"/>
                  </a:lnTo>
                  <a:lnTo>
                    <a:pt x="143255" y="13258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763511" y="2246375"/>
              <a:ext cx="143510" cy="132715"/>
            </a:xfrm>
            <a:custGeom>
              <a:avLst/>
              <a:gdLst/>
              <a:ahLst/>
              <a:cxnLst/>
              <a:rect l="l" t="t" r="r" b="b"/>
              <a:pathLst>
                <a:path w="143509" h="132714">
                  <a:moveTo>
                    <a:pt x="0" y="132587"/>
                  </a:moveTo>
                  <a:lnTo>
                    <a:pt x="143255" y="13258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13258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6906767" y="2141219"/>
              <a:ext cx="143510" cy="238125"/>
            </a:xfrm>
            <a:custGeom>
              <a:avLst/>
              <a:gdLst/>
              <a:ahLst/>
              <a:cxnLst/>
              <a:rect l="l" t="t" r="r" b="b"/>
              <a:pathLst>
                <a:path w="143509" h="238125">
                  <a:moveTo>
                    <a:pt x="143255" y="0"/>
                  </a:moveTo>
                  <a:lnTo>
                    <a:pt x="0" y="0"/>
                  </a:lnTo>
                  <a:lnTo>
                    <a:pt x="0" y="237743"/>
                  </a:lnTo>
                  <a:lnTo>
                    <a:pt x="143255" y="237743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6906767" y="2141219"/>
              <a:ext cx="143510" cy="238125"/>
            </a:xfrm>
            <a:custGeom>
              <a:avLst/>
              <a:gdLst/>
              <a:ahLst/>
              <a:cxnLst/>
              <a:rect l="l" t="t" r="r" b="b"/>
              <a:pathLst>
                <a:path w="143509" h="238125">
                  <a:moveTo>
                    <a:pt x="0" y="237743"/>
                  </a:moveTo>
                  <a:lnTo>
                    <a:pt x="143255" y="237743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237743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7050024" y="2057400"/>
              <a:ext cx="142240" cy="321945"/>
            </a:xfrm>
            <a:custGeom>
              <a:avLst/>
              <a:gdLst/>
              <a:ahLst/>
              <a:cxnLst/>
              <a:rect l="l" t="t" r="r" b="b"/>
              <a:pathLst>
                <a:path w="142240" h="321944">
                  <a:moveTo>
                    <a:pt x="141731" y="0"/>
                  </a:moveTo>
                  <a:lnTo>
                    <a:pt x="0" y="0"/>
                  </a:lnTo>
                  <a:lnTo>
                    <a:pt x="0" y="321563"/>
                  </a:lnTo>
                  <a:lnTo>
                    <a:pt x="141731" y="321563"/>
                  </a:lnTo>
                  <a:lnTo>
                    <a:pt x="14173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050024" y="2057400"/>
              <a:ext cx="142240" cy="321945"/>
            </a:xfrm>
            <a:custGeom>
              <a:avLst/>
              <a:gdLst/>
              <a:ahLst/>
              <a:cxnLst/>
              <a:rect l="l" t="t" r="r" b="b"/>
              <a:pathLst>
                <a:path w="142240" h="321944">
                  <a:moveTo>
                    <a:pt x="0" y="321563"/>
                  </a:moveTo>
                  <a:lnTo>
                    <a:pt x="141731" y="321563"/>
                  </a:lnTo>
                  <a:lnTo>
                    <a:pt x="141731" y="0"/>
                  </a:lnTo>
                  <a:lnTo>
                    <a:pt x="0" y="0"/>
                  </a:lnTo>
                  <a:lnTo>
                    <a:pt x="0" y="321563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7191755" y="2322575"/>
              <a:ext cx="143510" cy="56515"/>
            </a:xfrm>
            <a:custGeom>
              <a:avLst/>
              <a:gdLst/>
              <a:ahLst/>
              <a:cxnLst/>
              <a:rect l="l" t="t" r="r" b="b"/>
              <a:pathLst>
                <a:path w="143509" h="56514">
                  <a:moveTo>
                    <a:pt x="143255" y="0"/>
                  </a:moveTo>
                  <a:lnTo>
                    <a:pt x="0" y="0"/>
                  </a:lnTo>
                  <a:lnTo>
                    <a:pt x="0" y="56387"/>
                  </a:lnTo>
                  <a:lnTo>
                    <a:pt x="143255" y="5638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191755" y="2322575"/>
              <a:ext cx="143510" cy="56515"/>
            </a:xfrm>
            <a:custGeom>
              <a:avLst/>
              <a:gdLst/>
              <a:ahLst/>
              <a:cxnLst/>
              <a:rect l="l" t="t" r="r" b="b"/>
              <a:pathLst>
                <a:path w="143509" h="56514">
                  <a:moveTo>
                    <a:pt x="0" y="56387"/>
                  </a:moveTo>
                  <a:lnTo>
                    <a:pt x="143255" y="5638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5638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5622797" y="2426969"/>
              <a:ext cx="1713230" cy="76200"/>
            </a:xfrm>
            <a:custGeom>
              <a:avLst/>
              <a:gdLst/>
              <a:ahLst/>
              <a:cxnLst/>
              <a:rect l="l" t="t" r="r" b="b"/>
              <a:pathLst>
                <a:path w="171322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5"/>
                  </a:lnTo>
                  <a:lnTo>
                    <a:pt x="63500" y="48005"/>
                  </a:lnTo>
                  <a:lnTo>
                    <a:pt x="63500" y="28193"/>
                  </a:lnTo>
                  <a:lnTo>
                    <a:pt x="76200" y="28193"/>
                  </a:lnTo>
                  <a:lnTo>
                    <a:pt x="76200" y="0"/>
                  </a:lnTo>
                  <a:close/>
                </a:path>
                <a:path w="1713229" h="76200">
                  <a:moveTo>
                    <a:pt x="1636649" y="0"/>
                  </a:moveTo>
                  <a:lnTo>
                    <a:pt x="1636649" y="76200"/>
                  </a:lnTo>
                  <a:lnTo>
                    <a:pt x="1693037" y="48005"/>
                  </a:lnTo>
                  <a:lnTo>
                    <a:pt x="1649349" y="48005"/>
                  </a:lnTo>
                  <a:lnTo>
                    <a:pt x="1649349" y="28193"/>
                  </a:lnTo>
                  <a:lnTo>
                    <a:pt x="1693036" y="28193"/>
                  </a:lnTo>
                  <a:lnTo>
                    <a:pt x="1636649" y="0"/>
                  </a:lnTo>
                  <a:close/>
                </a:path>
                <a:path w="1713229" h="76200">
                  <a:moveTo>
                    <a:pt x="76200" y="28193"/>
                  </a:moveTo>
                  <a:lnTo>
                    <a:pt x="63500" y="28193"/>
                  </a:lnTo>
                  <a:lnTo>
                    <a:pt x="63500" y="48005"/>
                  </a:lnTo>
                  <a:lnTo>
                    <a:pt x="76200" y="48005"/>
                  </a:lnTo>
                  <a:lnTo>
                    <a:pt x="76200" y="28193"/>
                  </a:lnTo>
                  <a:close/>
                </a:path>
                <a:path w="1713229" h="76200">
                  <a:moveTo>
                    <a:pt x="1636649" y="28193"/>
                  </a:moveTo>
                  <a:lnTo>
                    <a:pt x="76200" y="28193"/>
                  </a:lnTo>
                  <a:lnTo>
                    <a:pt x="76200" y="48005"/>
                  </a:lnTo>
                  <a:lnTo>
                    <a:pt x="1636649" y="48005"/>
                  </a:lnTo>
                  <a:lnTo>
                    <a:pt x="1636649" y="28193"/>
                  </a:lnTo>
                  <a:close/>
                </a:path>
                <a:path w="1713229" h="76200">
                  <a:moveTo>
                    <a:pt x="1693036" y="28193"/>
                  </a:moveTo>
                  <a:lnTo>
                    <a:pt x="1649349" y="28193"/>
                  </a:lnTo>
                  <a:lnTo>
                    <a:pt x="1649349" y="48005"/>
                  </a:lnTo>
                  <a:lnTo>
                    <a:pt x="1693037" y="48005"/>
                  </a:lnTo>
                  <a:lnTo>
                    <a:pt x="1712849" y="38100"/>
                  </a:lnTo>
                  <a:lnTo>
                    <a:pt x="1693036" y="28193"/>
                  </a:lnTo>
                  <a:close/>
                </a:path>
              </a:pathLst>
            </a:custGeom>
            <a:solidFill>
              <a:srgbClr val="17714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4311396" y="2597657"/>
            <a:ext cx="4215765" cy="3013710"/>
            <a:chOff x="4311396" y="2597657"/>
            <a:chExt cx="4215765" cy="3013710"/>
          </a:xfrm>
        </p:grpSpPr>
        <p:sp>
          <p:nvSpPr>
            <p:cNvPr id="40" name="object 40"/>
            <p:cNvSpPr/>
            <p:nvPr/>
          </p:nvSpPr>
          <p:spPr>
            <a:xfrm>
              <a:off x="6366002" y="3748277"/>
              <a:ext cx="111760" cy="764540"/>
            </a:xfrm>
            <a:custGeom>
              <a:avLst/>
              <a:gdLst/>
              <a:ahLst/>
              <a:cxnLst/>
              <a:rect l="l" t="t" r="r" b="b"/>
              <a:pathLst>
                <a:path w="111760" h="764539">
                  <a:moveTo>
                    <a:pt x="55892" y="39312"/>
                  </a:moveTo>
                  <a:lnTo>
                    <a:pt x="45994" y="56155"/>
                  </a:lnTo>
                  <a:lnTo>
                    <a:pt x="43942" y="764032"/>
                  </a:lnTo>
                  <a:lnTo>
                    <a:pt x="63753" y="764159"/>
                  </a:lnTo>
                  <a:lnTo>
                    <a:pt x="65806" y="56385"/>
                  </a:lnTo>
                  <a:lnTo>
                    <a:pt x="55892" y="39312"/>
                  </a:lnTo>
                  <a:close/>
                </a:path>
                <a:path w="111760" h="764539">
                  <a:moveTo>
                    <a:pt x="67342" y="19558"/>
                  </a:moveTo>
                  <a:lnTo>
                    <a:pt x="46100" y="19558"/>
                  </a:lnTo>
                  <a:lnTo>
                    <a:pt x="65912" y="19685"/>
                  </a:lnTo>
                  <a:lnTo>
                    <a:pt x="65806" y="56385"/>
                  </a:lnTo>
                  <a:lnTo>
                    <a:pt x="91694" y="100965"/>
                  </a:lnTo>
                  <a:lnTo>
                    <a:pt x="94361" y="105664"/>
                  </a:lnTo>
                  <a:lnTo>
                    <a:pt x="100457" y="107315"/>
                  </a:lnTo>
                  <a:lnTo>
                    <a:pt x="109855" y="101727"/>
                  </a:lnTo>
                  <a:lnTo>
                    <a:pt x="111506" y="95758"/>
                  </a:lnTo>
                  <a:lnTo>
                    <a:pt x="67342" y="19558"/>
                  </a:lnTo>
                  <a:close/>
                </a:path>
                <a:path w="111760" h="764539">
                  <a:moveTo>
                    <a:pt x="56007" y="0"/>
                  </a:moveTo>
                  <a:lnTo>
                    <a:pt x="2794" y="90678"/>
                  </a:lnTo>
                  <a:lnTo>
                    <a:pt x="0" y="95377"/>
                  </a:lnTo>
                  <a:lnTo>
                    <a:pt x="1524" y="101473"/>
                  </a:lnTo>
                  <a:lnTo>
                    <a:pt x="6223" y="104267"/>
                  </a:lnTo>
                  <a:lnTo>
                    <a:pt x="11049" y="107061"/>
                  </a:lnTo>
                  <a:lnTo>
                    <a:pt x="17018" y="105410"/>
                  </a:lnTo>
                  <a:lnTo>
                    <a:pt x="19812" y="100711"/>
                  </a:lnTo>
                  <a:lnTo>
                    <a:pt x="45994" y="56155"/>
                  </a:lnTo>
                  <a:lnTo>
                    <a:pt x="46100" y="19558"/>
                  </a:lnTo>
                  <a:lnTo>
                    <a:pt x="67342" y="19558"/>
                  </a:lnTo>
                  <a:lnTo>
                    <a:pt x="56007" y="0"/>
                  </a:lnTo>
                  <a:close/>
                </a:path>
                <a:path w="111760" h="764539">
                  <a:moveTo>
                    <a:pt x="65898" y="24638"/>
                  </a:moveTo>
                  <a:lnTo>
                    <a:pt x="64515" y="24638"/>
                  </a:lnTo>
                  <a:lnTo>
                    <a:pt x="55892" y="39312"/>
                  </a:lnTo>
                  <a:lnTo>
                    <a:pt x="65806" y="56385"/>
                  </a:lnTo>
                  <a:lnTo>
                    <a:pt x="65898" y="24638"/>
                  </a:lnTo>
                  <a:close/>
                </a:path>
                <a:path w="111760" h="764539">
                  <a:moveTo>
                    <a:pt x="46100" y="19558"/>
                  </a:moveTo>
                  <a:lnTo>
                    <a:pt x="45994" y="56155"/>
                  </a:lnTo>
                  <a:lnTo>
                    <a:pt x="55892" y="39312"/>
                  </a:lnTo>
                  <a:lnTo>
                    <a:pt x="47371" y="24638"/>
                  </a:lnTo>
                  <a:lnTo>
                    <a:pt x="65898" y="24638"/>
                  </a:lnTo>
                  <a:lnTo>
                    <a:pt x="65912" y="19685"/>
                  </a:lnTo>
                  <a:lnTo>
                    <a:pt x="46100" y="19558"/>
                  </a:lnTo>
                  <a:close/>
                </a:path>
                <a:path w="111760" h="764539">
                  <a:moveTo>
                    <a:pt x="64515" y="24638"/>
                  </a:moveTo>
                  <a:lnTo>
                    <a:pt x="47371" y="24638"/>
                  </a:lnTo>
                  <a:lnTo>
                    <a:pt x="55892" y="39312"/>
                  </a:lnTo>
                  <a:lnTo>
                    <a:pt x="64515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5198364" y="3476243"/>
              <a:ext cx="158495" cy="1661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5405628" y="3476243"/>
              <a:ext cx="158495" cy="1661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5612892" y="3476243"/>
              <a:ext cx="158495" cy="1661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5820156" y="3476243"/>
              <a:ext cx="156971" cy="1661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5110734" y="3382517"/>
              <a:ext cx="2621280" cy="365760"/>
            </a:xfrm>
            <a:custGeom>
              <a:avLst/>
              <a:gdLst/>
              <a:ahLst/>
              <a:cxnLst/>
              <a:rect l="l" t="t" r="r" b="b"/>
              <a:pathLst>
                <a:path w="2621279" h="365760">
                  <a:moveTo>
                    <a:pt x="0" y="60960"/>
                  </a:move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2560319" y="0"/>
                  </a:lnTo>
                  <a:lnTo>
                    <a:pt x="2584043" y="4792"/>
                  </a:lnTo>
                  <a:lnTo>
                    <a:pt x="2603420" y="17859"/>
                  </a:lnTo>
                  <a:lnTo>
                    <a:pt x="2616487" y="37236"/>
                  </a:lnTo>
                  <a:lnTo>
                    <a:pt x="2621280" y="60960"/>
                  </a:lnTo>
                  <a:lnTo>
                    <a:pt x="2621280" y="304800"/>
                  </a:lnTo>
                  <a:lnTo>
                    <a:pt x="2616487" y="328523"/>
                  </a:lnTo>
                  <a:lnTo>
                    <a:pt x="2603420" y="347900"/>
                  </a:lnTo>
                  <a:lnTo>
                    <a:pt x="2584043" y="360967"/>
                  </a:lnTo>
                  <a:lnTo>
                    <a:pt x="2560319" y="365760"/>
                  </a:lnTo>
                  <a:lnTo>
                    <a:pt x="60960" y="365760"/>
                  </a:lnTo>
                  <a:lnTo>
                    <a:pt x="37236" y="360967"/>
                  </a:lnTo>
                  <a:lnTo>
                    <a:pt x="17859" y="347900"/>
                  </a:lnTo>
                  <a:lnTo>
                    <a:pt x="4792" y="328523"/>
                  </a:lnTo>
                  <a:lnTo>
                    <a:pt x="0" y="304800"/>
                  </a:lnTo>
                  <a:lnTo>
                    <a:pt x="0" y="6096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6027420" y="3476243"/>
              <a:ext cx="156971" cy="1661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6234684" y="3476243"/>
              <a:ext cx="156971" cy="1661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6441948" y="3476243"/>
              <a:ext cx="156972" cy="1661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6649212" y="3476243"/>
              <a:ext cx="156971" cy="1661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6854952" y="3476243"/>
              <a:ext cx="158496" cy="16611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7062216" y="3476243"/>
              <a:ext cx="158495" cy="1661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7269480" y="3476243"/>
              <a:ext cx="158496" cy="16611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7476744" y="3476243"/>
              <a:ext cx="158495" cy="1661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6365621" y="2597657"/>
              <a:ext cx="111760" cy="784860"/>
            </a:xfrm>
            <a:custGeom>
              <a:avLst/>
              <a:gdLst/>
              <a:ahLst/>
              <a:cxnLst/>
              <a:rect l="l" t="t" r="r" b="b"/>
              <a:pathLst>
                <a:path w="111760" h="784860">
                  <a:moveTo>
                    <a:pt x="55752" y="39224"/>
                  </a:moveTo>
                  <a:lnTo>
                    <a:pt x="45846" y="56206"/>
                  </a:lnTo>
                  <a:lnTo>
                    <a:pt x="45846" y="784351"/>
                  </a:lnTo>
                  <a:lnTo>
                    <a:pt x="65658" y="784351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784860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784860">
                  <a:moveTo>
                    <a:pt x="67159" y="19557"/>
                  </a:moveTo>
                  <a:lnTo>
                    <a:pt x="65658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784860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784860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784860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4410456" y="4605527"/>
              <a:ext cx="156971" cy="16611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4617720" y="4605527"/>
              <a:ext cx="156971" cy="16611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4824984" y="4605527"/>
              <a:ext cx="156971" cy="16611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5032248" y="4605527"/>
              <a:ext cx="156971" cy="16611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321302" y="4511801"/>
              <a:ext cx="4196080" cy="365760"/>
            </a:xfrm>
            <a:custGeom>
              <a:avLst/>
              <a:gdLst/>
              <a:ahLst/>
              <a:cxnLst/>
              <a:rect l="l" t="t" r="r" b="b"/>
              <a:pathLst>
                <a:path w="4196080" h="365760">
                  <a:moveTo>
                    <a:pt x="0" y="60960"/>
                  </a:move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4134612" y="0"/>
                  </a:lnTo>
                  <a:lnTo>
                    <a:pt x="4158335" y="4792"/>
                  </a:lnTo>
                  <a:lnTo>
                    <a:pt x="4177712" y="17859"/>
                  </a:lnTo>
                  <a:lnTo>
                    <a:pt x="4190779" y="37236"/>
                  </a:lnTo>
                  <a:lnTo>
                    <a:pt x="4195572" y="60960"/>
                  </a:lnTo>
                  <a:lnTo>
                    <a:pt x="4195572" y="304800"/>
                  </a:lnTo>
                  <a:lnTo>
                    <a:pt x="4190779" y="328523"/>
                  </a:lnTo>
                  <a:lnTo>
                    <a:pt x="4177712" y="347900"/>
                  </a:lnTo>
                  <a:lnTo>
                    <a:pt x="4158335" y="360967"/>
                  </a:lnTo>
                  <a:lnTo>
                    <a:pt x="4134612" y="365760"/>
                  </a:lnTo>
                  <a:lnTo>
                    <a:pt x="60960" y="365760"/>
                  </a:lnTo>
                  <a:lnTo>
                    <a:pt x="37236" y="360967"/>
                  </a:lnTo>
                  <a:lnTo>
                    <a:pt x="17859" y="347900"/>
                  </a:lnTo>
                  <a:lnTo>
                    <a:pt x="4792" y="328523"/>
                  </a:lnTo>
                  <a:lnTo>
                    <a:pt x="0" y="304800"/>
                  </a:lnTo>
                  <a:lnTo>
                    <a:pt x="0" y="6096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5455920" y="4605527"/>
              <a:ext cx="158495" cy="16611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5663184" y="4605527"/>
              <a:ext cx="158495" cy="16611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5870448" y="4605527"/>
              <a:ext cx="158495" cy="16611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6077712" y="4605527"/>
              <a:ext cx="158495" cy="16611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6545580" y="4605527"/>
              <a:ext cx="158496" cy="16611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6752844" y="4605527"/>
              <a:ext cx="158495" cy="16611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6960108" y="4605527"/>
              <a:ext cx="158495" cy="16611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7167372" y="4605527"/>
              <a:ext cx="156972" cy="16611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7618476" y="4605527"/>
              <a:ext cx="158496" cy="16611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7825740" y="4605527"/>
              <a:ext cx="158495" cy="16611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8033004" y="4605527"/>
              <a:ext cx="158496" cy="16611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8240267" y="4605527"/>
              <a:ext cx="158495" cy="16611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4744085" y="4877561"/>
              <a:ext cx="3313429" cy="734060"/>
            </a:xfrm>
            <a:custGeom>
              <a:avLst/>
              <a:gdLst/>
              <a:ahLst/>
              <a:cxnLst/>
              <a:rect l="l" t="t" r="r" b="b"/>
              <a:pathLst>
                <a:path w="3313429" h="734060">
                  <a:moveTo>
                    <a:pt x="111506" y="95504"/>
                  </a:moveTo>
                  <a:lnTo>
                    <a:pt x="108712" y="90805"/>
                  </a:lnTo>
                  <a:lnTo>
                    <a:pt x="67157" y="19558"/>
                  </a:lnTo>
                  <a:lnTo>
                    <a:pt x="55753" y="0"/>
                  </a:ln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5" y="105537"/>
                  </a:lnTo>
                  <a:lnTo>
                    <a:pt x="19812" y="100838"/>
                  </a:lnTo>
                  <a:lnTo>
                    <a:pt x="45834" y="56210"/>
                  </a:lnTo>
                  <a:lnTo>
                    <a:pt x="45847" y="19558"/>
                  </a:lnTo>
                  <a:lnTo>
                    <a:pt x="45847" y="56210"/>
                  </a:lnTo>
                  <a:lnTo>
                    <a:pt x="45847" y="733488"/>
                  </a:lnTo>
                  <a:lnTo>
                    <a:pt x="65659" y="733488"/>
                  </a:lnTo>
                  <a:lnTo>
                    <a:pt x="65659" y="56210"/>
                  </a:lnTo>
                  <a:lnTo>
                    <a:pt x="91694" y="100838"/>
                  </a:lnTo>
                  <a:lnTo>
                    <a:pt x="94361" y="105537"/>
                  </a:lnTo>
                  <a:lnTo>
                    <a:pt x="100457" y="107188"/>
                  </a:lnTo>
                  <a:lnTo>
                    <a:pt x="105156" y="104394"/>
                  </a:lnTo>
                  <a:lnTo>
                    <a:pt x="109982" y="101600"/>
                  </a:lnTo>
                  <a:lnTo>
                    <a:pt x="111506" y="95504"/>
                  </a:lnTo>
                  <a:close/>
                </a:path>
                <a:path w="3313429" h="734060">
                  <a:moveTo>
                    <a:pt x="1147826" y="95504"/>
                  </a:moveTo>
                  <a:lnTo>
                    <a:pt x="1145032" y="90805"/>
                  </a:lnTo>
                  <a:lnTo>
                    <a:pt x="1103477" y="19558"/>
                  </a:lnTo>
                  <a:lnTo>
                    <a:pt x="1092073" y="0"/>
                  </a:lnTo>
                  <a:lnTo>
                    <a:pt x="1039114" y="90805"/>
                  </a:lnTo>
                  <a:lnTo>
                    <a:pt x="1036320" y="95504"/>
                  </a:lnTo>
                  <a:lnTo>
                    <a:pt x="1037844" y="101600"/>
                  </a:lnTo>
                  <a:lnTo>
                    <a:pt x="1042670" y="104394"/>
                  </a:lnTo>
                  <a:lnTo>
                    <a:pt x="1047369" y="107188"/>
                  </a:lnTo>
                  <a:lnTo>
                    <a:pt x="1053465" y="105537"/>
                  </a:lnTo>
                  <a:lnTo>
                    <a:pt x="1056132" y="100838"/>
                  </a:lnTo>
                  <a:lnTo>
                    <a:pt x="1082167" y="56210"/>
                  </a:lnTo>
                  <a:lnTo>
                    <a:pt x="1082167" y="733488"/>
                  </a:lnTo>
                  <a:lnTo>
                    <a:pt x="1101979" y="733488"/>
                  </a:lnTo>
                  <a:lnTo>
                    <a:pt x="1101979" y="56210"/>
                  </a:lnTo>
                  <a:lnTo>
                    <a:pt x="1128014" y="100838"/>
                  </a:lnTo>
                  <a:lnTo>
                    <a:pt x="1130681" y="105537"/>
                  </a:lnTo>
                  <a:lnTo>
                    <a:pt x="1136777" y="107188"/>
                  </a:lnTo>
                  <a:lnTo>
                    <a:pt x="1141476" y="104394"/>
                  </a:lnTo>
                  <a:lnTo>
                    <a:pt x="1146302" y="101600"/>
                  </a:lnTo>
                  <a:lnTo>
                    <a:pt x="1147826" y="95504"/>
                  </a:lnTo>
                  <a:close/>
                </a:path>
                <a:path w="3313429" h="734060">
                  <a:moveTo>
                    <a:pt x="2258822" y="95504"/>
                  </a:moveTo>
                  <a:lnTo>
                    <a:pt x="2256028" y="90805"/>
                  </a:lnTo>
                  <a:lnTo>
                    <a:pt x="2214473" y="19558"/>
                  </a:lnTo>
                  <a:lnTo>
                    <a:pt x="2203069" y="0"/>
                  </a:lnTo>
                  <a:lnTo>
                    <a:pt x="2150110" y="90805"/>
                  </a:lnTo>
                  <a:lnTo>
                    <a:pt x="2147316" y="95504"/>
                  </a:lnTo>
                  <a:lnTo>
                    <a:pt x="2148840" y="101600"/>
                  </a:lnTo>
                  <a:lnTo>
                    <a:pt x="2153666" y="104394"/>
                  </a:lnTo>
                  <a:lnTo>
                    <a:pt x="2158365" y="107188"/>
                  </a:lnTo>
                  <a:lnTo>
                    <a:pt x="2164461" y="105537"/>
                  </a:lnTo>
                  <a:lnTo>
                    <a:pt x="2167128" y="100838"/>
                  </a:lnTo>
                  <a:lnTo>
                    <a:pt x="2193163" y="56210"/>
                  </a:lnTo>
                  <a:lnTo>
                    <a:pt x="2193163" y="733488"/>
                  </a:lnTo>
                  <a:lnTo>
                    <a:pt x="2212975" y="733488"/>
                  </a:lnTo>
                  <a:lnTo>
                    <a:pt x="2212975" y="56210"/>
                  </a:lnTo>
                  <a:lnTo>
                    <a:pt x="2239010" y="100838"/>
                  </a:lnTo>
                  <a:lnTo>
                    <a:pt x="2241677" y="105537"/>
                  </a:lnTo>
                  <a:lnTo>
                    <a:pt x="2247773" y="107188"/>
                  </a:lnTo>
                  <a:lnTo>
                    <a:pt x="2257171" y="101600"/>
                  </a:lnTo>
                  <a:lnTo>
                    <a:pt x="2258822" y="95504"/>
                  </a:lnTo>
                  <a:close/>
                </a:path>
                <a:path w="3313429" h="734060">
                  <a:moveTo>
                    <a:pt x="3313430" y="95504"/>
                  </a:moveTo>
                  <a:lnTo>
                    <a:pt x="3310636" y="90805"/>
                  </a:lnTo>
                  <a:lnTo>
                    <a:pt x="3269081" y="19558"/>
                  </a:lnTo>
                  <a:lnTo>
                    <a:pt x="3257677" y="0"/>
                  </a:lnTo>
                  <a:lnTo>
                    <a:pt x="3204718" y="90805"/>
                  </a:lnTo>
                  <a:lnTo>
                    <a:pt x="3201924" y="95504"/>
                  </a:lnTo>
                  <a:lnTo>
                    <a:pt x="3203448" y="101600"/>
                  </a:lnTo>
                  <a:lnTo>
                    <a:pt x="3208274" y="104394"/>
                  </a:lnTo>
                  <a:lnTo>
                    <a:pt x="3212973" y="107188"/>
                  </a:lnTo>
                  <a:lnTo>
                    <a:pt x="3219069" y="105537"/>
                  </a:lnTo>
                  <a:lnTo>
                    <a:pt x="3221736" y="100838"/>
                  </a:lnTo>
                  <a:lnTo>
                    <a:pt x="3247771" y="56210"/>
                  </a:lnTo>
                  <a:lnTo>
                    <a:pt x="3247771" y="733488"/>
                  </a:lnTo>
                  <a:lnTo>
                    <a:pt x="3267583" y="733488"/>
                  </a:lnTo>
                  <a:lnTo>
                    <a:pt x="3267583" y="56210"/>
                  </a:lnTo>
                  <a:lnTo>
                    <a:pt x="3293618" y="100838"/>
                  </a:lnTo>
                  <a:lnTo>
                    <a:pt x="3296285" y="105537"/>
                  </a:lnTo>
                  <a:lnTo>
                    <a:pt x="3302381" y="107188"/>
                  </a:lnTo>
                  <a:lnTo>
                    <a:pt x="3311779" y="101600"/>
                  </a:lnTo>
                  <a:lnTo>
                    <a:pt x="3313430" y="955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6451092" y="4009643"/>
              <a:ext cx="344423" cy="26974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6473952" y="2869691"/>
              <a:ext cx="236220" cy="24231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5630417" y="2449830"/>
            <a:ext cx="1111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135748" y="2453767"/>
            <a:ext cx="2794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z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oo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4579620" y="5914644"/>
            <a:ext cx="440436" cy="32004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795259" y="5914644"/>
            <a:ext cx="425196" cy="32004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6710171" y="5914644"/>
            <a:ext cx="440435" cy="32004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5608320" y="5914644"/>
            <a:ext cx="467868" cy="32004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62787" y="1186941"/>
            <a:ext cx="2989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Improvements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over 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-gram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LM: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62786" y="1461261"/>
            <a:ext cx="419607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0" lvl="0" indent="-28702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9085" algn="l"/>
                <a:tab pos="29972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No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sparsity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problem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299085" marR="0" lvl="0" indent="-2870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9085" algn="l"/>
                <a:tab pos="29972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Don’t need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store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all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observed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-grams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62787" y="2558922"/>
            <a:ext cx="2014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Remaining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problems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3284118" y="3201135"/>
            <a:ext cx="250972" cy="15818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09409" y="4082948"/>
            <a:ext cx="3333115" cy="1045157"/>
          </a:xfrm>
          <a:prstGeom prst="rect">
            <a:avLst/>
          </a:prstGeom>
          <a:ln w="28955">
            <a:solidFill>
              <a:srgbClr val="BA56BD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282575" marR="276860" lvl="0" indent="1905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We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need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 </a:t>
            </a:r>
            <a:r>
              <a:rPr kumimoji="0" sz="22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neural  architecture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that </a:t>
            </a:r>
            <a:r>
              <a:rPr kumimoji="0" sz="22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can 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process </a:t>
            </a:r>
            <a:r>
              <a:rPr kumimoji="0" sz="2200" b="0" i="1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any </a:t>
            </a:r>
            <a:r>
              <a:rPr kumimoji="0" sz="2200" b="0" i="1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length</a:t>
            </a:r>
            <a:r>
              <a:rPr kumimoji="0" sz="2200" b="0" i="1" u="none" strike="noStrike" kern="1200" cap="none" spc="-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1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input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BBED1A5-CF50-4F46-9637-1D07F88C910D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1" grpId="0"/>
      <p:bldP spid="82" grpId="0"/>
      <p:bldP spid="83" grpId="0"/>
      <p:bldP spid="88" grpId="0" animBg="1"/>
      <p:bldP spid="8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25164" y="2016649"/>
            <a:ext cx="336284" cy="2411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05693" y="2924866"/>
            <a:ext cx="319674" cy="1859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23588" y="2906267"/>
            <a:ext cx="328669" cy="2138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78149" y="2906267"/>
            <a:ext cx="331796" cy="2138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66872" y="2016649"/>
            <a:ext cx="4279900" cy="3118485"/>
            <a:chOff x="3166872" y="2016649"/>
            <a:chExt cx="4279900" cy="3118485"/>
          </a:xfrm>
        </p:grpSpPr>
        <p:sp>
          <p:nvSpPr>
            <p:cNvPr id="7" name="object 7"/>
            <p:cNvSpPr/>
            <p:nvPr/>
          </p:nvSpPr>
          <p:spPr>
            <a:xfrm>
              <a:off x="6158781" y="2929515"/>
              <a:ext cx="322641" cy="19062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6505829" y="2312670"/>
              <a:ext cx="111760" cy="829310"/>
            </a:xfrm>
            <a:custGeom>
              <a:avLst/>
              <a:gdLst/>
              <a:ahLst/>
              <a:cxnLst/>
              <a:rect l="l" t="t" r="r" b="b"/>
              <a:pathLst>
                <a:path w="111759" h="829310">
                  <a:moveTo>
                    <a:pt x="55753" y="39224"/>
                  </a:moveTo>
                  <a:lnTo>
                    <a:pt x="45847" y="56206"/>
                  </a:lnTo>
                  <a:lnTo>
                    <a:pt x="45847" y="829309"/>
                  </a:lnTo>
                  <a:lnTo>
                    <a:pt x="65659" y="829309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59" h="829310">
                  <a:moveTo>
                    <a:pt x="55752" y="0"/>
                  </a:moveTo>
                  <a:lnTo>
                    <a:pt x="2794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59" h="829310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59" h="829310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59" h="829310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59" h="829310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281172" y="3204972"/>
              <a:ext cx="166115" cy="1737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281172" y="3436619"/>
              <a:ext cx="166115" cy="17525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281172" y="3669792"/>
              <a:ext cx="166115" cy="17373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281172" y="3901439"/>
              <a:ext cx="166115" cy="17526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176778" y="3111246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1011935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60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5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303905" y="4184142"/>
              <a:ext cx="111760" cy="640080"/>
            </a:xfrm>
            <a:custGeom>
              <a:avLst/>
              <a:gdLst/>
              <a:ahLst/>
              <a:cxnLst/>
              <a:rect l="l" t="t" r="r" b="b"/>
              <a:pathLst>
                <a:path w="111760" h="640079">
                  <a:moveTo>
                    <a:pt x="55752" y="39224"/>
                  </a:moveTo>
                  <a:lnTo>
                    <a:pt x="45847" y="56206"/>
                  </a:lnTo>
                  <a:lnTo>
                    <a:pt x="45847" y="640079"/>
                  </a:lnTo>
                  <a:lnTo>
                    <a:pt x="65659" y="640079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60" h="640079">
                  <a:moveTo>
                    <a:pt x="55753" y="0"/>
                  </a:moveTo>
                  <a:lnTo>
                    <a:pt x="2794" y="90804"/>
                  </a:lnTo>
                  <a:lnTo>
                    <a:pt x="0" y="95503"/>
                  </a:lnTo>
                  <a:lnTo>
                    <a:pt x="1524" y="101599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6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3" y="0"/>
                  </a:lnTo>
                  <a:close/>
                </a:path>
                <a:path w="111760" h="640079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6"/>
                  </a:lnTo>
                  <a:lnTo>
                    <a:pt x="100457" y="107187"/>
                  </a:lnTo>
                  <a:lnTo>
                    <a:pt x="105156" y="104393"/>
                  </a:lnTo>
                  <a:lnTo>
                    <a:pt x="109982" y="101599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640079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640079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640079">
                  <a:moveTo>
                    <a:pt x="64262" y="24637"/>
                  </a:moveTo>
                  <a:lnTo>
                    <a:pt x="47244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179349" y="4898533"/>
              <a:ext cx="372903" cy="21799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218596" y="4907810"/>
              <a:ext cx="385303" cy="22727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545586" y="2312670"/>
              <a:ext cx="3208781" cy="255269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303905" y="2282190"/>
              <a:ext cx="111760" cy="829310"/>
            </a:xfrm>
            <a:custGeom>
              <a:avLst/>
              <a:gdLst/>
              <a:ahLst/>
              <a:cxnLst/>
              <a:rect l="l" t="t" r="r" b="b"/>
              <a:pathLst>
                <a:path w="111760" h="829310">
                  <a:moveTo>
                    <a:pt x="55752" y="39224"/>
                  </a:moveTo>
                  <a:lnTo>
                    <a:pt x="45847" y="56206"/>
                  </a:lnTo>
                  <a:lnTo>
                    <a:pt x="45847" y="829310"/>
                  </a:lnTo>
                  <a:lnTo>
                    <a:pt x="65659" y="829310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60" h="829310">
                  <a:moveTo>
                    <a:pt x="55753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3" y="0"/>
                  </a:lnTo>
                  <a:close/>
                </a:path>
                <a:path w="111760" h="829310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4"/>
                  </a:lnTo>
                  <a:lnTo>
                    <a:pt x="109982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829310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60" h="829310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829310">
                  <a:moveTo>
                    <a:pt x="64262" y="24637"/>
                  </a:moveTo>
                  <a:lnTo>
                    <a:pt x="47244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756659" y="3418332"/>
              <a:ext cx="272796" cy="2133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4823460" y="3418332"/>
              <a:ext cx="272796" cy="2133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5891783" y="3418332"/>
              <a:ext cx="272796" cy="2133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6747510" y="3623944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2"/>
                  </a:moveTo>
                  <a:lnTo>
                    <a:pt x="598424" y="91693"/>
                  </a:lnTo>
                  <a:lnTo>
                    <a:pt x="593725" y="94360"/>
                  </a:lnTo>
                  <a:lnTo>
                    <a:pt x="592074" y="100456"/>
                  </a:lnTo>
                  <a:lnTo>
                    <a:pt x="594868" y="105155"/>
                  </a:lnTo>
                  <a:lnTo>
                    <a:pt x="597662" y="109981"/>
                  </a:lnTo>
                  <a:lnTo>
                    <a:pt x="603758" y="111505"/>
                  </a:lnTo>
                  <a:lnTo>
                    <a:pt x="608457" y="108711"/>
                  </a:lnTo>
                  <a:lnTo>
                    <a:pt x="682276" y="65658"/>
                  </a:lnTo>
                  <a:lnTo>
                    <a:pt x="679704" y="65658"/>
                  </a:lnTo>
                  <a:lnTo>
                    <a:pt x="679704" y="64261"/>
                  </a:lnTo>
                  <a:lnTo>
                    <a:pt x="674624" y="64261"/>
                  </a:lnTo>
                  <a:lnTo>
                    <a:pt x="660037" y="55752"/>
                  </a:lnTo>
                  <a:close/>
                </a:path>
                <a:path w="699770" h="111760">
                  <a:moveTo>
                    <a:pt x="643055" y="45846"/>
                  </a:moveTo>
                  <a:lnTo>
                    <a:pt x="0" y="45846"/>
                  </a:lnTo>
                  <a:lnTo>
                    <a:pt x="0" y="65658"/>
                  </a:lnTo>
                  <a:lnTo>
                    <a:pt x="643055" y="65658"/>
                  </a:lnTo>
                  <a:lnTo>
                    <a:pt x="660037" y="55752"/>
                  </a:lnTo>
                  <a:lnTo>
                    <a:pt x="643055" y="45846"/>
                  </a:lnTo>
                  <a:close/>
                </a:path>
                <a:path w="699770" h="111760">
                  <a:moveTo>
                    <a:pt x="682276" y="45846"/>
                  </a:moveTo>
                  <a:lnTo>
                    <a:pt x="679704" y="45846"/>
                  </a:lnTo>
                  <a:lnTo>
                    <a:pt x="679704" y="65658"/>
                  </a:lnTo>
                  <a:lnTo>
                    <a:pt x="682276" y="65658"/>
                  </a:lnTo>
                  <a:lnTo>
                    <a:pt x="699262" y="55752"/>
                  </a:lnTo>
                  <a:lnTo>
                    <a:pt x="682276" y="45846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2"/>
                  </a:lnTo>
                  <a:lnTo>
                    <a:pt x="674624" y="64261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4" y="47243"/>
                  </a:moveTo>
                  <a:lnTo>
                    <a:pt x="674624" y="47243"/>
                  </a:lnTo>
                  <a:lnTo>
                    <a:pt x="674624" y="64261"/>
                  </a:lnTo>
                  <a:lnTo>
                    <a:pt x="679704" y="64261"/>
                  </a:lnTo>
                  <a:lnTo>
                    <a:pt x="679704" y="47243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3"/>
                  </a:lnTo>
                  <a:lnTo>
                    <a:pt x="594868" y="6349"/>
                  </a:lnTo>
                  <a:lnTo>
                    <a:pt x="592074" y="11048"/>
                  </a:lnTo>
                  <a:lnTo>
                    <a:pt x="593725" y="17144"/>
                  </a:lnTo>
                  <a:lnTo>
                    <a:pt x="598424" y="19811"/>
                  </a:lnTo>
                  <a:lnTo>
                    <a:pt x="660037" y="55752"/>
                  </a:lnTo>
                  <a:lnTo>
                    <a:pt x="674624" y="47243"/>
                  </a:lnTo>
                  <a:lnTo>
                    <a:pt x="679704" y="47243"/>
                  </a:lnTo>
                  <a:lnTo>
                    <a:pt x="679704" y="45846"/>
                  </a:lnTo>
                  <a:lnTo>
                    <a:pt x="682276" y="45846"/>
                  </a:lnTo>
                  <a:lnTo>
                    <a:pt x="608457" y="2793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6960107" y="3418332"/>
              <a:ext cx="272796" cy="2133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6407385" y="2016649"/>
              <a:ext cx="333102" cy="24118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5344948" y="2016649"/>
              <a:ext cx="336313" cy="24118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4278020" y="2016649"/>
              <a:ext cx="339581" cy="24118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383540" y="221614"/>
            <a:ext cx="6356947" cy="823944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pc="-5" dirty="0"/>
              <a:t>Recurrent Neural </a:t>
            </a:r>
            <a:r>
              <a:rPr dirty="0"/>
              <a:t>Networks</a:t>
            </a:r>
            <a:r>
              <a:rPr spc="-45" dirty="0"/>
              <a:t> </a:t>
            </a:r>
            <a:r>
              <a:rPr dirty="0"/>
              <a:t>(RNN)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b="0" dirty="0">
                <a:cs typeface="Carlito"/>
              </a:rPr>
              <a:t>A </a:t>
            </a:r>
            <a:r>
              <a:rPr sz="1800" b="0" spc="-10" dirty="0">
                <a:cs typeface="Carlito"/>
              </a:rPr>
              <a:t>family </a:t>
            </a:r>
            <a:r>
              <a:rPr sz="1800" b="0" spc="-5" dirty="0">
                <a:cs typeface="Carlito"/>
              </a:rPr>
              <a:t>of </a:t>
            </a:r>
            <a:r>
              <a:rPr sz="1800" b="0" spc="-10" dirty="0">
                <a:cs typeface="Carlito"/>
              </a:rPr>
              <a:t>neural</a:t>
            </a:r>
            <a:r>
              <a:rPr sz="1800" b="0" spc="25" dirty="0">
                <a:cs typeface="Carlito"/>
              </a:rPr>
              <a:t> </a:t>
            </a:r>
            <a:r>
              <a:rPr sz="1800" b="0" spc="-10" dirty="0">
                <a:cs typeface="Carlito"/>
              </a:rPr>
              <a:t>architectures</a:t>
            </a:r>
            <a:endParaRPr sz="1800" dirty="0">
              <a:cs typeface="Carlit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380988" y="4912448"/>
            <a:ext cx="384047" cy="22263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306695" y="4912448"/>
            <a:ext cx="385381" cy="22263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3158" y="3475101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A3001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hidden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A3001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A3001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0570" y="4663820"/>
            <a:ext cx="1459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185" marR="5080" lvl="0" indent="-32512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input sequence 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(any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length)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71358" y="3475101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33" name="object 33"/>
          <p:cNvSpPr/>
          <p:nvPr/>
        </p:nvSpPr>
        <p:spPr>
          <a:xfrm>
            <a:off x="2071116" y="4847844"/>
            <a:ext cx="155575" cy="320040"/>
          </a:xfrm>
          <a:custGeom>
            <a:avLst/>
            <a:gdLst/>
            <a:ahLst/>
            <a:cxnLst/>
            <a:rect l="l" t="t" r="r" b="b"/>
            <a:pathLst>
              <a:path w="155575" h="320039">
                <a:moveTo>
                  <a:pt x="155447" y="320039"/>
                </a:moveTo>
                <a:lnTo>
                  <a:pt x="125194" y="315267"/>
                </a:lnTo>
                <a:lnTo>
                  <a:pt x="100488" y="302244"/>
                </a:lnTo>
                <a:lnTo>
                  <a:pt x="83831" y="282910"/>
                </a:lnTo>
                <a:lnTo>
                  <a:pt x="77723" y="259206"/>
                </a:lnTo>
                <a:lnTo>
                  <a:pt x="77723" y="220852"/>
                </a:lnTo>
                <a:lnTo>
                  <a:pt x="71616" y="197149"/>
                </a:lnTo>
                <a:lnTo>
                  <a:pt x="54959" y="177815"/>
                </a:lnTo>
                <a:lnTo>
                  <a:pt x="30253" y="164792"/>
                </a:lnTo>
                <a:lnTo>
                  <a:pt x="0" y="160019"/>
                </a:lnTo>
                <a:lnTo>
                  <a:pt x="30253" y="155247"/>
                </a:lnTo>
                <a:lnTo>
                  <a:pt x="54959" y="142224"/>
                </a:lnTo>
                <a:lnTo>
                  <a:pt x="71616" y="122890"/>
                </a:lnTo>
                <a:lnTo>
                  <a:pt x="77723" y="99186"/>
                </a:lnTo>
                <a:lnTo>
                  <a:pt x="77723" y="60832"/>
                </a:lnTo>
                <a:lnTo>
                  <a:pt x="83831" y="37129"/>
                </a:lnTo>
                <a:lnTo>
                  <a:pt x="100488" y="17795"/>
                </a:lnTo>
                <a:lnTo>
                  <a:pt x="125194" y="4772"/>
                </a:lnTo>
                <a:lnTo>
                  <a:pt x="155447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005583" y="3110483"/>
            <a:ext cx="220979" cy="1073150"/>
          </a:xfrm>
          <a:custGeom>
            <a:avLst/>
            <a:gdLst/>
            <a:ahLst/>
            <a:cxnLst/>
            <a:rect l="l" t="t" r="r" b="b"/>
            <a:pathLst>
              <a:path w="220980" h="1073150">
                <a:moveTo>
                  <a:pt x="220980" y="1072895"/>
                </a:moveTo>
                <a:lnTo>
                  <a:pt x="177998" y="1066097"/>
                </a:lnTo>
                <a:lnTo>
                  <a:pt x="142875" y="1047559"/>
                </a:lnTo>
                <a:lnTo>
                  <a:pt x="119181" y="1020067"/>
                </a:lnTo>
                <a:lnTo>
                  <a:pt x="110490" y="986408"/>
                </a:lnTo>
                <a:lnTo>
                  <a:pt x="110490" y="622934"/>
                </a:lnTo>
                <a:lnTo>
                  <a:pt x="101798" y="589276"/>
                </a:lnTo>
                <a:lnTo>
                  <a:pt x="78105" y="561784"/>
                </a:lnTo>
                <a:lnTo>
                  <a:pt x="42981" y="543246"/>
                </a:lnTo>
                <a:lnTo>
                  <a:pt x="0" y="536447"/>
                </a:lnTo>
                <a:lnTo>
                  <a:pt x="42981" y="529649"/>
                </a:lnTo>
                <a:lnTo>
                  <a:pt x="78105" y="511111"/>
                </a:lnTo>
                <a:lnTo>
                  <a:pt x="101798" y="483619"/>
                </a:lnTo>
                <a:lnTo>
                  <a:pt x="110490" y="449961"/>
                </a:lnTo>
                <a:lnTo>
                  <a:pt x="110490" y="86487"/>
                </a:lnTo>
                <a:lnTo>
                  <a:pt x="119181" y="52828"/>
                </a:lnTo>
                <a:lnTo>
                  <a:pt x="142875" y="25336"/>
                </a:lnTo>
                <a:lnTo>
                  <a:pt x="177998" y="6798"/>
                </a:lnTo>
                <a:lnTo>
                  <a:pt x="220980" y="0"/>
                </a:lnTo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571358" y="4836617"/>
            <a:ext cx="18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7571358" y="2006930"/>
            <a:ext cx="18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6855714" y="194310"/>
            <a:ext cx="2095500" cy="861774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1440" marR="95885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heavy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Core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idea: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Apply</a:t>
            </a: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same weights 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repeatedly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333028" y="570869"/>
            <a:ext cx="249570" cy="15931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76350" y="1843785"/>
            <a:ext cx="932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182245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outp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uts 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op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onal)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071116" y="2028444"/>
            <a:ext cx="155575" cy="320040"/>
          </a:xfrm>
          <a:custGeom>
            <a:avLst/>
            <a:gdLst/>
            <a:ahLst/>
            <a:cxnLst/>
            <a:rect l="l" t="t" r="r" b="b"/>
            <a:pathLst>
              <a:path w="155575" h="320039">
                <a:moveTo>
                  <a:pt x="155447" y="320039"/>
                </a:moveTo>
                <a:lnTo>
                  <a:pt x="125194" y="315267"/>
                </a:lnTo>
                <a:lnTo>
                  <a:pt x="100488" y="302244"/>
                </a:lnTo>
                <a:lnTo>
                  <a:pt x="83831" y="282910"/>
                </a:lnTo>
                <a:lnTo>
                  <a:pt x="77723" y="259206"/>
                </a:lnTo>
                <a:lnTo>
                  <a:pt x="77723" y="220852"/>
                </a:lnTo>
                <a:lnTo>
                  <a:pt x="71616" y="197149"/>
                </a:lnTo>
                <a:lnTo>
                  <a:pt x="54959" y="177815"/>
                </a:lnTo>
                <a:lnTo>
                  <a:pt x="30253" y="164792"/>
                </a:lnTo>
                <a:lnTo>
                  <a:pt x="0" y="160019"/>
                </a:lnTo>
                <a:lnTo>
                  <a:pt x="30253" y="155247"/>
                </a:lnTo>
                <a:lnTo>
                  <a:pt x="54959" y="142224"/>
                </a:lnTo>
                <a:lnTo>
                  <a:pt x="71616" y="122890"/>
                </a:lnTo>
                <a:lnTo>
                  <a:pt x="77723" y="99186"/>
                </a:lnTo>
                <a:lnTo>
                  <a:pt x="77723" y="60832"/>
                </a:lnTo>
                <a:lnTo>
                  <a:pt x="83831" y="37129"/>
                </a:lnTo>
                <a:lnTo>
                  <a:pt x="100488" y="17795"/>
                </a:lnTo>
                <a:lnTo>
                  <a:pt x="125194" y="4772"/>
                </a:lnTo>
                <a:lnTo>
                  <a:pt x="155447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9C78C6-F7CE-497A-BC32-43983A22D14C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4725308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 RNN </a:t>
            </a:r>
            <a:r>
              <a:rPr spc="-5" dirty="0"/>
              <a:t>Language</a:t>
            </a:r>
            <a:r>
              <a:rPr spc="-95" dirty="0"/>
              <a:t> </a:t>
            </a:r>
            <a:r>
              <a:rPr spc="-5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67678" y="5629147"/>
            <a:ext cx="715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opened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82559" y="5629147"/>
            <a:ext cx="459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700" y="5629147"/>
            <a:ext cx="6104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07865" algn="l"/>
                <a:tab pos="5302250" algn="l"/>
              </a:tabLst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 /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-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ho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v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ec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	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	</a:t>
            </a:r>
            <a:r>
              <a:rPr kumimoji="0" sz="18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tud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1614" y="5953001"/>
            <a:ext cx="1127607" cy="2307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9620" y="5914644"/>
            <a:ext cx="440436" cy="320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95259" y="5914644"/>
            <a:ext cx="425196" cy="3200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10171" y="5914644"/>
            <a:ext cx="440435" cy="3200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08320" y="5914644"/>
            <a:ext cx="467868" cy="3200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53173" y="478612"/>
            <a:ext cx="44958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-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boo</a:t>
            </a:r>
            <a:r>
              <a:rPr kumimoji="0" sz="1400" b="0" i="1" u="none" strike="noStrike" kern="1200" cap="none" spc="-1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k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55432" y="668274"/>
            <a:ext cx="5588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lap</a:t>
            </a:r>
            <a:r>
              <a:rPr kumimoji="0" sz="1400" b="0" i="1" u="none" strike="noStrike" kern="1200" cap="none" spc="-2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1400" b="0" i="1" u="none" strike="noStrike" kern="1200" cap="none" spc="-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</a:t>
            </a:r>
            <a:r>
              <a:rPr kumimoji="0" sz="1400" b="0" i="1" u="none" strike="noStrike" kern="1200" cap="none" spc="-1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33994" y="4581686"/>
            <a:ext cx="327157" cy="2045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663435" y="719327"/>
            <a:ext cx="2112645" cy="1119505"/>
            <a:chOff x="6663435" y="719327"/>
            <a:chExt cx="2112645" cy="1119505"/>
          </a:xfrm>
        </p:grpSpPr>
        <p:sp>
          <p:nvSpPr>
            <p:cNvPr id="15" name="object 15"/>
            <p:cNvSpPr/>
            <p:nvPr/>
          </p:nvSpPr>
          <p:spPr>
            <a:xfrm>
              <a:off x="7039736" y="719327"/>
              <a:ext cx="76200" cy="293370"/>
            </a:xfrm>
            <a:custGeom>
              <a:avLst/>
              <a:gdLst/>
              <a:ahLst/>
              <a:cxnLst/>
              <a:rect l="l" t="t" r="r" b="b"/>
              <a:pathLst>
                <a:path w="76200" h="293369">
                  <a:moveTo>
                    <a:pt x="31728" y="216609"/>
                  </a:moveTo>
                  <a:lnTo>
                    <a:pt x="0" y="216662"/>
                  </a:lnTo>
                  <a:lnTo>
                    <a:pt x="38227" y="292862"/>
                  </a:lnTo>
                  <a:lnTo>
                    <a:pt x="69818" y="229362"/>
                  </a:lnTo>
                  <a:lnTo>
                    <a:pt x="31750" y="229362"/>
                  </a:lnTo>
                  <a:lnTo>
                    <a:pt x="31728" y="216609"/>
                  </a:lnTo>
                  <a:close/>
                </a:path>
                <a:path w="76200" h="293369">
                  <a:moveTo>
                    <a:pt x="44428" y="216587"/>
                  </a:moveTo>
                  <a:lnTo>
                    <a:pt x="31728" y="216609"/>
                  </a:lnTo>
                  <a:lnTo>
                    <a:pt x="31750" y="229362"/>
                  </a:lnTo>
                  <a:lnTo>
                    <a:pt x="44450" y="229362"/>
                  </a:lnTo>
                  <a:lnTo>
                    <a:pt x="44428" y="216587"/>
                  </a:lnTo>
                  <a:close/>
                </a:path>
                <a:path w="76200" h="293369">
                  <a:moveTo>
                    <a:pt x="76200" y="216535"/>
                  </a:moveTo>
                  <a:lnTo>
                    <a:pt x="44428" y="216587"/>
                  </a:lnTo>
                  <a:lnTo>
                    <a:pt x="44450" y="229362"/>
                  </a:lnTo>
                  <a:lnTo>
                    <a:pt x="69818" y="229362"/>
                  </a:lnTo>
                  <a:lnTo>
                    <a:pt x="76200" y="216535"/>
                  </a:lnTo>
                  <a:close/>
                </a:path>
                <a:path w="76200" h="293369">
                  <a:moveTo>
                    <a:pt x="44069" y="0"/>
                  </a:moveTo>
                  <a:lnTo>
                    <a:pt x="31369" y="0"/>
                  </a:lnTo>
                  <a:lnTo>
                    <a:pt x="31728" y="216609"/>
                  </a:lnTo>
                  <a:lnTo>
                    <a:pt x="44428" y="216587"/>
                  </a:lnTo>
                  <a:lnTo>
                    <a:pt x="44069" y="0"/>
                  </a:lnTo>
                  <a:close/>
                </a:path>
              </a:pathLst>
            </a:custGeom>
            <a:solidFill>
              <a:srgbClr val="17714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6669785" y="1711452"/>
              <a:ext cx="336550" cy="0"/>
            </a:xfrm>
            <a:custGeom>
              <a:avLst/>
              <a:gdLst/>
              <a:ahLst/>
              <a:cxnLst/>
              <a:rect l="l" t="t" r="r" b="b"/>
              <a:pathLst>
                <a:path w="336550">
                  <a:moveTo>
                    <a:pt x="0" y="0"/>
                  </a:moveTo>
                  <a:lnTo>
                    <a:pt x="336042" y="0"/>
                  </a:lnTo>
                </a:path>
              </a:pathLst>
            </a:custGeom>
            <a:ln w="1219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6669785" y="1716405"/>
              <a:ext cx="479425" cy="0"/>
            </a:xfrm>
            <a:custGeom>
              <a:avLst/>
              <a:gdLst/>
              <a:ahLst/>
              <a:cxnLst/>
              <a:rect l="l" t="t" r="r" b="b"/>
              <a:pathLst>
                <a:path w="479425">
                  <a:moveTo>
                    <a:pt x="0" y="0"/>
                  </a:moveTo>
                  <a:lnTo>
                    <a:pt x="479298" y="0"/>
                  </a:lnTo>
                </a:path>
              </a:pathLst>
            </a:custGeom>
            <a:ln w="3175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8575547" y="1711452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09">
                  <a:moveTo>
                    <a:pt x="0" y="0"/>
                  </a:moveTo>
                  <a:lnTo>
                    <a:pt x="194182" y="0"/>
                  </a:lnTo>
                </a:path>
              </a:pathLst>
            </a:custGeom>
            <a:ln w="1219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6669785" y="1716405"/>
              <a:ext cx="2099945" cy="6350"/>
            </a:xfrm>
            <a:custGeom>
              <a:avLst/>
              <a:gdLst/>
              <a:ahLst/>
              <a:cxnLst/>
              <a:rect l="l" t="t" r="r" b="b"/>
              <a:pathLst>
                <a:path w="2099945" h="6350">
                  <a:moveTo>
                    <a:pt x="1905762" y="0"/>
                  </a:moveTo>
                  <a:lnTo>
                    <a:pt x="2099945" y="0"/>
                  </a:lnTo>
                </a:path>
                <a:path w="2099945" h="6350">
                  <a:moveTo>
                    <a:pt x="0" y="6096"/>
                  </a:moveTo>
                  <a:lnTo>
                    <a:pt x="2099945" y="6096"/>
                  </a:lnTo>
                </a:path>
              </a:pathLst>
            </a:custGeom>
            <a:ln w="3175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6862571" y="1630680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09" h="86994">
                  <a:moveTo>
                    <a:pt x="143255" y="0"/>
                  </a:moveTo>
                  <a:lnTo>
                    <a:pt x="0" y="0"/>
                  </a:lnTo>
                  <a:lnTo>
                    <a:pt x="0" y="86867"/>
                  </a:lnTo>
                  <a:lnTo>
                    <a:pt x="143255" y="8686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6862571" y="1630680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09" h="86994">
                  <a:moveTo>
                    <a:pt x="0" y="86867"/>
                  </a:moveTo>
                  <a:lnTo>
                    <a:pt x="143255" y="8686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8686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7005827" y="1011936"/>
              <a:ext cx="143510" cy="706120"/>
            </a:xfrm>
            <a:custGeom>
              <a:avLst/>
              <a:gdLst/>
              <a:ahLst/>
              <a:cxnLst/>
              <a:rect l="l" t="t" r="r" b="b"/>
              <a:pathLst>
                <a:path w="143509" h="706119">
                  <a:moveTo>
                    <a:pt x="143255" y="0"/>
                  </a:moveTo>
                  <a:lnTo>
                    <a:pt x="0" y="0"/>
                  </a:lnTo>
                  <a:lnTo>
                    <a:pt x="0" y="705612"/>
                  </a:lnTo>
                  <a:lnTo>
                    <a:pt x="143255" y="705612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005827" y="1011936"/>
              <a:ext cx="143510" cy="706120"/>
            </a:xfrm>
            <a:custGeom>
              <a:avLst/>
              <a:gdLst/>
              <a:ahLst/>
              <a:cxnLst/>
              <a:rect l="l" t="t" r="r" b="b"/>
              <a:pathLst>
                <a:path w="143509" h="706119">
                  <a:moveTo>
                    <a:pt x="0" y="705612"/>
                  </a:moveTo>
                  <a:lnTo>
                    <a:pt x="143255" y="705612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705612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7149083" y="1534667"/>
              <a:ext cx="142240" cy="182880"/>
            </a:xfrm>
            <a:custGeom>
              <a:avLst/>
              <a:gdLst/>
              <a:ahLst/>
              <a:cxnLst/>
              <a:rect l="l" t="t" r="r" b="b"/>
              <a:pathLst>
                <a:path w="142240" h="182880">
                  <a:moveTo>
                    <a:pt x="141731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141731" y="182879"/>
                  </a:lnTo>
                  <a:lnTo>
                    <a:pt x="14173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7149083" y="1534667"/>
              <a:ext cx="142240" cy="182880"/>
            </a:xfrm>
            <a:custGeom>
              <a:avLst/>
              <a:gdLst/>
              <a:ahLst/>
              <a:cxnLst/>
              <a:rect l="l" t="t" r="r" b="b"/>
              <a:pathLst>
                <a:path w="142240" h="182880">
                  <a:moveTo>
                    <a:pt x="0" y="182879"/>
                  </a:moveTo>
                  <a:lnTo>
                    <a:pt x="141731" y="182879"/>
                  </a:lnTo>
                  <a:lnTo>
                    <a:pt x="141731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7290815" y="1426463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143255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143255" y="29108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7290815" y="1426463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0" y="291084"/>
                  </a:moveTo>
                  <a:lnTo>
                    <a:pt x="143255" y="29108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7434071" y="1630680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09" h="86994">
                  <a:moveTo>
                    <a:pt x="143255" y="0"/>
                  </a:moveTo>
                  <a:lnTo>
                    <a:pt x="0" y="0"/>
                  </a:lnTo>
                  <a:lnTo>
                    <a:pt x="0" y="86867"/>
                  </a:lnTo>
                  <a:lnTo>
                    <a:pt x="143255" y="8686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7434071" y="1630680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09" h="86994">
                  <a:moveTo>
                    <a:pt x="0" y="86867"/>
                  </a:moveTo>
                  <a:lnTo>
                    <a:pt x="143255" y="8686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8686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7575803" y="1403604"/>
              <a:ext cx="143510" cy="314325"/>
            </a:xfrm>
            <a:custGeom>
              <a:avLst/>
              <a:gdLst/>
              <a:ahLst/>
              <a:cxnLst/>
              <a:rect l="l" t="t" r="r" b="b"/>
              <a:pathLst>
                <a:path w="143509" h="314325">
                  <a:moveTo>
                    <a:pt x="143255" y="0"/>
                  </a:moveTo>
                  <a:lnTo>
                    <a:pt x="0" y="0"/>
                  </a:lnTo>
                  <a:lnTo>
                    <a:pt x="0" y="313944"/>
                  </a:lnTo>
                  <a:lnTo>
                    <a:pt x="143255" y="31394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7575803" y="1403604"/>
              <a:ext cx="143510" cy="314325"/>
            </a:xfrm>
            <a:custGeom>
              <a:avLst/>
              <a:gdLst/>
              <a:ahLst/>
              <a:cxnLst/>
              <a:rect l="l" t="t" r="r" b="b"/>
              <a:pathLst>
                <a:path w="143509" h="314325">
                  <a:moveTo>
                    <a:pt x="0" y="313944"/>
                  </a:moveTo>
                  <a:lnTo>
                    <a:pt x="143255" y="31394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31394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7719059" y="1426463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143255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143255" y="29108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719059" y="1426463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0" y="291084"/>
                  </a:moveTo>
                  <a:lnTo>
                    <a:pt x="143255" y="29108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8004047" y="1584960"/>
              <a:ext cx="143510" cy="132715"/>
            </a:xfrm>
            <a:custGeom>
              <a:avLst/>
              <a:gdLst/>
              <a:ahLst/>
              <a:cxnLst/>
              <a:rect l="l" t="t" r="r" b="b"/>
              <a:pathLst>
                <a:path w="143509" h="132714">
                  <a:moveTo>
                    <a:pt x="143255" y="0"/>
                  </a:moveTo>
                  <a:lnTo>
                    <a:pt x="0" y="0"/>
                  </a:lnTo>
                  <a:lnTo>
                    <a:pt x="0" y="132587"/>
                  </a:lnTo>
                  <a:lnTo>
                    <a:pt x="143255" y="13258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8004047" y="1584960"/>
              <a:ext cx="143510" cy="132715"/>
            </a:xfrm>
            <a:custGeom>
              <a:avLst/>
              <a:gdLst/>
              <a:ahLst/>
              <a:cxnLst/>
              <a:rect l="l" t="t" r="r" b="b"/>
              <a:pathLst>
                <a:path w="143509" h="132714">
                  <a:moveTo>
                    <a:pt x="0" y="132587"/>
                  </a:moveTo>
                  <a:lnTo>
                    <a:pt x="143255" y="13258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13258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8147303" y="1479804"/>
              <a:ext cx="143510" cy="238125"/>
            </a:xfrm>
            <a:custGeom>
              <a:avLst/>
              <a:gdLst/>
              <a:ahLst/>
              <a:cxnLst/>
              <a:rect l="l" t="t" r="r" b="b"/>
              <a:pathLst>
                <a:path w="143509" h="238125">
                  <a:moveTo>
                    <a:pt x="143255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143255" y="23774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8147303" y="1479804"/>
              <a:ext cx="143510" cy="238125"/>
            </a:xfrm>
            <a:custGeom>
              <a:avLst/>
              <a:gdLst/>
              <a:ahLst/>
              <a:cxnLst/>
              <a:rect l="l" t="t" r="r" b="b"/>
              <a:pathLst>
                <a:path w="143509" h="238125">
                  <a:moveTo>
                    <a:pt x="0" y="237744"/>
                  </a:moveTo>
                  <a:lnTo>
                    <a:pt x="143255" y="23774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23774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290559" y="1395983"/>
              <a:ext cx="143510" cy="321945"/>
            </a:xfrm>
            <a:custGeom>
              <a:avLst/>
              <a:gdLst/>
              <a:ahLst/>
              <a:cxnLst/>
              <a:rect l="l" t="t" r="r" b="b"/>
              <a:pathLst>
                <a:path w="143509" h="321944">
                  <a:moveTo>
                    <a:pt x="143255" y="0"/>
                  </a:moveTo>
                  <a:lnTo>
                    <a:pt x="0" y="0"/>
                  </a:lnTo>
                  <a:lnTo>
                    <a:pt x="0" y="321563"/>
                  </a:lnTo>
                  <a:lnTo>
                    <a:pt x="143255" y="321563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290559" y="1395983"/>
              <a:ext cx="143510" cy="321945"/>
            </a:xfrm>
            <a:custGeom>
              <a:avLst/>
              <a:gdLst/>
              <a:ahLst/>
              <a:cxnLst/>
              <a:rect l="l" t="t" r="r" b="b"/>
              <a:pathLst>
                <a:path w="143509" h="321944">
                  <a:moveTo>
                    <a:pt x="0" y="321563"/>
                  </a:moveTo>
                  <a:lnTo>
                    <a:pt x="143255" y="321563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321563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8432291" y="1661160"/>
              <a:ext cx="143510" cy="56515"/>
            </a:xfrm>
            <a:custGeom>
              <a:avLst/>
              <a:gdLst/>
              <a:ahLst/>
              <a:cxnLst/>
              <a:rect l="l" t="t" r="r" b="b"/>
              <a:pathLst>
                <a:path w="143509" h="56514">
                  <a:moveTo>
                    <a:pt x="143255" y="0"/>
                  </a:moveTo>
                  <a:lnTo>
                    <a:pt x="0" y="0"/>
                  </a:lnTo>
                  <a:lnTo>
                    <a:pt x="0" y="56387"/>
                  </a:lnTo>
                  <a:lnTo>
                    <a:pt x="143255" y="5638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8432291" y="1661160"/>
              <a:ext cx="143510" cy="56515"/>
            </a:xfrm>
            <a:custGeom>
              <a:avLst/>
              <a:gdLst/>
              <a:ahLst/>
              <a:cxnLst/>
              <a:rect l="l" t="t" r="r" b="b"/>
              <a:pathLst>
                <a:path w="143509" h="56514">
                  <a:moveTo>
                    <a:pt x="0" y="56387"/>
                  </a:moveTo>
                  <a:lnTo>
                    <a:pt x="143255" y="5638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5638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863333" y="1762505"/>
              <a:ext cx="1713230" cy="76200"/>
            </a:xfrm>
            <a:custGeom>
              <a:avLst/>
              <a:gdLst/>
              <a:ahLst/>
              <a:cxnLst/>
              <a:rect l="l" t="t" r="r" b="b"/>
              <a:pathLst>
                <a:path w="171322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6"/>
                  </a:lnTo>
                  <a:lnTo>
                    <a:pt x="63500" y="48006"/>
                  </a:lnTo>
                  <a:lnTo>
                    <a:pt x="63500" y="28194"/>
                  </a:lnTo>
                  <a:lnTo>
                    <a:pt x="76200" y="28194"/>
                  </a:lnTo>
                  <a:lnTo>
                    <a:pt x="76200" y="0"/>
                  </a:lnTo>
                  <a:close/>
                </a:path>
                <a:path w="1713229" h="76200">
                  <a:moveTo>
                    <a:pt x="1636649" y="0"/>
                  </a:moveTo>
                  <a:lnTo>
                    <a:pt x="1636649" y="76200"/>
                  </a:lnTo>
                  <a:lnTo>
                    <a:pt x="1693036" y="48006"/>
                  </a:lnTo>
                  <a:lnTo>
                    <a:pt x="1649349" y="48006"/>
                  </a:lnTo>
                  <a:lnTo>
                    <a:pt x="1649349" y="28194"/>
                  </a:lnTo>
                  <a:lnTo>
                    <a:pt x="1693037" y="28194"/>
                  </a:lnTo>
                  <a:lnTo>
                    <a:pt x="1636649" y="0"/>
                  </a:lnTo>
                  <a:close/>
                </a:path>
                <a:path w="1713229" h="76200">
                  <a:moveTo>
                    <a:pt x="76200" y="28194"/>
                  </a:moveTo>
                  <a:lnTo>
                    <a:pt x="63500" y="28194"/>
                  </a:lnTo>
                  <a:lnTo>
                    <a:pt x="63500" y="48006"/>
                  </a:lnTo>
                  <a:lnTo>
                    <a:pt x="76200" y="48006"/>
                  </a:lnTo>
                  <a:lnTo>
                    <a:pt x="76200" y="28194"/>
                  </a:lnTo>
                  <a:close/>
                </a:path>
                <a:path w="1713229" h="76200">
                  <a:moveTo>
                    <a:pt x="1636649" y="28194"/>
                  </a:moveTo>
                  <a:lnTo>
                    <a:pt x="76200" y="28194"/>
                  </a:lnTo>
                  <a:lnTo>
                    <a:pt x="76200" y="48006"/>
                  </a:lnTo>
                  <a:lnTo>
                    <a:pt x="1636649" y="48006"/>
                  </a:lnTo>
                  <a:lnTo>
                    <a:pt x="1636649" y="28194"/>
                  </a:lnTo>
                  <a:close/>
                </a:path>
                <a:path w="1713229" h="76200">
                  <a:moveTo>
                    <a:pt x="1693037" y="28194"/>
                  </a:moveTo>
                  <a:lnTo>
                    <a:pt x="1649349" y="28194"/>
                  </a:lnTo>
                  <a:lnTo>
                    <a:pt x="1649349" y="48006"/>
                  </a:lnTo>
                  <a:lnTo>
                    <a:pt x="1693036" y="48006"/>
                  </a:lnTo>
                  <a:lnTo>
                    <a:pt x="1712849" y="38100"/>
                  </a:lnTo>
                  <a:lnTo>
                    <a:pt x="1693037" y="28194"/>
                  </a:lnTo>
                  <a:close/>
                </a:path>
              </a:pathLst>
            </a:custGeom>
            <a:solidFill>
              <a:srgbClr val="17714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7895843" y="955547"/>
              <a:ext cx="76200" cy="2331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3299736" y="1917954"/>
            <a:ext cx="5082540" cy="3733165"/>
            <a:chOff x="3299736" y="1917954"/>
            <a:chExt cx="5082540" cy="3733165"/>
          </a:xfrm>
        </p:grpSpPr>
        <p:sp>
          <p:nvSpPr>
            <p:cNvPr id="45" name="object 45"/>
            <p:cNvSpPr/>
            <p:nvPr/>
          </p:nvSpPr>
          <p:spPr>
            <a:xfrm>
              <a:off x="5319098" y="4558439"/>
              <a:ext cx="328619" cy="20457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5791199" y="4329683"/>
              <a:ext cx="166115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5791199" y="4536948"/>
              <a:ext cx="166115" cy="1569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5791199" y="4744211"/>
              <a:ext cx="166115" cy="1569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5791199" y="4951476"/>
              <a:ext cx="166115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5685281" y="4246626"/>
              <a:ext cx="365760" cy="957580"/>
            </a:xfrm>
            <a:custGeom>
              <a:avLst/>
              <a:gdLst/>
              <a:ahLst/>
              <a:cxnLst/>
              <a:rect l="l" t="t" r="r" b="b"/>
              <a:pathLst>
                <a:path w="365760" h="957579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896112"/>
                  </a:lnTo>
                  <a:lnTo>
                    <a:pt x="360967" y="919835"/>
                  </a:lnTo>
                  <a:lnTo>
                    <a:pt x="347900" y="939212"/>
                  </a:lnTo>
                  <a:lnTo>
                    <a:pt x="328523" y="952279"/>
                  </a:lnTo>
                  <a:lnTo>
                    <a:pt x="304800" y="957072"/>
                  </a:lnTo>
                  <a:lnTo>
                    <a:pt x="60959" y="957072"/>
                  </a:lnTo>
                  <a:lnTo>
                    <a:pt x="37236" y="952279"/>
                  </a:lnTo>
                  <a:lnTo>
                    <a:pt x="17859" y="939212"/>
                  </a:lnTo>
                  <a:lnTo>
                    <a:pt x="4792" y="919835"/>
                  </a:lnTo>
                  <a:lnTo>
                    <a:pt x="0" y="896112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5812408" y="5203698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38061"/>
                  </a:lnTo>
                  <a:lnTo>
                    <a:pt x="65658" y="438061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599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6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159" y="19557"/>
                  </a:moveTo>
                  <a:lnTo>
                    <a:pt x="65658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6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599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438150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438150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438150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5891783" y="5317236"/>
              <a:ext cx="236220" cy="27736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5919509" y="3965697"/>
              <a:ext cx="327219" cy="20238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5812408" y="3819905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427354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427354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5791199" y="2840736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5791199" y="3072384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5791199" y="3305556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5791199" y="3537204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985765" y="3227705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4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4"/>
                  </a:lnTo>
                  <a:close/>
                </a:path>
                <a:path w="699770" h="111760">
                  <a:moveTo>
                    <a:pt x="679704" y="47244"/>
                  </a:moveTo>
                  <a:lnTo>
                    <a:pt x="674624" y="47244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5099303" y="2959608"/>
              <a:ext cx="426720" cy="29260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5465216" y="2511552"/>
              <a:ext cx="327317" cy="21387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5685281" y="2747010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5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59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5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6519762" y="2511552"/>
              <a:ext cx="330490" cy="21387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6742938" y="2756154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6043421" y="3236849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2"/>
                  </a:moveTo>
                  <a:lnTo>
                    <a:pt x="598424" y="91693"/>
                  </a:lnTo>
                  <a:lnTo>
                    <a:pt x="593725" y="94361"/>
                  </a:lnTo>
                  <a:lnTo>
                    <a:pt x="592074" y="100456"/>
                  </a:lnTo>
                  <a:lnTo>
                    <a:pt x="594868" y="105155"/>
                  </a:lnTo>
                  <a:lnTo>
                    <a:pt x="597661" y="109981"/>
                  </a:lnTo>
                  <a:lnTo>
                    <a:pt x="603757" y="111505"/>
                  </a:lnTo>
                  <a:lnTo>
                    <a:pt x="608456" y="108712"/>
                  </a:lnTo>
                  <a:lnTo>
                    <a:pt x="682276" y="65659"/>
                  </a:lnTo>
                  <a:lnTo>
                    <a:pt x="679703" y="65659"/>
                  </a:lnTo>
                  <a:lnTo>
                    <a:pt x="679703" y="64262"/>
                  </a:lnTo>
                  <a:lnTo>
                    <a:pt x="674624" y="64262"/>
                  </a:lnTo>
                  <a:lnTo>
                    <a:pt x="660037" y="55752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2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3" y="45847"/>
                  </a:lnTo>
                  <a:lnTo>
                    <a:pt x="679703" y="65659"/>
                  </a:lnTo>
                  <a:lnTo>
                    <a:pt x="682276" y="65659"/>
                  </a:lnTo>
                  <a:lnTo>
                    <a:pt x="699261" y="55752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2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3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3" y="64262"/>
                  </a:lnTo>
                  <a:lnTo>
                    <a:pt x="679703" y="47243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1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2"/>
                  </a:lnTo>
                  <a:lnTo>
                    <a:pt x="674624" y="47243"/>
                  </a:lnTo>
                  <a:lnTo>
                    <a:pt x="679703" y="47243"/>
                  </a:lnTo>
                  <a:lnTo>
                    <a:pt x="679703" y="45847"/>
                  </a:lnTo>
                  <a:lnTo>
                    <a:pt x="682276" y="45847"/>
                  </a:lnTo>
                  <a:lnTo>
                    <a:pt x="608456" y="2793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6155435" y="2959608"/>
              <a:ext cx="428243" cy="29260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6387247" y="4558439"/>
              <a:ext cx="330490" cy="204577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6847332" y="4338827"/>
              <a:ext cx="166115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6847332" y="4546092"/>
              <a:ext cx="166115" cy="1569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6847332" y="4753355"/>
              <a:ext cx="166115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6847332" y="4960620"/>
              <a:ext cx="166115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6742938" y="4257294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59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59"/>
                  </a:lnTo>
                  <a:lnTo>
                    <a:pt x="365759" y="894587"/>
                  </a:lnTo>
                  <a:lnTo>
                    <a:pt x="360967" y="918311"/>
                  </a:lnTo>
                  <a:lnTo>
                    <a:pt x="347900" y="937688"/>
                  </a:lnTo>
                  <a:lnTo>
                    <a:pt x="328523" y="950755"/>
                  </a:lnTo>
                  <a:lnTo>
                    <a:pt x="304800" y="955547"/>
                  </a:lnTo>
                  <a:lnTo>
                    <a:pt x="60959" y="955547"/>
                  </a:lnTo>
                  <a:lnTo>
                    <a:pt x="37236" y="950755"/>
                  </a:lnTo>
                  <a:lnTo>
                    <a:pt x="17859" y="937688"/>
                  </a:lnTo>
                  <a:lnTo>
                    <a:pt x="4792" y="918311"/>
                  </a:lnTo>
                  <a:lnTo>
                    <a:pt x="0" y="894587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1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6870064" y="5212842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59" h="438150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38061"/>
                  </a:lnTo>
                  <a:lnTo>
                    <a:pt x="65658" y="438061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59" h="438150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599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6"/>
                  </a:lnTo>
                  <a:lnTo>
                    <a:pt x="19811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59" h="438150">
                  <a:moveTo>
                    <a:pt x="67159" y="19557"/>
                  </a:moveTo>
                  <a:lnTo>
                    <a:pt x="65658" y="19557"/>
                  </a:lnTo>
                  <a:lnTo>
                    <a:pt x="65658" y="56206"/>
                  </a:lnTo>
                  <a:lnTo>
                    <a:pt x="91693" y="100837"/>
                  </a:lnTo>
                  <a:lnTo>
                    <a:pt x="94360" y="105536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599"/>
                  </a:lnTo>
                  <a:lnTo>
                    <a:pt x="111505" y="95503"/>
                  </a:lnTo>
                  <a:lnTo>
                    <a:pt x="108711" y="90804"/>
                  </a:lnTo>
                  <a:lnTo>
                    <a:pt x="67159" y="19557"/>
                  </a:lnTo>
                  <a:close/>
                </a:path>
                <a:path w="111759" h="438150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59" h="438150">
                  <a:moveTo>
                    <a:pt x="65658" y="24637"/>
                  </a:moveTo>
                  <a:lnTo>
                    <a:pt x="64261" y="24637"/>
                  </a:lnTo>
                  <a:lnTo>
                    <a:pt x="55752" y="39224"/>
                  </a:lnTo>
                  <a:lnTo>
                    <a:pt x="65658" y="56206"/>
                  </a:lnTo>
                  <a:lnTo>
                    <a:pt x="65658" y="24637"/>
                  </a:lnTo>
                  <a:close/>
                </a:path>
                <a:path w="111759" h="438150">
                  <a:moveTo>
                    <a:pt x="64261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1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6949439" y="5317236"/>
              <a:ext cx="236220" cy="27736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6977165" y="3965697"/>
              <a:ext cx="327219" cy="20238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6870064" y="3829050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59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59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1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59" h="427354">
                  <a:moveTo>
                    <a:pt x="67159" y="19557"/>
                  </a:moveTo>
                  <a:lnTo>
                    <a:pt x="65658" y="19557"/>
                  </a:lnTo>
                  <a:lnTo>
                    <a:pt x="65658" y="56206"/>
                  </a:lnTo>
                  <a:lnTo>
                    <a:pt x="91693" y="100837"/>
                  </a:lnTo>
                  <a:lnTo>
                    <a:pt x="94360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1" y="90805"/>
                  </a:lnTo>
                  <a:lnTo>
                    <a:pt x="67159" y="19557"/>
                  </a:lnTo>
                  <a:close/>
                </a:path>
                <a:path w="111759" h="427354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59" h="427354">
                  <a:moveTo>
                    <a:pt x="65658" y="24637"/>
                  </a:moveTo>
                  <a:lnTo>
                    <a:pt x="64261" y="24637"/>
                  </a:lnTo>
                  <a:lnTo>
                    <a:pt x="55752" y="39224"/>
                  </a:lnTo>
                  <a:lnTo>
                    <a:pt x="65658" y="56206"/>
                  </a:lnTo>
                  <a:lnTo>
                    <a:pt x="65658" y="24637"/>
                  </a:lnTo>
                  <a:close/>
                </a:path>
                <a:path w="111759" h="427354">
                  <a:moveTo>
                    <a:pt x="64261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1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6847332" y="2849880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6847332" y="3081528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6847332" y="3314700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6847332" y="3546348"/>
              <a:ext cx="166115" cy="17525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7119365" y="3227705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7" y="105156"/>
                  </a:lnTo>
                  <a:lnTo>
                    <a:pt x="597661" y="109982"/>
                  </a:lnTo>
                  <a:lnTo>
                    <a:pt x="603757" y="111506"/>
                  </a:lnTo>
                  <a:lnTo>
                    <a:pt x="608456" y="108712"/>
                  </a:lnTo>
                  <a:lnTo>
                    <a:pt x="682276" y="65659"/>
                  </a:lnTo>
                  <a:lnTo>
                    <a:pt x="679703" y="65659"/>
                  </a:lnTo>
                  <a:lnTo>
                    <a:pt x="679703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3" y="45847"/>
                  </a:lnTo>
                  <a:lnTo>
                    <a:pt x="679703" y="65659"/>
                  </a:lnTo>
                  <a:lnTo>
                    <a:pt x="682276" y="65659"/>
                  </a:lnTo>
                  <a:lnTo>
                    <a:pt x="699261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4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4"/>
                  </a:lnTo>
                  <a:close/>
                </a:path>
                <a:path w="699770" h="111760">
                  <a:moveTo>
                    <a:pt x="679703" y="47244"/>
                  </a:moveTo>
                  <a:lnTo>
                    <a:pt x="674624" y="47244"/>
                  </a:lnTo>
                  <a:lnTo>
                    <a:pt x="674624" y="64262"/>
                  </a:lnTo>
                  <a:lnTo>
                    <a:pt x="679703" y="64262"/>
                  </a:lnTo>
                  <a:lnTo>
                    <a:pt x="679703" y="47244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1" y="1524"/>
                  </a:lnTo>
                  <a:lnTo>
                    <a:pt x="594867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4"/>
                  </a:lnTo>
                  <a:lnTo>
                    <a:pt x="679703" y="47244"/>
                  </a:lnTo>
                  <a:lnTo>
                    <a:pt x="679703" y="45847"/>
                  </a:lnTo>
                  <a:lnTo>
                    <a:pt x="682276" y="45847"/>
                  </a:lnTo>
                  <a:lnTo>
                    <a:pt x="608456" y="2794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7232903" y="2959608"/>
              <a:ext cx="426720" cy="29260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7946008" y="1917954"/>
              <a:ext cx="111760" cy="829310"/>
            </a:xfrm>
            <a:custGeom>
              <a:avLst/>
              <a:gdLst/>
              <a:ahLst/>
              <a:cxnLst/>
              <a:rect l="l" t="t" r="r" b="b"/>
              <a:pathLst>
                <a:path w="111759" h="829310">
                  <a:moveTo>
                    <a:pt x="55752" y="39224"/>
                  </a:moveTo>
                  <a:lnTo>
                    <a:pt x="45847" y="56206"/>
                  </a:lnTo>
                  <a:lnTo>
                    <a:pt x="45847" y="829310"/>
                  </a:lnTo>
                  <a:lnTo>
                    <a:pt x="65659" y="829310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59" h="829310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59" h="829310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9855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59" h="829310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59" h="829310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59" h="829310">
                  <a:moveTo>
                    <a:pt x="64262" y="24637"/>
                  </a:moveTo>
                  <a:lnTo>
                    <a:pt x="47244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8101583" y="2219178"/>
              <a:ext cx="205740" cy="179450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7600336" y="2534799"/>
              <a:ext cx="321340" cy="190629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7924800" y="2840736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7924800" y="3072384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7924800" y="3305556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7924800" y="3537204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7466349" y="4558439"/>
              <a:ext cx="331649" cy="204577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7924800" y="4329683"/>
              <a:ext cx="166115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7924800" y="4536948"/>
              <a:ext cx="166115" cy="1569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7924800" y="4744211"/>
              <a:ext cx="166115" cy="1569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7924800" y="4951476"/>
              <a:ext cx="166115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7818882" y="4246626"/>
              <a:ext cx="365760" cy="957580"/>
            </a:xfrm>
            <a:custGeom>
              <a:avLst/>
              <a:gdLst/>
              <a:ahLst/>
              <a:cxnLst/>
              <a:rect l="l" t="t" r="r" b="b"/>
              <a:pathLst>
                <a:path w="365759" h="957579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896112"/>
                  </a:lnTo>
                  <a:lnTo>
                    <a:pt x="360967" y="919835"/>
                  </a:lnTo>
                  <a:lnTo>
                    <a:pt x="347900" y="939212"/>
                  </a:lnTo>
                  <a:lnTo>
                    <a:pt x="328523" y="952279"/>
                  </a:lnTo>
                  <a:lnTo>
                    <a:pt x="304800" y="957072"/>
                  </a:lnTo>
                  <a:lnTo>
                    <a:pt x="60960" y="957072"/>
                  </a:lnTo>
                  <a:lnTo>
                    <a:pt x="37236" y="952279"/>
                  </a:lnTo>
                  <a:lnTo>
                    <a:pt x="17859" y="939212"/>
                  </a:lnTo>
                  <a:lnTo>
                    <a:pt x="4792" y="919835"/>
                  </a:lnTo>
                  <a:lnTo>
                    <a:pt x="0" y="896112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1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7946008" y="5203698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59" h="438150">
                  <a:moveTo>
                    <a:pt x="55752" y="39224"/>
                  </a:moveTo>
                  <a:lnTo>
                    <a:pt x="45847" y="56206"/>
                  </a:lnTo>
                  <a:lnTo>
                    <a:pt x="45847" y="438061"/>
                  </a:lnTo>
                  <a:lnTo>
                    <a:pt x="65659" y="438061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59" h="438150">
                  <a:moveTo>
                    <a:pt x="55752" y="0"/>
                  </a:moveTo>
                  <a:lnTo>
                    <a:pt x="2794" y="90804"/>
                  </a:lnTo>
                  <a:lnTo>
                    <a:pt x="0" y="95503"/>
                  </a:lnTo>
                  <a:lnTo>
                    <a:pt x="1524" y="101599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6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59" h="438150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6"/>
                  </a:lnTo>
                  <a:lnTo>
                    <a:pt x="100457" y="107187"/>
                  </a:lnTo>
                  <a:lnTo>
                    <a:pt x="109855" y="101599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59" h="438150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59" h="438150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59" h="438150">
                  <a:moveTo>
                    <a:pt x="64262" y="24637"/>
                  </a:moveTo>
                  <a:lnTo>
                    <a:pt x="47244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8025383" y="5317236"/>
              <a:ext cx="236220" cy="27736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8053256" y="3965697"/>
              <a:ext cx="328522" cy="20238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7946008" y="3819905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59" h="427354">
                  <a:moveTo>
                    <a:pt x="55752" y="39224"/>
                  </a:moveTo>
                  <a:lnTo>
                    <a:pt x="45847" y="56206"/>
                  </a:lnTo>
                  <a:lnTo>
                    <a:pt x="45847" y="426974"/>
                  </a:lnTo>
                  <a:lnTo>
                    <a:pt x="65659" y="426974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59" h="427354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5" y="105537"/>
                  </a:lnTo>
                  <a:lnTo>
                    <a:pt x="19812" y="100838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59" h="427354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8"/>
                  </a:lnTo>
                  <a:lnTo>
                    <a:pt x="94361" y="105537"/>
                  </a:lnTo>
                  <a:lnTo>
                    <a:pt x="100457" y="107188"/>
                  </a:lnTo>
                  <a:lnTo>
                    <a:pt x="109855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59" h="427354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4" y="24638"/>
                  </a:lnTo>
                  <a:lnTo>
                    <a:pt x="65659" y="24638"/>
                  </a:lnTo>
                  <a:lnTo>
                    <a:pt x="65659" y="19558"/>
                  </a:lnTo>
                  <a:close/>
                </a:path>
                <a:path w="111759" h="427354">
                  <a:moveTo>
                    <a:pt x="65659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8"/>
                  </a:lnTo>
                  <a:close/>
                </a:path>
                <a:path w="111759" h="427354">
                  <a:moveTo>
                    <a:pt x="64262" y="24638"/>
                  </a:moveTo>
                  <a:lnTo>
                    <a:pt x="47244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7818882" y="2747010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5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60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5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4447275" y="2530150"/>
              <a:ext cx="318272" cy="18597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4722875" y="2810256"/>
              <a:ext cx="166115" cy="173735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4722875" y="3041904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4722875" y="3275076"/>
              <a:ext cx="166115" cy="173735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4722875" y="3506724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4616957" y="2716530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4722875" y="4297680"/>
              <a:ext cx="166115" cy="158495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4722875" y="4504944"/>
              <a:ext cx="166115" cy="158495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4722875" y="4712208"/>
              <a:ext cx="166115" cy="158496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4722875" y="4919472"/>
              <a:ext cx="166115" cy="158496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4616957" y="4216146"/>
              <a:ext cx="365760" cy="957580"/>
            </a:xfrm>
            <a:custGeom>
              <a:avLst/>
              <a:gdLst/>
              <a:ahLst/>
              <a:cxnLst/>
              <a:rect l="l" t="t" r="r" b="b"/>
              <a:pathLst>
                <a:path w="365760" h="957579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59"/>
                  </a:lnTo>
                  <a:lnTo>
                    <a:pt x="365759" y="896111"/>
                  </a:lnTo>
                  <a:lnTo>
                    <a:pt x="360967" y="919835"/>
                  </a:lnTo>
                  <a:lnTo>
                    <a:pt x="347900" y="939212"/>
                  </a:lnTo>
                  <a:lnTo>
                    <a:pt x="328523" y="952279"/>
                  </a:lnTo>
                  <a:lnTo>
                    <a:pt x="304800" y="957071"/>
                  </a:lnTo>
                  <a:lnTo>
                    <a:pt x="60959" y="957071"/>
                  </a:lnTo>
                  <a:lnTo>
                    <a:pt x="37236" y="952279"/>
                  </a:lnTo>
                  <a:lnTo>
                    <a:pt x="17859" y="939212"/>
                  </a:lnTo>
                  <a:lnTo>
                    <a:pt x="4792" y="919835"/>
                  </a:lnTo>
                  <a:lnTo>
                    <a:pt x="0" y="896111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4744084" y="5173218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2" y="39224"/>
                  </a:moveTo>
                  <a:lnTo>
                    <a:pt x="45847" y="56206"/>
                  </a:lnTo>
                  <a:lnTo>
                    <a:pt x="45847" y="438061"/>
                  </a:lnTo>
                  <a:lnTo>
                    <a:pt x="65659" y="438061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599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6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6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599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438150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438150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438150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4838699" y="5317236"/>
              <a:ext cx="236220" cy="27736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4851332" y="3965697"/>
              <a:ext cx="328522" cy="20238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3918966" y="3230752"/>
              <a:ext cx="936625" cy="986155"/>
            </a:xfrm>
            <a:custGeom>
              <a:avLst/>
              <a:gdLst/>
              <a:ahLst/>
              <a:cxnLst/>
              <a:rect l="l" t="t" r="r" b="b"/>
              <a:pathLst>
                <a:path w="936625" h="986154">
                  <a:moveTo>
                    <a:pt x="699262" y="55753"/>
                  </a:moveTo>
                  <a:lnTo>
                    <a:pt x="682269" y="45847"/>
                  </a:lnTo>
                  <a:lnTo>
                    <a:pt x="608457" y="2794"/>
                  </a:lnTo>
                  <a:lnTo>
                    <a:pt x="603758" y="0"/>
                  </a:ln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43039" y="45847"/>
                  </a:lnTo>
                  <a:lnTo>
                    <a:pt x="0" y="45847"/>
                  </a:lnTo>
                  <a:lnTo>
                    <a:pt x="0" y="65659"/>
                  </a:lnTo>
                  <a:lnTo>
                    <a:pt x="643039" y="65659"/>
                  </a:ln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69" y="65659"/>
                  </a:lnTo>
                  <a:lnTo>
                    <a:pt x="699262" y="55753"/>
                  </a:lnTo>
                  <a:close/>
                </a:path>
                <a:path w="936625" h="986154">
                  <a:moveTo>
                    <a:pt x="936625" y="654177"/>
                  </a:moveTo>
                  <a:lnTo>
                    <a:pt x="933831" y="649478"/>
                  </a:lnTo>
                  <a:lnTo>
                    <a:pt x="892276" y="578231"/>
                  </a:lnTo>
                  <a:lnTo>
                    <a:pt x="880872" y="558673"/>
                  </a:lnTo>
                  <a:lnTo>
                    <a:pt x="827913" y="649478"/>
                  </a:lnTo>
                  <a:lnTo>
                    <a:pt x="825119" y="654177"/>
                  </a:lnTo>
                  <a:lnTo>
                    <a:pt x="826643" y="660273"/>
                  </a:lnTo>
                  <a:lnTo>
                    <a:pt x="831469" y="663067"/>
                  </a:lnTo>
                  <a:lnTo>
                    <a:pt x="836168" y="665861"/>
                  </a:lnTo>
                  <a:lnTo>
                    <a:pt x="842264" y="664210"/>
                  </a:lnTo>
                  <a:lnTo>
                    <a:pt x="844931" y="659511"/>
                  </a:lnTo>
                  <a:lnTo>
                    <a:pt x="870953" y="614883"/>
                  </a:lnTo>
                  <a:lnTo>
                    <a:pt x="870966" y="578231"/>
                  </a:lnTo>
                  <a:lnTo>
                    <a:pt x="870966" y="614883"/>
                  </a:lnTo>
                  <a:lnTo>
                    <a:pt x="870966" y="985647"/>
                  </a:lnTo>
                  <a:lnTo>
                    <a:pt x="890778" y="985647"/>
                  </a:lnTo>
                  <a:lnTo>
                    <a:pt x="890778" y="614883"/>
                  </a:lnTo>
                  <a:lnTo>
                    <a:pt x="916813" y="659511"/>
                  </a:lnTo>
                  <a:lnTo>
                    <a:pt x="919480" y="664210"/>
                  </a:lnTo>
                  <a:lnTo>
                    <a:pt x="925576" y="665861"/>
                  </a:lnTo>
                  <a:lnTo>
                    <a:pt x="930275" y="663067"/>
                  </a:lnTo>
                  <a:lnTo>
                    <a:pt x="935101" y="660273"/>
                  </a:lnTo>
                  <a:lnTo>
                    <a:pt x="936625" y="65417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4032503" y="2959608"/>
              <a:ext cx="426720" cy="29260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3299736" y="2548300"/>
              <a:ext cx="308976" cy="174828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3649979" y="2813304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3649979" y="3046476"/>
              <a:ext cx="166115" cy="173735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3649979" y="3278124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3649979" y="3511296"/>
              <a:ext cx="166115" cy="173735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3544061" y="2721102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139700" y="4419727"/>
            <a:ext cx="1699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46B6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word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0046B6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46B6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embeddings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166198" y="4784423"/>
            <a:ext cx="1132179" cy="21331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5888755" y="198319"/>
            <a:ext cx="3169879" cy="20686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6871207" y="1784731"/>
            <a:ext cx="1111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376666" y="1788413"/>
            <a:ext cx="2794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z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oo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7857743" y="1184147"/>
            <a:ext cx="152400" cy="538480"/>
            <a:chOff x="7857743" y="1184147"/>
            <a:chExt cx="152400" cy="538480"/>
          </a:xfrm>
        </p:grpSpPr>
        <p:sp>
          <p:nvSpPr>
            <p:cNvPr id="129" name="object 129"/>
            <p:cNvSpPr/>
            <p:nvPr/>
          </p:nvSpPr>
          <p:spPr>
            <a:xfrm>
              <a:off x="7862315" y="1188719"/>
              <a:ext cx="143510" cy="528955"/>
            </a:xfrm>
            <a:custGeom>
              <a:avLst/>
              <a:gdLst/>
              <a:ahLst/>
              <a:cxnLst/>
              <a:rect l="l" t="t" r="r" b="b"/>
              <a:pathLst>
                <a:path w="143509" h="528955">
                  <a:moveTo>
                    <a:pt x="143255" y="0"/>
                  </a:moveTo>
                  <a:lnTo>
                    <a:pt x="0" y="0"/>
                  </a:lnTo>
                  <a:lnTo>
                    <a:pt x="0" y="528827"/>
                  </a:lnTo>
                  <a:lnTo>
                    <a:pt x="143255" y="52882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0" name="object 130"/>
            <p:cNvSpPr/>
            <p:nvPr/>
          </p:nvSpPr>
          <p:spPr>
            <a:xfrm>
              <a:off x="7862315" y="1188719"/>
              <a:ext cx="143510" cy="528955"/>
            </a:xfrm>
            <a:custGeom>
              <a:avLst/>
              <a:gdLst/>
              <a:ahLst/>
              <a:cxnLst/>
              <a:rect l="l" t="t" r="r" b="b"/>
              <a:pathLst>
                <a:path w="143509" h="528955">
                  <a:moveTo>
                    <a:pt x="0" y="528827"/>
                  </a:moveTo>
                  <a:lnTo>
                    <a:pt x="143255" y="52882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52882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139700" y="1088593"/>
            <a:ext cx="17875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output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distribution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32" name="object 132"/>
          <p:cNvSpPr/>
          <p:nvPr/>
        </p:nvSpPr>
        <p:spPr>
          <a:xfrm>
            <a:off x="157008" y="1507720"/>
            <a:ext cx="2749239" cy="32843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184654" y="6281165"/>
            <a:ext cx="3495040" cy="466153"/>
          </a:xfrm>
          <a:prstGeom prst="rect">
            <a:avLst/>
          </a:prstGeom>
          <a:ln w="28955">
            <a:solidFill>
              <a:srgbClr val="BA56BD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285115" marR="0" lvl="0" indent="0" algn="l" defTabSz="914400" rtl="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u="sng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Note</a:t>
            </a:r>
            <a:r>
              <a:rPr kumimoji="0" sz="1400" b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 this </a:t>
            </a:r>
            <a:r>
              <a:rPr kumimoji="0" sz="1400" b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input sequence </a:t>
            </a:r>
            <a:r>
              <a:rPr kumimoji="0" sz="1400" b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could </a:t>
            </a:r>
            <a:r>
              <a:rPr kumimoji="0" sz="1400" b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be</a:t>
            </a:r>
            <a:r>
              <a:rPr kumimoji="0" sz="1400" b="0" u="none" strike="noStrike" kern="1200" cap="none" spc="-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400" b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much</a:t>
            </a:r>
            <a:endParaRPr kumimoji="0" sz="14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28829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longer, </a:t>
            </a:r>
            <a:r>
              <a:rPr kumimoji="0" sz="1400" b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but </a:t>
            </a:r>
            <a:r>
              <a:rPr kumimoji="0" sz="1400" b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this slide </a:t>
            </a:r>
            <a:r>
              <a:rPr kumimoji="0" sz="1400" b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doesn’t have</a:t>
            </a:r>
            <a:r>
              <a:rPr kumimoji="0" sz="1400" b="0" u="none" strike="noStrike" kern="1200" cap="none" spc="-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400" b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space!</a:t>
            </a:r>
            <a:endParaRPr kumimoji="0" sz="14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5673597" y="6238062"/>
            <a:ext cx="718820" cy="318770"/>
          </a:xfrm>
          <a:custGeom>
            <a:avLst/>
            <a:gdLst/>
            <a:ahLst/>
            <a:cxnLst/>
            <a:rect l="l" t="t" r="r" b="b"/>
            <a:pathLst>
              <a:path w="718820" h="318770">
                <a:moveTo>
                  <a:pt x="632766" y="26731"/>
                </a:moveTo>
                <a:lnTo>
                  <a:pt x="0" y="291515"/>
                </a:lnTo>
                <a:lnTo>
                  <a:pt x="11175" y="318223"/>
                </a:lnTo>
                <a:lnTo>
                  <a:pt x="643978" y="53424"/>
                </a:lnTo>
                <a:lnTo>
                  <a:pt x="632766" y="26731"/>
                </a:lnTo>
                <a:close/>
              </a:path>
              <a:path w="718820" h="318770">
                <a:moveTo>
                  <a:pt x="705898" y="21120"/>
                </a:moveTo>
                <a:lnTo>
                  <a:pt x="646176" y="21120"/>
                </a:lnTo>
                <a:lnTo>
                  <a:pt x="657351" y="47828"/>
                </a:lnTo>
                <a:lnTo>
                  <a:pt x="643978" y="53424"/>
                </a:lnTo>
                <a:lnTo>
                  <a:pt x="655192" y="80124"/>
                </a:lnTo>
                <a:lnTo>
                  <a:pt x="705898" y="21120"/>
                </a:lnTo>
                <a:close/>
              </a:path>
              <a:path w="718820" h="318770">
                <a:moveTo>
                  <a:pt x="646176" y="21120"/>
                </a:moveTo>
                <a:lnTo>
                  <a:pt x="632766" y="26731"/>
                </a:lnTo>
                <a:lnTo>
                  <a:pt x="643978" y="53424"/>
                </a:lnTo>
                <a:lnTo>
                  <a:pt x="657351" y="47828"/>
                </a:lnTo>
                <a:lnTo>
                  <a:pt x="646176" y="21120"/>
                </a:lnTo>
                <a:close/>
              </a:path>
              <a:path w="718820" h="318770">
                <a:moveTo>
                  <a:pt x="621538" y="0"/>
                </a:moveTo>
                <a:lnTo>
                  <a:pt x="632766" y="26731"/>
                </a:lnTo>
                <a:lnTo>
                  <a:pt x="646176" y="21120"/>
                </a:lnTo>
                <a:lnTo>
                  <a:pt x="705898" y="21120"/>
                </a:lnTo>
                <a:lnTo>
                  <a:pt x="718438" y="6527"/>
                </a:lnTo>
                <a:lnTo>
                  <a:pt x="621538" y="0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134112" y="3080004"/>
            <a:ext cx="2978150" cy="641985"/>
            <a:chOff x="134112" y="3080004"/>
            <a:chExt cx="2978150" cy="641985"/>
          </a:xfrm>
        </p:grpSpPr>
        <p:sp>
          <p:nvSpPr>
            <p:cNvPr id="136" name="object 136"/>
            <p:cNvSpPr/>
            <p:nvPr/>
          </p:nvSpPr>
          <p:spPr>
            <a:xfrm>
              <a:off x="134112" y="3080004"/>
              <a:ext cx="2977896" cy="399288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7" name="object 137"/>
            <p:cNvSpPr/>
            <p:nvPr/>
          </p:nvSpPr>
          <p:spPr>
            <a:xfrm>
              <a:off x="135636" y="3476244"/>
              <a:ext cx="355092" cy="245364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38" name="object 138"/>
          <p:cNvSpPr txBox="1"/>
          <p:nvPr/>
        </p:nvSpPr>
        <p:spPr>
          <a:xfrm>
            <a:off x="139700" y="2786888"/>
            <a:ext cx="2189480" cy="931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A3001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hidden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A3001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A3001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9624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initial hidden</a:t>
            </a: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888B706-371B-4B21-9767-5C583D51E05A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4935558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 RNN </a:t>
            </a:r>
            <a:r>
              <a:rPr spc="-5" dirty="0"/>
              <a:t>Language</a:t>
            </a:r>
            <a:r>
              <a:rPr spc="-95" dirty="0"/>
              <a:t> </a:t>
            </a:r>
            <a:r>
              <a:rPr spc="-5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5246" y="5629147"/>
            <a:ext cx="328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9503" y="5629147"/>
            <a:ext cx="814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tud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67678" y="5629147"/>
            <a:ext cx="715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opened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82559" y="5629147"/>
            <a:ext cx="459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9620" y="5914644"/>
            <a:ext cx="440436" cy="320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95259" y="5914644"/>
            <a:ext cx="425196" cy="320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10171" y="5914644"/>
            <a:ext cx="440435" cy="3200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08320" y="5914644"/>
            <a:ext cx="467868" cy="3200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53173" y="478612"/>
            <a:ext cx="44958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-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boo</a:t>
            </a:r>
            <a:r>
              <a:rPr kumimoji="0" sz="1400" b="0" i="1" u="none" strike="noStrike" kern="1200" cap="none" spc="-1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k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55432" y="668274"/>
            <a:ext cx="5588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lap</a:t>
            </a:r>
            <a:r>
              <a:rPr kumimoji="0" sz="1400" b="0" i="1" u="none" strike="noStrike" kern="1200" cap="none" spc="-2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1400" b="0" i="1" u="none" strike="noStrike" kern="1200" cap="none" spc="-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</a:t>
            </a:r>
            <a:r>
              <a:rPr kumimoji="0" sz="1400" b="0" i="1" u="none" strike="noStrike" kern="1200" cap="none" spc="-1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33994" y="4581686"/>
            <a:ext cx="327157" cy="2045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663435" y="719327"/>
            <a:ext cx="2112645" cy="1119505"/>
            <a:chOff x="6663435" y="719327"/>
            <a:chExt cx="2112645" cy="1119505"/>
          </a:xfrm>
        </p:grpSpPr>
        <p:sp>
          <p:nvSpPr>
            <p:cNvPr id="15" name="object 15"/>
            <p:cNvSpPr/>
            <p:nvPr/>
          </p:nvSpPr>
          <p:spPr>
            <a:xfrm>
              <a:off x="7039736" y="719327"/>
              <a:ext cx="76200" cy="293370"/>
            </a:xfrm>
            <a:custGeom>
              <a:avLst/>
              <a:gdLst/>
              <a:ahLst/>
              <a:cxnLst/>
              <a:rect l="l" t="t" r="r" b="b"/>
              <a:pathLst>
                <a:path w="76200" h="293369">
                  <a:moveTo>
                    <a:pt x="31728" y="216609"/>
                  </a:moveTo>
                  <a:lnTo>
                    <a:pt x="0" y="216662"/>
                  </a:lnTo>
                  <a:lnTo>
                    <a:pt x="38227" y="292862"/>
                  </a:lnTo>
                  <a:lnTo>
                    <a:pt x="69818" y="229362"/>
                  </a:lnTo>
                  <a:lnTo>
                    <a:pt x="31750" y="229362"/>
                  </a:lnTo>
                  <a:lnTo>
                    <a:pt x="31728" y="216609"/>
                  </a:lnTo>
                  <a:close/>
                </a:path>
                <a:path w="76200" h="293369">
                  <a:moveTo>
                    <a:pt x="44428" y="216587"/>
                  </a:moveTo>
                  <a:lnTo>
                    <a:pt x="31728" y="216609"/>
                  </a:lnTo>
                  <a:lnTo>
                    <a:pt x="31750" y="229362"/>
                  </a:lnTo>
                  <a:lnTo>
                    <a:pt x="44450" y="229362"/>
                  </a:lnTo>
                  <a:lnTo>
                    <a:pt x="44428" y="216587"/>
                  </a:lnTo>
                  <a:close/>
                </a:path>
                <a:path w="76200" h="293369">
                  <a:moveTo>
                    <a:pt x="76200" y="216535"/>
                  </a:moveTo>
                  <a:lnTo>
                    <a:pt x="44428" y="216587"/>
                  </a:lnTo>
                  <a:lnTo>
                    <a:pt x="44450" y="229362"/>
                  </a:lnTo>
                  <a:lnTo>
                    <a:pt x="69818" y="229362"/>
                  </a:lnTo>
                  <a:lnTo>
                    <a:pt x="76200" y="216535"/>
                  </a:lnTo>
                  <a:close/>
                </a:path>
                <a:path w="76200" h="293369">
                  <a:moveTo>
                    <a:pt x="44069" y="0"/>
                  </a:moveTo>
                  <a:lnTo>
                    <a:pt x="31369" y="0"/>
                  </a:lnTo>
                  <a:lnTo>
                    <a:pt x="31728" y="216609"/>
                  </a:lnTo>
                  <a:lnTo>
                    <a:pt x="44428" y="216587"/>
                  </a:lnTo>
                  <a:lnTo>
                    <a:pt x="44069" y="0"/>
                  </a:lnTo>
                  <a:close/>
                </a:path>
              </a:pathLst>
            </a:custGeom>
            <a:solidFill>
              <a:srgbClr val="17714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6669785" y="1711452"/>
              <a:ext cx="336550" cy="0"/>
            </a:xfrm>
            <a:custGeom>
              <a:avLst/>
              <a:gdLst/>
              <a:ahLst/>
              <a:cxnLst/>
              <a:rect l="l" t="t" r="r" b="b"/>
              <a:pathLst>
                <a:path w="336550">
                  <a:moveTo>
                    <a:pt x="0" y="0"/>
                  </a:moveTo>
                  <a:lnTo>
                    <a:pt x="336042" y="0"/>
                  </a:lnTo>
                </a:path>
              </a:pathLst>
            </a:custGeom>
            <a:ln w="1219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6669785" y="1716405"/>
              <a:ext cx="479425" cy="0"/>
            </a:xfrm>
            <a:custGeom>
              <a:avLst/>
              <a:gdLst/>
              <a:ahLst/>
              <a:cxnLst/>
              <a:rect l="l" t="t" r="r" b="b"/>
              <a:pathLst>
                <a:path w="479425">
                  <a:moveTo>
                    <a:pt x="0" y="0"/>
                  </a:moveTo>
                  <a:lnTo>
                    <a:pt x="479298" y="0"/>
                  </a:lnTo>
                </a:path>
              </a:pathLst>
            </a:custGeom>
            <a:ln w="3175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8575547" y="1711452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09">
                  <a:moveTo>
                    <a:pt x="0" y="0"/>
                  </a:moveTo>
                  <a:lnTo>
                    <a:pt x="194182" y="0"/>
                  </a:lnTo>
                </a:path>
              </a:pathLst>
            </a:custGeom>
            <a:ln w="1219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6669785" y="1716405"/>
              <a:ext cx="2099945" cy="6350"/>
            </a:xfrm>
            <a:custGeom>
              <a:avLst/>
              <a:gdLst/>
              <a:ahLst/>
              <a:cxnLst/>
              <a:rect l="l" t="t" r="r" b="b"/>
              <a:pathLst>
                <a:path w="2099945" h="6350">
                  <a:moveTo>
                    <a:pt x="1905762" y="0"/>
                  </a:moveTo>
                  <a:lnTo>
                    <a:pt x="2099945" y="0"/>
                  </a:lnTo>
                </a:path>
                <a:path w="2099945" h="6350">
                  <a:moveTo>
                    <a:pt x="0" y="6096"/>
                  </a:moveTo>
                  <a:lnTo>
                    <a:pt x="2099945" y="6096"/>
                  </a:lnTo>
                </a:path>
              </a:pathLst>
            </a:custGeom>
            <a:ln w="3175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6862571" y="1630680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09" h="86994">
                  <a:moveTo>
                    <a:pt x="143255" y="0"/>
                  </a:moveTo>
                  <a:lnTo>
                    <a:pt x="0" y="0"/>
                  </a:lnTo>
                  <a:lnTo>
                    <a:pt x="0" y="86867"/>
                  </a:lnTo>
                  <a:lnTo>
                    <a:pt x="143255" y="8686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6862571" y="1630680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09" h="86994">
                  <a:moveTo>
                    <a:pt x="0" y="86867"/>
                  </a:moveTo>
                  <a:lnTo>
                    <a:pt x="143255" y="8686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8686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7005827" y="1011936"/>
              <a:ext cx="143510" cy="706120"/>
            </a:xfrm>
            <a:custGeom>
              <a:avLst/>
              <a:gdLst/>
              <a:ahLst/>
              <a:cxnLst/>
              <a:rect l="l" t="t" r="r" b="b"/>
              <a:pathLst>
                <a:path w="143509" h="706119">
                  <a:moveTo>
                    <a:pt x="143255" y="0"/>
                  </a:moveTo>
                  <a:lnTo>
                    <a:pt x="0" y="0"/>
                  </a:lnTo>
                  <a:lnTo>
                    <a:pt x="0" y="705612"/>
                  </a:lnTo>
                  <a:lnTo>
                    <a:pt x="143255" y="705612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005827" y="1011936"/>
              <a:ext cx="143510" cy="706120"/>
            </a:xfrm>
            <a:custGeom>
              <a:avLst/>
              <a:gdLst/>
              <a:ahLst/>
              <a:cxnLst/>
              <a:rect l="l" t="t" r="r" b="b"/>
              <a:pathLst>
                <a:path w="143509" h="706119">
                  <a:moveTo>
                    <a:pt x="0" y="705612"/>
                  </a:moveTo>
                  <a:lnTo>
                    <a:pt x="143255" y="705612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705612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7149083" y="1534667"/>
              <a:ext cx="142240" cy="182880"/>
            </a:xfrm>
            <a:custGeom>
              <a:avLst/>
              <a:gdLst/>
              <a:ahLst/>
              <a:cxnLst/>
              <a:rect l="l" t="t" r="r" b="b"/>
              <a:pathLst>
                <a:path w="142240" h="182880">
                  <a:moveTo>
                    <a:pt x="141731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141731" y="182879"/>
                  </a:lnTo>
                  <a:lnTo>
                    <a:pt x="14173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7149083" y="1534667"/>
              <a:ext cx="142240" cy="182880"/>
            </a:xfrm>
            <a:custGeom>
              <a:avLst/>
              <a:gdLst/>
              <a:ahLst/>
              <a:cxnLst/>
              <a:rect l="l" t="t" r="r" b="b"/>
              <a:pathLst>
                <a:path w="142240" h="182880">
                  <a:moveTo>
                    <a:pt x="0" y="182879"/>
                  </a:moveTo>
                  <a:lnTo>
                    <a:pt x="141731" y="182879"/>
                  </a:lnTo>
                  <a:lnTo>
                    <a:pt x="141731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7290815" y="1426463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143255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143255" y="29108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7290815" y="1426463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0" y="291084"/>
                  </a:moveTo>
                  <a:lnTo>
                    <a:pt x="143255" y="29108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7434071" y="1630680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09" h="86994">
                  <a:moveTo>
                    <a:pt x="143255" y="0"/>
                  </a:moveTo>
                  <a:lnTo>
                    <a:pt x="0" y="0"/>
                  </a:lnTo>
                  <a:lnTo>
                    <a:pt x="0" y="86867"/>
                  </a:lnTo>
                  <a:lnTo>
                    <a:pt x="143255" y="8686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7434071" y="1630680"/>
              <a:ext cx="143510" cy="86995"/>
            </a:xfrm>
            <a:custGeom>
              <a:avLst/>
              <a:gdLst/>
              <a:ahLst/>
              <a:cxnLst/>
              <a:rect l="l" t="t" r="r" b="b"/>
              <a:pathLst>
                <a:path w="143509" h="86994">
                  <a:moveTo>
                    <a:pt x="0" y="86867"/>
                  </a:moveTo>
                  <a:lnTo>
                    <a:pt x="143255" y="8686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8686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7575803" y="1403604"/>
              <a:ext cx="143510" cy="314325"/>
            </a:xfrm>
            <a:custGeom>
              <a:avLst/>
              <a:gdLst/>
              <a:ahLst/>
              <a:cxnLst/>
              <a:rect l="l" t="t" r="r" b="b"/>
              <a:pathLst>
                <a:path w="143509" h="314325">
                  <a:moveTo>
                    <a:pt x="143255" y="0"/>
                  </a:moveTo>
                  <a:lnTo>
                    <a:pt x="0" y="0"/>
                  </a:lnTo>
                  <a:lnTo>
                    <a:pt x="0" y="313944"/>
                  </a:lnTo>
                  <a:lnTo>
                    <a:pt x="143255" y="31394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7575803" y="1403604"/>
              <a:ext cx="143510" cy="314325"/>
            </a:xfrm>
            <a:custGeom>
              <a:avLst/>
              <a:gdLst/>
              <a:ahLst/>
              <a:cxnLst/>
              <a:rect l="l" t="t" r="r" b="b"/>
              <a:pathLst>
                <a:path w="143509" h="314325">
                  <a:moveTo>
                    <a:pt x="0" y="313944"/>
                  </a:moveTo>
                  <a:lnTo>
                    <a:pt x="143255" y="31394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31394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7719059" y="1426463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143255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143255" y="29108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719059" y="1426463"/>
              <a:ext cx="143510" cy="291465"/>
            </a:xfrm>
            <a:custGeom>
              <a:avLst/>
              <a:gdLst/>
              <a:ahLst/>
              <a:cxnLst/>
              <a:rect l="l" t="t" r="r" b="b"/>
              <a:pathLst>
                <a:path w="143509" h="291464">
                  <a:moveTo>
                    <a:pt x="0" y="291084"/>
                  </a:moveTo>
                  <a:lnTo>
                    <a:pt x="143255" y="29108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8004047" y="1584960"/>
              <a:ext cx="143510" cy="132715"/>
            </a:xfrm>
            <a:custGeom>
              <a:avLst/>
              <a:gdLst/>
              <a:ahLst/>
              <a:cxnLst/>
              <a:rect l="l" t="t" r="r" b="b"/>
              <a:pathLst>
                <a:path w="143509" h="132714">
                  <a:moveTo>
                    <a:pt x="143255" y="0"/>
                  </a:moveTo>
                  <a:lnTo>
                    <a:pt x="0" y="0"/>
                  </a:lnTo>
                  <a:lnTo>
                    <a:pt x="0" y="132587"/>
                  </a:lnTo>
                  <a:lnTo>
                    <a:pt x="143255" y="13258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8004047" y="1584960"/>
              <a:ext cx="143510" cy="132715"/>
            </a:xfrm>
            <a:custGeom>
              <a:avLst/>
              <a:gdLst/>
              <a:ahLst/>
              <a:cxnLst/>
              <a:rect l="l" t="t" r="r" b="b"/>
              <a:pathLst>
                <a:path w="143509" h="132714">
                  <a:moveTo>
                    <a:pt x="0" y="132587"/>
                  </a:moveTo>
                  <a:lnTo>
                    <a:pt x="143255" y="13258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13258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8147303" y="1479804"/>
              <a:ext cx="143510" cy="238125"/>
            </a:xfrm>
            <a:custGeom>
              <a:avLst/>
              <a:gdLst/>
              <a:ahLst/>
              <a:cxnLst/>
              <a:rect l="l" t="t" r="r" b="b"/>
              <a:pathLst>
                <a:path w="143509" h="238125">
                  <a:moveTo>
                    <a:pt x="143255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143255" y="237744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8147303" y="1479804"/>
              <a:ext cx="143510" cy="238125"/>
            </a:xfrm>
            <a:custGeom>
              <a:avLst/>
              <a:gdLst/>
              <a:ahLst/>
              <a:cxnLst/>
              <a:rect l="l" t="t" r="r" b="b"/>
              <a:pathLst>
                <a:path w="143509" h="238125">
                  <a:moveTo>
                    <a:pt x="0" y="237744"/>
                  </a:moveTo>
                  <a:lnTo>
                    <a:pt x="143255" y="237744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237744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290559" y="1395983"/>
              <a:ext cx="143510" cy="321945"/>
            </a:xfrm>
            <a:custGeom>
              <a:avLst/>
              <a:gdLst/>
              <a:ahLst/>
              <a:cxnLst/>
              <a:rect l="l" t="t" r="r" b="b"/>
              <a:pathLst>
                <a:path w="143509" h="321944">
                  <a:moveTo>
                    <a:pt x="143255" y="0"/>
                  </a:moveTo>
                  <a:lnTo>
                    <a:pt x="0" y="0"/>
                  </a:lnTo>
                  <a:lnTo>
                    <a:pt x="0" y="321563"/>
                  </a:lnTo>
                  <a:lnTo>
                    <a:pt x="143255" y="321563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290559" y="1395983"/>
              <a:ext cx="143510" cy="321945"/>
            </a:xfrm>
            <a:custGeom>
              <a:avLst/>
              <a:gdLst/>
              <a:ahLst/>
              <a:cxnLst/>
              <a:rect l="l" t="t" r="r" b="b"/>
              <a:pathLst>
                <a:path w="143509" h="321944">
                  <a:moveTo>
                    <a:pt x="0" y="321563"/>
                  </a:moveTo>
                  <a:lnTo>
                    <a:pt x="143255" y="321563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321563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8432291" y="1661160"/>
              <a:ext cx="143510" cy="56515"/>
            </a:xfrm>
            <a:custGeom>
              <a:avLst/>
              <a:gdLst/>
              <a:ahLst/>
              <a:cxnLst/>
              <a:rect l="l" t="t" r="r" b="b"/>
              <a:pathLst>
                <a:path w="143509" h="56514">
                  <a:moveTo>
                    <a:pt x="143255" y="0"/>
                  </a:moveTo>
                  <a:lnTo>
                    <a:pt x="0" y="0"/>
                  </a:lnTo>
                  <a:lnTo>
                    <a:pt x="0" y="56387"/>
                  </a:lnTo>
                  <a:lnTo>
                    <a:pt x="143255" y="5638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8432291" y="1661160"/>
              <a:ext cx="143510" cy="56515"/>
            </a:xfrm>
            <a:custGeom>
              <a:avLst/>
              <a:gdLst/>
              <a:ahLst/>
              <a:cxnLst/>
              <a:rect l="l" t="t" r="r" b="b"/>
              <a:pathLst>
                <a:path w="143509" h="56514">
                  <a:moveTo>
                    <a:pt x="0" y="56387"/>
                  </a:moveTo>
                  <a:lnTo>
                    <a:pt x="143255" y="5638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5638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863333" y="1762505"/>
              <a:ext cx="1713230" cy="76200"/>
            </a:xfrm>
            <a:custGeom>
              <a:avLst/>
              <a:gdLst/>
              <a:ahLst/>
              <a:cxnLst/>
              <a:rect l="l" t="t" r="r" b="b"/>
              <a:pathLst>
                <a:path w="171322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6"/>
                  </a:lnTo>
                  <a:lnTo>
                    <a:pt x="63500" y="48006"/>
                  </a:lnTo>
                  <a:lnTo>
                    <a:pt x="63500" y="28194"/>
                  </a:lnTo>
                  <a:lnTo>
                    <a:pt x="76200" y="28194"/>
                  </a:lnTo>
                  <a:lnTo>
                    <a:pt x="76200" y="0"/>
                  </a:lnTo>
                  <a:close/>
                </a:path>
                <a:path w="1713229" h="76200">
                  <a:moveTo>
                    <a:pt x="1636649" y="0"/>
                  </a:moveTo>
                  <a:lnTo>
                    <a:pt x="1636649" y="76200"/>
                  </a:lnTo>
                  <a:lnTo>
                    <a:pt x="1693036" y="48006"/>
                  </a:lnTo>
                  <a:lnTo>
                    <a:pt x="1649349" y="48006"/>
                  </a:lnTo>
                  <a:lnTo>
                    <a:pt x="1649349" y="28194"/>
                  </a:lnTo>
                  <a:lnTo>
                    <a:pt x="1693037" y="28194"/>
                  </a:lnTo>
                  <a:lnTo>
                    <a:pt x="1636649" y="0"/>
                  </a:lnTo>
                  <a:close/>
                </a:path>
                <a:path w="1713229" h="76200">
                  <a:moveTo>
                    <a:pt x="76200" y="28194"/>
                  </a:moveTo>
                  <a:lnTo>
                    <a:pt x="63500" y="28194"/>
                  </a:lnTo>
                  <a:lnTo>
                    <a:pt x="63500" y="48006"/>
                  </a:lnTo>
                  <a:lnTo>
                    <a:pt x="76200" y="48006"/>
                  </a:lnTo>
                  <a:lnTo>
                    <a:pt x="76200" y="28194"/>
                  </a:lnTo>
                  <a:close/>
                </a:path>
                <a:path w="1713229" h="76200">
                  <a:moveTo>
                    <a:pt x="1636649" y="28194"/>
                  </a:moveTo>
                  <a:lnTo>
                    <a:pt x="76200" y="28194"/>
                  </a:lnTo>
                  <a:lnTo>
                    <a:pt x="76200" y="48006"/>
                  </a:lnTo>
                  <a:lnTo>
                    <a:pt x="1636649" y="48006"/>
                  </a:lnTo>
                  <a:lnTo>
                    <a:pt x="1636649" y="28194"/>
                  </a:lnTo>
                  <a:close/>
                </a:path>
                <a:path w="1713229" h="76200">
                  <a:moveTo>
                    <a:pt x="1693037" y="28194"/>
                  </a:moveTo>
                  <a:lnTo>
                    <a:pt x="1649349" y="28194"/>
                  </a:lnTo>
                  <a:lnTo>
                    <a:pt x="1649349" y="48006"/>
                  </a:lnTo>
                  <a:lnTo>
                    <a:pt x="1693036" y="48006"/>
                  </a:lnTo>
                  <a:lnTo>
                    <a:pt x="1712849" y="38100"/>
                  </a:lnTo>
                  <a:lnTo>
                    <a:pt x="1693037" y="28194"/>
                  </a:lnTo>
                  <a:close/>
                </a:path>
              </a:pathLst>
            </a:custGeom>
            <a:solidFill>
              <a:srgbClr val="17714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7895843" y="955547"/>
              <a:ext cx="76200" cy="2331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3299736" y="1917954"/>
            <a:ext cx="5082540" cy="3733165"/>
            <a:chOff x="3299736" y="1917954"/>
            <a:chExt cx="5082540" cy="3733165"/>
          </a:xfrm>
        </p:grpSpPr>
        <p:sp>
          <p:nvSpPr>
            <p:cNvPr id="45" name="object 45"/>
            <p:cNvSpPr/>
            <p:nvPr/>
          </p:nvSpPr>
          <p:spPr>
            <a:xfrm>
              <a:off x="5319098" y="4558439"/>
              <a:ext cx="328619" cy="20457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5791199" y="4329683"/>
              <a:ext cx="166115" cy="1569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5791199" y="4536948"/>
              <a:ext cx="166115" cy="15697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5791199" y="4744211"/>
              <a:ext cx="166115" cy="15697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5791199" y="4951476"/>
              <a:ext cx="166115" cy="1569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5685281" y="4246626"/>
              <a:ext cx="365760" cy="957580"/>
            </a:xfrm>
            <a:custGeom>
              <a:avLst/>
              <a:gdLst/>
              <a:ahLst/>
              <a:cxnLst/>
              <a:rect l="l" t="t" r="r" b="b"/>
              <a:pathLst>
                <a:path w="365760" h="957579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896112"/>
                  </a:lnTo>
                  <a:lnTo>
                    <a:pt x="360967" y="919835"/>
                  </a:lnTo>
                  <a:lnTo>
                    <a:pt x="347900" y="939212"/>
                  </a:lnTo>
                  <a:lnTo>
                    <a:pt x="328523" y="952279"/>
                  </a:lnTo>
                  <a:lnTo>
                    <a:pt x="304800" y="957072"/>
                  </a:lnTo>
                  <a:lnTo>
                    <a:pt x="60959" y="957072"/>
                  </a:lnTo>
                  <a:lnTo>
                    <a:pt x="37236" y="952279"/>
                  </a:lnTo>
                  <a:lnTo>
                    <a:pt x="17859" y="939212"/>
                  </a:lnTo>
                  <a:lnTo>
                    <a:pt x="4792" y="919835"/>
                  </a:lnTo>
                  <a:lnTo>
                    <a:pt x="0" y="896112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5812408" y="5203698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38061"/>
                  </a:lnTo>
                  <a:lnTo>
                    <a:pt x="65658" y="438061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599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6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159" y="19557"/>
                  </a:moveTo>
                  <a:lnTo>
                    <a:pt x="65658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6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599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438150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438150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438150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5891783" y="5317236"/>
              <a:ext cx="236220" cy="27736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5919509" y="3965697"/>
              <a:ext cx="327219" cy="20238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5812408" y="3819905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427354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427354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4722875" y="4297680"/>
              <a:ext cx="166115" cy="15849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4722875" y="4504944"/>
              <a:ext cx="166115" cy="15849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4722875" y="4712208"/>
              <a:ext cx="166115" cy="15849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722875" y="4919472"/>
              <a:ext cx="166115" cy="15849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616957" y="4216146"/>
              <a:ext cx="365760" cy="957580"/>
            </a:xfrm>
            <a:custGeom>
              <a:avLst/>
              <a:gdLst/>
              <a:ahLst/>
              <a:cxnLst/>
              <a:rect l="l" t="t" r="r" b="b"/>
              <a:pathLst>
                <a:path w="365760" h="957579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59"/>
                  </a:lnTo>
                  <a:lnTo>
                    <a:pt x="365759" y="896111"/>
                  </a:lnTo>
                  <a:lnTo>
                    <a:pt x="360967" y="919835"/>
                  </a:lnTo>
                  <a:lnTo>
                    <a:pt x="347900" y="939212"/>
                  </a:lnTo>
                  <a:lnTo>
                    <a:pt x="328523" y="952279"/>
                  </a:lnTo>
                  <a:lnTo>
                    <a:pt x="304800" y="957071"/>
                  </a:lnTo>
                  <a:lnTo>
                    <a:pt x="60959" y="957071"/>
                  </a:lnTo>
                  <a:lnTo>
                    <a:pt x="37236" y="952279"/>
                  </a:lnTo>
                  <a:lnTo>
                    <a:pt x="17859" y="939212"/>
                  </a:lnTo>
                  <a:lnTo>
                    <a:pt x="4792" y="919835"/>
                  </a:lnTo>
                  <a:lnTo>
                    <a:pt x="0" y="896111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4744084" y="5173218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2" y="39224"/>
                  </a:moveTo>
                  <a:lnTo>
                    <a:pt x="45847" y="56206"/>
                  </a:lnTo>
                  <a:lnTo>
                    <a:pt x="45847" y="438061"/>
                  </a:lnTo>
                  <a:lnTo>
                    <a:pt x="65659" y="438061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599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6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6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599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438150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438150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438150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4838699" y="5317236"/>
              <a:ext cx="236220" cy="27736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4851332" y="3965697"/>
              <a:ext cx="328522" cy="20238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4447275" y="2530150"/>
              <a:ext cx="318272" cy="18597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4722875" y="2810256"/>
              <a:ext cx="166115" cy="17373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4722875" y="3041904"/>
              <a:ext cx="166115" cy="1752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4722875" y="3275076"/>
              <a:ext cx="166115" cy="17373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4722875" y="3506724"/>
              <a:ext cx="166115" cy="1752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4616957" y="2716530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3918966" y="3230752"/>
              <a:ext cx="936625" cy="986155"/>
            </a:xfrm>
            <a:custGeom>
              <a:avLst/>
              <a:gdLst/>
              <a:ahLst/>
              <a:cxnLst/>
              <a:rect l="l" t="t" r="r" b="b"/>
              <a:pathLst>
                <a:path w="936625" h="986154">
                  <a:moveTo>
                    <a:pt x="699262" y="55753"/>
                  </a:moveTo>
                  <a:lnTo>
                    <a:pt x="682269" y="45847"/>
                  </a:lnTo>
                  <a:lnTo>
                    <a:pt x="608457" y="2794"/>
                  </a:lnTo>
                  <a:lnTo>
                    <a:pt x="603758" y="0"/>
                  </a:ln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43039" y="45847"/>
                  </a:lnTo>
                  <a:lnTo>
                    <a:pt x="0" y="45847"/>
                  </a:lnTo>
                  <a:lnTo>
                    <a:pt x="0" y="65659"/>
                  </a:lnTo>
                  <a:lnTo>
                    <a:pt x="643039" y="65659"/>
                  </a:ln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69" y="65659"/>
                  </a:lnTo>
                  <a:lnTo>
                    <a:pt x="699262" y="55753"/>
                  </a:lnTo>
                  <a:close/>
                </a:path>
                <a:path w="936625" h="986154">
                  <a:moveTo>
                    <a:pt x="936625" y="654177"/>
                  </a:moveTo>
                  <a:lnTo>
                    <a:pt x="933831" y="649478"/>
                  </a:lnTo>
                  <a:lnTo>
                    <a:pt x="892276" y="578231"/>
                  </a:lnTo>
                  <a:lnTo>
                    <a:pt x="880872" y="558673"/>
                  </a:lnTo>
                  <a:lnTo>
                    <a:pt x="827913" y="649478"/>
                  </a:lnTo>
                  <a:lnTo>
                    <a:pt x="825119" y="654177"/>
                  </a:lnTo>
                  <a:lnTo>
                    <a:pt x="826643" y="660273"/>
                  </a:lnTo>
                  <a:lnTo>
                    <a:pt x="831469" y="663067"/>
                  </a:lnTo>
                  <a:lnTo>
                    <a:pt x="836168" y="665861"/>
                  </a:lnTo>
                  <a:lnTo>
                    <a:pt x="842264" y="664210"/>
                  </a:lnTo>
                  <a:lnTo>
                    <a:pt x="844931" y="659511"/>
                  </a:lnTo>
                  <a:lnTo>
                    <a:pt x="870953" y="614883"/>
                  </a:lnTo>
                  <a:lnTo>
                    <a:pt x="870966" y="578231"/>
                  </a:lnTo>
                  <a:lnTo>
                    <a:pt x="870966" y="614883"/>
                  </a:lnTo>
                  <a:lnTo>
                    <a:pt x="870966" y="985647"/>
                  </a:lnTo>
                  <a:lnTo>
                    <a:pt x="890778" y="985647"/>
                  </a:lnTo>
                  <a:lnTo>
                    <a:pt x="890778" y="614883"/>
                  </a:lnTo>
                  <a:lnTo>
                    <a:pt x="916813" y="659511"/>
                  </a:lnTo>
                  <a:lnTo>
                    <a:pt x="919480" y="664210"/>
                  </a:lnTo>
                  <a:lnTo>
                    <a:pt x="925576" y="665861"/>
                  </a:lnTo>
                  <a:lnTo>
                    <a:pt x="930275" y="663067"/>
                  </a:lnTo>
                  <a:lnTo>
                    <a:pt x="935101" y="660273"/>
                  </a:lnTo>
                  <a:lnTo>
                    <a:pt x="936625" y="65417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4032503" y="2959608"/>
              <a:ext cx="426720" cy="292608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3299736" y="2548300"/>
              <a:ext cx="308976" cy="17482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3649979" y="2813304"/>
              <a:ext cx="166115" cy="1752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3649979" y="3046476"/>
              <a:ext cx="166115" cy="17373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3649979" y="3278124"/>
              <a:ext cx="166115" cy="1752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3649979" y="3511296"/>
              <a:ext cx="166115" cy="17373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3544061" y="2721102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4985765" y="3227705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4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4"/>
                  </a:lnTo>
                  <a:close/>
                </a:path>
                <a:path w="699770" h="111760">
                  <a:moveTo>
                    <a:pt x="679704" y="47244"/>
                  </a:moveTo>
                  <a:lnTo>
                    <a:pt x="674624" y="47244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5099303" y="2959608"/>
              <a:ext cx="426720" cy="292608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5465216" y="2511552"/>
              <a:ext cx="327317" cy="21387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5791199" y="2840736"/>
              <a:ext cx="166115" cy="1752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5791199" y="3072384"/>
              <a:ext cx="166115" cy="1752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5791199" y="3305556"/>
              <a:ext cx="166115" cy="1752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5791199" y="3537204"/>
              <a:ext cx="166115" cy="1752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5685281" y="2747010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5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59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5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6519762" y="2511552"/>
              <a:ext cx="330490" cy="213876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6742938" y="2756154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6043421" y="3236849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2"/>
                  </a:moveTo>
                  <a:lnTo>
                    <a:pt x="598424" y="91693"/>
                  </a:lnTo>
                  <a:lnTo>
                    <a:pt x="593725" y="94361"/>
                  </a:lnTo>
                  <a:lnTo>
                    <a:pt x="592074" y="100456"/>
                  </a:lnTo>
                  <a:lnTo>
                    <a:pt x="594868" y="105155"/>
                  </a:lnTo>
                  <a:lnTo>
                    <a:pt x="597661" y="109981"/>
                  </a:lnTo>
                  <a:lnTo>
                    <a:pt x="603757" y="111505"/>
                  </a:lnTo>
                  <a:lnTo>
                    <a:pt x="608456" y="108712"/>
                  </a:lnTo>
                  <a:lnTo>
                    <a:pt x="682276" y="65659"/>
                  </a:lnTo>
                  <a:lnTo>
                    <a:pt x="679703" y="65659"/>
                  </a:lnTo>
                  <a:lnTo>
                    <a:pt x="679703" y="64262"/>
                  </a:lnTo>
                  <a:lnTo>
                    <a:pt x="674624" y="64262"/>
                  </a:lnTo>
                  <a:lnTo>
                    <a:pt x="660037" y="55752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2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3" y="45847"/>
                  </a:lnTo>
                  <a:lnTo>
                    <a:pt x="679703" y="65659"/>
                  </a:lnTo>
                  <a:lnTo>
                    <a:pt x="682276" y="65659"/>
                  </a:lnTo>
                  <a:lnTo>
                    <a:pt x="699261" y="55752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2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3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3" y="64262"/>
                  </a:lnTo>
                  <a:lnTo>
                    <a:pt x="679703" y="47243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1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2"/>
                  </a:lnTo>
                  <a:lnTo>
                    <a:pt x="674624" y="47243"/>
                  </a:lnTo>
                  <a:lnTo>
                    <a:pt x="679703" y="47243"/>
                  </a:lnTo>
                  <a:lnTo>
                    <a:pt x="679703" y="45847"/>
                  </a:lnTo>
                  <a:lnTo>
                    <a:pt x="682276" y="45847"/>
                  </a:lnTo>
                  <a:lnTo>
                    <a:pt x="608456" y="2793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6155435" y="2959608"/>
              <a:ext cx="428243" cy="292608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6387247" y="4558439"/>
              <a:ext cx="330490" cy="204577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6847332" y="4338827"/>
              <a:ext cx="166115" cy="1569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6847332" y="4546092"/>
              <a:ext cx="166115" cy="15697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6847332" y="4753355"/>
              <a:ext cx="166115" cy="1569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6847332" y="4960620"/>
              <a:ext cx="166115" cy="1569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6742938" y="4257294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59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59"/>
                  </a:lnTo>
                  <a:lnTo>
                    <a:pt x="365759" y="894587"/>
                  </a:lnTo>
                  <a:lnTo>
                    <a:pt x="360967" y="918311"/>
                  </a:lnTo>
                  <a:lnTo>
                    <a:pt x="347900" y="937688"/>
                  </a:lnTo>
                  <a:lnTo>
                    <a:pt x="328523" y="950755"/>
                  </a:lnTo>
                  <a:lnTo>
                    <a:pt x="304800" y="955547"/>
                  </a:lnTo>
                  <a:lnTo>
                    <a:pt x="60959" y="955547"/>
                  </a:lnTo>
                  <a:lnTo>
                    <a:pt x="37236" y="950755"/>
                  </a:lnTo>
                  <a:lnTo>
                    <a:pt x="17859" y="937688"/>
                  </a:lnTo>
                  <a:lnTo>
                    <a:pt x="4792" y="918311"/>
                  </a:lnTo>
                  <a:lnTo>
                    <a:pt x="0" y="894587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1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6870064" y="5212842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59" h="438150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38061"/>
                  </a:lnTo>
                  <a:lnTo>
                    <a:pt x="65658" y="438061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59" h="438150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599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6"/>
                  </a:lnTo>
                  <a:lnTo>
                    <a:pt x="19811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59" h="438150">
                  <a:moveTo>
                    <a:pt x="67159" y="19557"/>
                  </a:moveTo>
                  <a:lnTo>
                    <a:pt x="65658" y="19557"/>
                  </a:lnTo>
                  <a:lnTo>
                    <a:pt x="65658" y="56206"/>
                  </a:lnTo>
                  <a:lnTo>
                    <a:pt x="91693" y="100837"/>
                  </a:lnTo>
                  <a:lnTo>
                    <a:pt x="94360" y="105536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599"/>
                  </a:lnTo>
                  <a:lnTo>
                    <a:pt x="111505" y="95503"/>
                  </a:lnTo>
                  <a:lnTo>
                    <a:pt x="108711" y="90804"/>
                  </a:lnTo>
                  <a:lnTo>
                    <a:pt x="67159" y="19557"/>
                  </a:lnTo>
                  <a:close/>
                </a:path>
                <a:path w="111759" h="438150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59" h="438150">
                  <a:moveTo>
                    <a:pt x="65658" y="24637"/>
                  </a:moveTo>
                  <a:lnTo>
                    <a:pt x="64261" y="24637"/>
                  </a:lnTo>
                  <a:lnTo>
                    <a:pt x="55752" y="39224"/>
                  </a:lnTo>
                  <a:lnTo>
                    <a:pt x="65658" y="56206"/>
                  </a:lnTo>
                  <a:lnTo>
                    <a:pt x="65658" y="24637"/>
                  </a:lnTo>
                  <a:close/>
                </a:path>
                <a:path w="111759" h="438150">
                  <a:moveTo>
                    <a:pt x="64261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1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6949439" y="5317236"/>
              <a:ext cx="236220" cy="27736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6977165" y="3965697"/>
              <a:ext cx="327219" cy="20238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6870064" y="3829050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59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59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1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59" h="427354">
                  <a:moveTo>
                    <a:pt x="67159" y="19557"/>
                  </a:moveTo>
                  <a:lnTo>
                    <a:pt x="65658" y="19557"/>
                  </a:lnTo>
                  <a:lnTo>
                    <a:pt x="65658" y="56206"/>
                  </a:lnTo>
                  <a:lnTo>
                    <a:pt x="91693" y="100837"/>
                  </a:lnTo>
                  <a:lnTo>
                    <a:pt x="94360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1" y="90805"/>
                  </a:lnTo>
                  <a:lnTo>
                    <a:pt x="67159" y="19557"/>
                  </a:lnTo>
                  <a:close/>
                </a:path>
                <a:path w="111759" h="427354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59" h="427354">
                  <a:moveTo>
                    <a:pt x="65658" y="24637"/>
                  </a:moveTo>
                  <a:lnTo>
                    <a:pt x="64261" y="24637"/>
                  </a:lnTo>
                  <a:lnTo>
                    <a:pt x="55752" y="39224"/>
                  </a:lnTo>
                  <a:lnTo>
                    <a:pt x="65658" y="56206"/>
                  </a:lnTo>
                  <a:lnTo>
                    <a:pt x="65658" y="24637"/>
                  </a:lnTo>
                  <a:close/>
                </a:path>
                <a:path w="111759" h="427354">
                  <a:moveTo>
                    <a:pt x="64261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1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6847332" y="2849880"/>
              <a:ext cx="166115" cy="1752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6847332" y="3081528"/>
              <a:ext cx="166115" cy="1752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6847332" y="3314700"/>
              <a:ext cx="166115" cy="1752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47332" y="3546348"/>
              <a:ext cx="166115" cy="175259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7119365" y="3227705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7" y="105156"/>
                  </a:lnTo>
                  <a:lnTo>
                    <a:pt x="597661" y="109982"/>
                  </a:lnTo>
                  <a:lnTo>
                    <a:pt x="603757" y="111506"/>
                  </a:lnTo>
                  <a:lnTo>
                    <a:pt x="608456" y="108712"/>
                  </a:lnTo>
                  <a:lnTo>
                    <a:pt x="682276" y="65659"/>
                  </a:lnTo>
                  <a:lnTo>
                    <a:pt x="679703" y="65659"/>
                  </a:lnTo>
                  <a:lnTo>
                    <a:pt x="679703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3" y="45847"/>
                  </a:lnTo>
                  <a:lnTo>
                    <a:pt x="679703" y="65659"/>
                  </a:lnTo>
                  <a:lnTo>
                    <a:pt x="682276" y="65659"/>
                  </a:lnTo>
                  <a:lnTo>
                    <a:pt x="699261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4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4"/>
                  </a:lnTo>
                  <a:close/>
                </a:path>
                <a:path w="699770" h="111760">
                  <a:moveTo>
                    <a:pt x="679703" y="47244"/>
                  </a:moveTo>
                  <a:lnTo>
                    <a:pt x="674624" y="47244"/>
                  </a:lnTo>
                  <a:lnTo>
                    <a:pt x="674624" y="64262"/>
                  </a:lnTo>
                  <a:lnTo>
                    <a:pt x="679703" y="64262"/>
                  </a:lnTo>
                  <a:lnTo>
                    <a:pt x="679703" y="47244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1" y="1524"/>
                  </a:lnTo>
                  <a:lnTo>
                    <a:pt x="594867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4"/>
                  </a:lnTo>
                  <a:lnTo>
                    <a:pt x="679703" y="47244"/>
                  </a:lnTo>
                  <a:lnTo>
                    <a:pt x="679703" y="45847"/>
                  </a:lnTo>
                  <a:lnTo>
                    <a:pt x="682276" y="45847"/>
                  </a:lnTo>
                  <a:lnTo>
                    <a:pt x="608456" y="2794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7232903" y="2959608"/>
              <a:ext cx="426720" cy="292608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7946008" y="1917954"/>
              <a:ext cx="111760" cy="829310"/>
            </a:xfrm>
            <a:custGeom>
              <a:avLst/>
              <a:gdLst/>
              <a:ahLst/>
              <a:cxnLst/>
              <a:rect l="l" t="t" r="r" b="b"/>
              <a:pathLst>
                <a:path w="111759" h="829310">
                  <a:moveTo>
                    <a:pt x="55752" y="39224"/>
                  </a:moveTo>
                  <a:lnTo>
                    <a:pt x="45847" y="56206"/>
                  </a:lnTo>
                  <a:lnTo>
                    <a:pt x="45847" y="829310"/>
                  </a:lnTo>
                  <a:lnTo>
                    <a:pt x="65659" y="829310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59" h="829310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59" h="829310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9855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59" h="829310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59" h="829310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59" h="829310">
                  <a:moveTo>
                    <a:pt x="64262" y="24637"/>
                  </a:moveTo>
                  <a:lnTo>
                    <a:pt x="47244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01583" y="2219178"/>
              <a:ext cx="205740" cy="179450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7600336" y="2534799"/>
              <a:ext cx="321340" cy="190629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7924800" y="2840736"/>
              <a:ext cx="166115" cy="1752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7924800" y="3072384"/>
              <a:ext cx="166115" cy="1752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7924800" y="3305556"/>
              <a:ext cx="166115" cy="1752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7924800" y="3537204"/>
              <a:ext cx="166115" cy="1752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7466349" y="4558439"/>
              <a:ext cx="331649" cy="204577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7924800" y="4329683"/>
              <a:ext cx="166115" cy="1569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7924800" y="4536948"/>
              <a:ext cx="166115" cy="15697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7924800" y="4744211"/>
              <a:ext cx="166115" cy="15697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7924800" y="4951476"/>
              <a:ext cx="166115" cy="1569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7818882" y="4246626"/>
              <a:ext cx="365760" cy="957580"/>
            </a:xfrm>
            <a:custGeom>
              <a:avLst/>
              <a:gdLst/>
              <a:ahLst/>
              <a:cxnLst/>
              <a:rect l="l" t="t" r="r" b="b"/>
              <a:pathLst>
                <a:path w="365759" h="957579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896112"/>
                  </a:lnTo>
                  <a:lnTo>
                    <a:pt x="360967" y="919835"/>
                  </a:lnTo>
                  <a:lnTo>
                    <a:pt x="347900" y="939212"/>
                  </a:lnTo>
                  <a:lnTo>
                    <a:pt x="328523" y="952279"/>
                  </a:lnTo>
                  <a:lnTo>
                    <a:pt x="304800" y="957072"/>
                  </a:lnTo>
                  <a:lnTo>
                    <a:pt x="60960" y="957072"/>
                  </a:lnTo>
                  <a:lnTo>
                    <a:pt x="37236" y="952279"/>
                  </a:lnTo>
                  <a:lnTo>
                    <a:pt x="17859" y="939212"/>
                  </a:lnTo>
                  <a:lnTo>
                    <a:pt x="4792" y="919835"/>
                  </a:lnTo>
                  <a:lnTo>
                    <a:pt x="0" y="896112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1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7946008" y="5203698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59" h="438150">
                  <a:moveTo>
                    <a:pt x="55752" y="39224"/>
                  </a:moveTo>
                  <a:lnTo>
                    <a:pt x="45847" y="56206"/>
                  </a:lnTo>
                  <a:lnTo>
                    <a:pt x="45847" y="438061"/>
                  </a:lnTo>
                  <a:lnTo>
                    <a:pt x="65659" y="438061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59" h="438150">
                  <a:moveTo>
                    <a:pt x="55752" y="0"/>
                  </a:moveTo>
                  <a:lnTo>
                    <a:pt x="2794" y="90804"/>
                  </a:lnTo>
                  <a:lnTo>
                    <a:pt x="0" y="95503"/>
                  </a:lnTo>
                  <a:lnTo>
                    <a:pt x="1524" y="101599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6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59" h="438150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6"/>
                  </a:lnTo>
                  <a:lnTo>
                    <a:pt x="100457" y="107187"/>
                  </a:lnTo>
                  <a:lnTo>
                    <a:pt x="109855" y="101599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59" h="438150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59" h="438150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59" h="438150">
                  <a:moveTo>
                    <a:pt x="64262" y="24637"/>
                  </a:moveTo>
                  <a:lnTo>
                    <a:pt x="47244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8025383" y="5317236"/>
              <a:ext cx="236220" cy="27736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8053256" y="3965697"/>
              <a:ext cx="328522" cy="20238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7946008" y="3819905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59" h="427354">
                  <a:moveTo>
                    <a:pt x="55752" y="39224"/>
                  </a:moveTo>
                  <a:lnTo>
                    <a:pt x="45847" y="56206"/>
                  </a:lnTo>
                  <a:lnTo>
                    <a:pt x="45847" y="426974"/>
                  </a:lnTo>
                  <a:lnTo>
                    <a:pt x="65659" y="426974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59" h="427354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5" y="105537"/>
                  </a:lnTo>
                  <a:lnTo>
                    <a:pt x="19812" y="100838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59" h="427354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8"/>
                  </a:lnTo>
                  <a:lnTo>
                    <a:pt x="94361" y="105537"/>
                  </a:lnTo>
                  <a:lnTo>
                    <a:pt x="100457" y="107188"/>
                  </a:lnTo>
                  <a:lnTo>
                    <a:pt x="109855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59" h="427354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4" y="24638"/>
                  </a:lnTo>
                  <a:lnTo>
                    <a:pt x="65659" y="24638"/>
                  </a:lnTo>
                  <a:lnTo>
                    <a:pt x="65659" y="19558"/>
                  </a:lnTo>
                  <a:close/>
                </a:path>
                <a:path w="111759" h="427354">
                  <a:moveTo>
                    <a:pt x="65659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8"/>
                  </a:lnTo>
                  <a:close/>
                </a:path>
                <a:path w="111759" h="427354">
                  <a:moveTo>
                    <a:pt x="64262" y="24638"/>
                  </a:moveTo>
                  <a:lnTo>
                    <a:pt x="47244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7818882" y="2747010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5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60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5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23" name="object 123"/>
          <p:cNvSpPr/>
          <p:nvPr/>
        </p:nvSpPr>
        <p:spPr>
          <a:xfrm>
            <a:off x="5888755" y="198319"/>
            <a:ext cx="3169879" cy="20686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6871207" y="1784731"/>
            <a:ext cx="1111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8376666" y="1788413"/>
            <a:ext cx="2794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z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177145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oo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7857743" y="1184147"/>
            <a:ext cx="152400" cy="538480"/>
            <a:chOff x="7857743" y="1184147"/>
            <a:chExt cx="152400" cy="538480"/>
          </a:xfrm>
        </p:grpSpPr>
        <p:sp>
          <p:nvSpPr>
            <p:cNvPr id="127" name="object 127"/>
            <p:cNvSpPr/>
            <p:nvPr/>
          </p:nvSpPr>
          <p:spPr>
            <a:xfrm>
              <a:off x="7862315" y="1188719"/>
              <a:ext cx="143510" cy="528955"/>
            </a:xfrm>
            <a:custGeom>
              <a:avLst/>
              <a:gdLst/>
              <a:ahLst/>
              <a:cxnLst/>
              <a:rect l="l" t="t" r="r" b="b"/>
              <a:pathLst>
                <a:path w="143509" h="528955">
                  <a:moveTo>
                    <a:pt x="143255" y="0"/>
                  </a:moveTo>
                  <a:lnTo>
                    <a:pt x="0" y="0"/>
                  </a:lnTo>
                  <a:lnTo>
                    <a:pt x="0" y="528827"/>
                  </a:lnTo>
                  <a:lnTo>
                    <a:pt x="143255" y="52882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8" name="object 128"/>
            <p:cNvSpPr/>
            <p:nvPr/>
          </p:nvSpPr>
          <p:spPr>
            <a:xfrm>
              <a:off x="7862315" y="1188719"/>
              <a:ext cx="143510" cy="528955"/>
            </a:xfrm>
            <a:custGeom>
              <a:avLst/>
              <a:gdLst/>
              <a:ahLst/>
              <a:cxnLst/>
              <a:rect l="l" t="t" r="r" b="b"/>
              <a:pathLst>
                <a:path w="143509" h="528955">
                  <a:moveTo>
                    <a:pt x="0" y="528827"/>
                  </a:moveTo>
                  <a:lnTo>
                    <a:pt x="143255" y="528827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528827"/>
                  </a:lnTo>
                  <a:close/>
                </a:path>
              </a:pathLst>
            </a:custGeom>
            <a:ln w="9144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288747" y="1200878"/>
            <a:ext cx="16611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RNN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Advantages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288748" y="1795912"/>
            <a:ext cx="3083102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0" lvl="0" indent="-28702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9085" algn="l"/>
                <a:tab pos="29972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Can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process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any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length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input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299085" marR="293370" lvl="0" indent="-2870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9085" algn="l"/>
                <a:tab pos="299720" algn="l"/>
              </a:tabLst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Computation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for step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can (in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theory)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use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information from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many 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steps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back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299085" marR="0" lvl="0" indent="-2870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9085" algn="l"/>
                <a:tab pos="29972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Model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size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doesn’t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29908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increase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for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longer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input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299085" marR="5080" lvl="0" indent="-2870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9085" algn="l"/>
                <a:tab pos="29972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Same weights applied on  every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timestep,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so there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symmetry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 how inputs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are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processed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288747" y="4867147"/>
            <a:ext cx="192658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RNN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Disadvantages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288747" y="5443020"/>
            <a:ext cx="3701846" cy="9873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lvl="0" indent="-28702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9085" algn="l"/>
                <a:tab pos="299720" algn="l"/>
              </a:tabLst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Recurrent computation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slow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299085" marR="111125" lvl="0" indent="-2870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9085" algn="l"/>
                <a:tab pos="29972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practice, difficult to 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access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information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from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many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steps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bac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k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107314" marR="0" lvl="0" indent="0" algn="l" defTabSz="914400" rtl="0" eaLnBrk="1" fontAlgn="auto" latinLnBrk="0" hangingPunct="1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FFECCD1-26A8-4567-A2B0-F5D9B819A1CA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130" grpId="0"/>
      <p:bldP spid="131" grpId="0"/>
      <p:bldP spid="13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39" y="249377"/>
            <a:ext cx="765924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/>
              <a:t>Recall: </a:t>
            </a:r>
            <a:r>
              <a:rPr spc="-5" dirty="0"/>
              <a:t>Training </a:t>
            </a:r>
            <a:r>
              <a:rPr dirty="0"/>
              <a:t>a RNN Language</a:t>
            </a:r>
            <a:r>
              <a:rPr spc="-135" dirty="0"/>
              <a:t> </a:t>
            </a:r>
            <a:r>
              <a:rPr spc="-5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040790"/>
            <a:ext cx="8579485" cy="2307042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Get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big corpus of text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which is a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sequence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</a:t>
            </a:r>
            <a:r>
              <a:rPr kumimoji="0" sz="22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words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  <a:tab pos="6383655" algn="l"/>
              </a:tabLst>
              <a:defRPr/>
            </a:pP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Feed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into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RNN-LM;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compute</a:t>
            </a:r>
            <a:r>
              <a:rPr kumimoji="0" sz="2200" b="0" i="0" u="none" strike="noStrike" kern="1200" cap="none" spc="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output</a:t>
            </a:r>
            <a:r>
              <a:rPr kumimoji="0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distribution	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for </a:t>
            </a:r>
            <a:r>
              <a:rPr kumimoji="0" sz="2200" b="0" i="1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every </a:t>
            </a:r>
            <a:r>
              <a:rPr kumimoji="0" sz="2200" b="0" i="1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step</a:t>
            </a:r>
            <a:r>
              <a:rPr kumimoji="0" sz="2200" b="0" i="1" u="none" strike="noStrike" kern="1200" cap="none" spc="-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1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.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i.e.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predict probability dist</a:t>
            </a:r>
            <a:r>
              <a:rPr kumimoji="0" lang="en-US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ribution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</a:t>
            </a:r>
            <a:r>
              <a:rPr kumimoji="0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every word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, given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words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so</a:t>
            </a:r>
            <a:r>
              <a:rPr kumimoji="0" sz="2200" b="0" i="0" u="none" strike="noStrike" kern="1200" cap="none" spc="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far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/>
              <a:defRPr/>
            </a:pPr>
            <a:endParaRPr kumimoji="0" sz="2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Loss function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on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step </a:t>
            </a:r>
            <a:r>
              <a:rPr kumimoji="0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cross-entropy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between predicted</a:t>
            </a:r>
            <a:r>
              <a:rPr kumimoji="0" sz="2200" b="0" i="0" u="none" strike="noStrike" kern="1200" cap="none" spc="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probability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78050" algn="l"/>
                <a:tab pos="5444490" algn="l"/>
                <a:tab pos="7527290" algn="l"/>
              </a:tabLst>
              <a:defRPr/>
            </a:pP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distribution	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, and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true</a:t>
            </a:r>
            <a:r>
              <a:rPr kumimoji="0" sz="22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next</a:t>
            </a:r>
            <a:r>
              <a:rPr kumimoji="0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word	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(one-hot</a:t>
            </a:r>
            <a:r>
              <a:rPr kumimoji="0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for	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):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4461713"/>
            <a:ext cx="63887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Average this to get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overall loss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for entire training</a:t>
            </a:r>
            <a:r>
              <a:rPr kumimoji="0" sz="22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set: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27751" y="5052223"/>
            <a:ext cx="4279343" cy="7128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98872" y="1539529"/>
            <a:ext cx="394489" cy="3102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99433" y="1173362"/>
            <a:ext cx="1361708" cy="2652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17333" y="3653109"/>
            <a:ext cx="6300183" cy="5592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77211" y="3006851"/>
            <a:ext cx="463295" cy="3657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49240" y="3006851"/>
            <a:ext cx="463296" cy="3657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40523" y="3006851"/>
            <a:ext cx="669035" cy="3657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49A976-123C-486F-A090-73C4BAA44E97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39" y="249377"/>
            <a:ext cx="6377183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Training </a:t>
            </a:r>
            <a:r>
              <a:rPr dirty="0"/>
              <a:t>a RNN Language</a:t>
            </a:r>
            <a:r>
              <a:rPr spc="-135" dirty="0"/>
              <a:t> </a:t>
            </a:r>
            <a:r>
              <a:rPr spc="-5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2334910" y="6358525"/>
            <a:ext cx="371617" cy="21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36691" y="6372440"/>
            <a:ext cx="384048" cy="2226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60875" y="6372440"/>
            <a:ext cx="385381" cy="222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72776" y="6367802"/>
            <a:ext cx="385303" cy="2272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13737" y="2582417"/>
            <a:ext cx="5589270" cy="3483610"/>
            <a:chOff x="1013737" y="2582417"/>
            <a:chExt cx="5589270" cy="3483610"/>
          </a:xfrm>
        </p:grpSpPr>
        <p:sp>
          <p:nvSpPr>
            <p:cNvPr id="8" name="object 8"/>
            <p:cNvSpPr/>
            <p:nvPr/>
          </p:nvSpPr>
          <p:spPr>
            <a:xfrm>
              <a:off x="3025478" y="4972966"/>
              <a:ext cx="328619" cy="20457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97580" y="4744211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497580" y="4951475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497580" y="515873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497580" y="536600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391661" y="4662677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894588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8"/>
                  </a:lnTo>
                  <a:lnTo>
                    <a:pt x="60960" y="955548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8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518788" y="5618175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3" y="39237"/>
                  </a:moveTo>
                  <a:lnTo>
                    <a:pt x="45847" y="56219"/>
                  </a:lnTo>
                  <a:lnTo>
                    <a:pt x="45847" y="438111"/>
                  </a:lnTo>
                  <a:lnTo>
                    <a:pt x="65659" y="438111"/>
                  </a:lnTo>
                  <a:lnTo>
                    <a:pt x="65659" y="56219"/>
                  </a:lnTo>
                  <a:lnTo>
                    <a:pt x="55753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4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5" y="105587"/>
                  </a:lnTo>
                  <a:lnTo>
                    <a:pt x="19812" y="100850"/>
                  </a:lnTo>
                  <a:lnTo>
                    <a:pt x="45847" y="56219"/>
                  </a:lnTo>
                  <a:lnTo>
                    <a:pt x="45847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9" y="19659"/>
                  </a:lnTo>
                  <a:lnTo>
                    <a:pt x="65659" y="56219"/>
                  </a:lnTo>
                  <a:lnTo>
                    <a:pt x="91694" y="100850"/>
                  </a:lnTo>
                  <a:lnTo>
                    <a:pt x="94361" y="105587"/>
                  </a:lnTo>
                  <a:lnTo>
                    <a:pt x="100457" y="107175"/>
                  </a:lnTo>
                  <a:lnTo>
                    <a:pt x="105156" y="104419"/>
                  </a:lnTo>
                  <a:lnTo>
                    <a:pt x="109982" y="101663"/>
                  </a:lnTo>
                  <a:lnTo>
                    <a:pt x="111506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9" y="19659"/>
                  </a:moveTo>
                  <a:lnTo>
                    <a:pt x="45847" y="19659"/>
                  </a:lnTo>
                  <a:lnTo>
                    <a:pt x="45847" y="56219"/>
                  </a:lnTo>
                  <a:lnTo>
                    <a:pt x="55753" y="39237"/>
                  </a:lnTo>
                  <a:lnTo>
                    <a:pt x="47244" y="24650"/>
                  </a:lnTo>
                  <a:lnTo>
                    <a:pt x="65659" y="24650"/>
                  </a:lnTo>
                  <a:lnTo>
                    <a:pt x="65659" y="19659"/>
                  </a:lnTo>
                  <a:close/>
                </a:path>
                <a:path w="111760" h="438150">
                  <a:moveTo>
                    <a:pt x="65659" y="24650"/>
                  </a:moveTo>
                  <a:lnTo>
                    <a:pt x="64262" y="24650"/>
                  </a:lnTo>
                  <a:lnTo>
                    <a:pt x="55753" y="39237"/>
                  </a:lnTo>
                  <a:lnTo>
                    <a:pt x="65659" y="56219"/>
                  </a:lnTo>
                  <a:lnTo>
                    <a:pt x="65659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4" y="24650"/>
                  </a:lnTo>
                  <a:lnTo>
                    <a:pt x="55753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98163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633509" y="4380225"/>
              <a:ext cx="327219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526408" y="4235957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427354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427354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2429255" y="4713732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429255" y="4920995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429255" y="5128260"/>
              <a:ext cx="166116" cy="1569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429255" y="5335523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323337" y="4630673"/>
              <a:ext cx="365760" cy="957580"/>
            </a:xfrm>
            <a:custGeom>
              <a:avLst/>
              <a:gdLst/>
              <a:ahLst/>
              <a:cxnLst/>
              <a:rect l="l" t="t" r="r" b="b"/>
              <a:pathLst>
                <a:path w="365760" h="957579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896112"/>
                  </a:lnTo>
                  <a:lnTo>
                    <a:pt x="360967" y="919835"/>
                  </a:lnTo>
                  <a:lnTo>
                    <a:pt x="347900" y="939212"/>
                  </a:lnTo>
                  <a:lnTo>
                    <a:pt x="328523" y="952279"/>
                  </a:lnTo>
                  <a:lnTo>
                    <a:pt x="304800" y="957072"/>
                  </a:lnTo>
                  <a:lnTo>
                    <a:pt x="60960" y="957072"/>
                  </a:lnTo>
                  <a:lnTo>
                    <a:pt x="37236" y="952279"/>
                  </a:lnTo>
                  <a:lnTo>
                    <a:pt x="17859" y="939212"/>
                  </a:lnTo>
                  <a:lnTo>
                    <a:pt x="4792" y="919835"/>
                  </a:lnTo>
                  <a:lnTo>
                    <a:pt x="0" y="896112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452115" y="5587745"/>
              <a:ext cx="111760" cy="438784"/>
            </a:xfrm>
            <a:custGeom>
              <a:avLst/>
              <a:gdLst/>
              <a:ahLst/>
              <a:cxnLst/>
              <a:rect l="l" t="t" r="r" b="b"/>
              <a:pathLst>
                <a:path w="111760" h="438785">
                  <a:moveTo>
                    <a:pt x="54792" y="39300"/>
                  </a:moveTo>
                  <a:lnTo>
                    <a:pt x="45199" y="56397"/>
                  </a:lnTo>
                  <a:lnTo>
                    <a:pt x="51688" y="438226"/>
                  </a:lnTo>
                  <a:lnTo>
                    <a:pt x="71500" y="437895"/>
                  </a:lnTo>
                  <a:lnTo>
                    <a:pt x="65013" y="56161"/>
                  </a:lnTo>
                  <a:lnTo>
                    <a:pt x="54792" y="39300"/>
                  </a:lnTo>
                  <a:close/>
                </a:path>
                <a:path w="111760" h="438785">
                  <a:moveTo>
                    <a:pt x="54101" y="0"/>
                  </a:moveTo>
                  <a:lnTo>
                    <a:pt x="0" y="96481"/>
                  </a:lnTo>
                  <a:lnTo>
                    <a:pt x="1650" y="102527"/>
                  </a:lnTo>
                  <a:lnTo>
                    <a:pt x="6476" y="105194"/>
                  </a:lnTo>
                  <a:lnTo>
                    <a:pt x="11175" y="107873"/>
                  </a:lnTo>
                  <a:lnTo>
                    <a:pt x="17271" y="106171"/>
                  </a:lnTo>
                  <a:lnTo>
                    <a:pt x="45199" y="56397"/>
                  </a:lnTo>
                  <a:lnTo>
                    <a:pt x="44576" y="19773"/>
                  </a:lnTo>
                  <a:lnTo>
                    <a:pt x="64388" y="19443"/>
                  </a:lnTo>
                  <a:lnTo>
                    <a:pt x="65885" y="19443"/>
                  </a:lnTo>
                  <a:lnTo>
                    <a:pt x="54101" y="0"/>
                  </a:lnTo>
                  <a:close/>
                </a:path>
                <a:path w="111760" h="438785">
                  <a:moveTo>
                    <a:pt x="65885" y="19443"/>
                  </a:moveTo>
                  <a:lnTo>
                    <a:pt x="64388" y="19443"/>
                  </a:lnTo>
                  <a:lnTo>
                    <a:pt x="65013" y="56161"/>
                  </a:lnTo>
                  <a:lnTo>
                    <a:pt x="91693" y="100177"/>
                  </a:lnTo>
                  <a:lnTo>
                    <a:pt x="94487" y="104851"/>
                  </a:lnTo>
                  <a:lnTo>
                    <a:pt x="100583" y="106349"/>
                  </a:lnTo>
                  <a:lnTo>
                    <a:pt x="109981" y="100672"/>
                  </a:lnTo>
                  <a:lnTo>
                    <a:pt x="111506" y="94589"/>
                  </a:lnTo>
                  <a:lnTo>
                    <a:pt x="108584" y="89903"/>
                  </a:lnTo>
                  <a:lnTo>
                    <a:pt x="65885" y="19443"/>
                  </a:lnTo>
                  <a:close/>
                </a:path>
                <a:path w="111760" h="438785">
                  <a:moveTo>
                    <a:pt x="64388" y="19443"/>
                  </a:moveTo>
                  <a:lnTo>
                    <a:pt x="44576" y="19773"/>
                  </a:lnTo>
                  <a:lnTo>
                    <a:pt x="45199" y="56397"/>
                  </a:lnTo>
                  <a:lnTo>
                    <a:pt x="54792" y="39300"/>
                  </a:lnTo>
                  <a:lnTo>
                    <a:pt x="45973" y="24752"/>
                  </a:lnTo>
                  <a:lnTo>
                    <a:pt x="63118" y="24460"/>
                  </a:lnTo>
                  <a:lnTo>
                    <a:pt x="64474" y="24460"/>
                  </a:lnTo>
                  <a:lnTo>
                    <a:pt x="64388" y="19443"/>
                  </a:lnTo>
                  <a:close/>
                </a:path>
                <a:path w="111760" h="438785">
                  <a:moveTo>
                    <a:pt x="64474" y="24460"/>
                  </a:moveTo>
                  <a:lnTo>
                    <a:pt x="63118" y="24460"/>
                  </a:lnTo>
                  <a:lnTo>
                    <a:pt x="54792" y="39300"/>
                  </a:lnTo>
                  <a:lnTo>
                    <a:pt x="65013" y="56161"/>
                  </a:lnTo>
                  <a:lnTo>
                    <a:pt x="64474" y="24460"/>
                  </a:lnTo>
                  <a:close/>
                </a:path>
                <a:path w="111760" h="438785">
                  <a:moveTo>
                    <a:pt x="63118" y="24460"/>
                  </a:moveTo>
                  <a:lnTo>
                    <a:pt x="45973" y="24752"/>
                  </a:lnTo>
                  <a:lnTo>
                    <a:pt x="54792" y="39300"/>
                  </a:lnTo>
                  <a:lnTo>
                    <a:pt x="63118" y="2446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546603" y="5731763"/>
              <a:ext cx="234695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565332" y="4380225"/>
              <a:ext cx="328522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2161275" y="2944677"/>
              <a:ext cx="318272" cy="18597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2436875" y="3224783"/>
              <a:ext cx="166116" cy="17373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2436875" y="3456431"/>
              <a:ext cx="166116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2436875" y="3689603"/>
              <a:ext cx="166116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436875" y="3921251"/>
              <a:ext cx="166116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30958" y="3131057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1011935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60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5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1632966" y="3645280"/>
              <a:ext cx="935355" cy="986155"/>
            </a:xfrm>
            <a:custGeom>
              <a:avLst/>
              <a:gdLst/>
              <a:ahLst/>
              <a:cxnLst/>
              <a:rect l="l" t="t" r="r" b="b"/>
              <a:pathLst>
                <a:path w="935355" h="986154">
                  <a:moveTo>
                    <a:pt x="699249" y="55765"/>
                  </a:moveTo>
                  <a:lnTo>
                    <a:pt x="682269" y="45847"/>
                  </a:lnTo>
                  <a:lnTo>
                    <a:pt x="608457" y="2794"/>
                  </a:lnTo>
                  <a:lnTo>
                    <a:pt x="603758" y="0"/>
                  </a:ln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43026" y="45847"/>
                  </a:lnTo>
                  <a:lnTo>
                    <a:pt x="0" y="45847"/>
                  </a:lnTo>
                  <a:lnTo>
                    <a:pt x="0" y="65659"/>
                  </a:lnTo>
                  <a:lnTo>
                    <a:pt x="643051" y="65659"/>
                  </a:lnTo>
                  <a:lnTo>
                    <a:pt x="660031" y="55765"/>
                  </a:ln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69" y="65659"/>
                  </a:lnTo>
                  <a:lnTo>
                    <a:pt x="699249" y="55765"/>
                  </a:lnTo>
                  <a:close/>
                </a:path>
                <a:path w="935355" h="986154">
                  <a:moveTo>
                    <a:pt x="934847" y="655193"/>
                  </a:moveTo>
                  <a:lnTo>
                    <a:pt x="932180" y="650367"/>
                  </a:lnTo>
                  <a:lnTo>
                    <a:pt x="891641" y="578104"/>
                  </a:lnTo>
                  <a:lnTo>
                    <a:pt x="880745" y="558673"/>
                  </a:lnTo>
                  <a:lnTo>
                    <a:pt x="826135" y="648589"/>
                  </a:lnTo>
                  <a:lnTo>
                    <a:pt x="823341" y="653288"/>
                  </a:lnTo>
                  <a:lnTo>
                    <a:pt x="824738" y="659384"/>
                  </a:lnTo>
                  <a:lnTo>
                    <a:pt x="834136" y="664972"/>
                  </a:lnTo>
                  <a:lnTo>
                    <a:pt x="840232" y="663575"/>
                  </a:lnTo>
                  <a:lnTo>
                    <a:pt x="843026" y="658876"/>
                  </a:lnTo>
                  <a:lnTo>
                    <a:pt x="869810" y="614794"/>
                  </a:lnTo>
                  <a:lnTo>
                    <a:pt x="863346" y="985393"/>
                  </a:lnTo>
                  <a:lnTo>
                    <a:pt x="883158" y="985774"/>
                  </a:lnTo>
                  <a:lnTo>
                    <a:pt x="889622" y="615188"/>
                  </a:lnTo>
                  <a:lnTo>
                    <a:pt x="914781" y="660146"/>
                  </a:lnTo>
                  <a:lnTo>
                    <a:pt x="917575" y="664845"/>
                  </a:lnTo>
                  <a:lnTo>
                    <a:pt x="923544" y="666623"/>
                  </a:lnTo>
                  <a:lnTo>
                    <a:pt x="928370" y="663829"/>
                  </a:lnTo>
                  <a:lnTo>
                    <a:pt x="933069" y="661162"/>
                  </a:lnTo>
                  <a:lnTo>
                    <a:pt x="934847" y="65519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746503" y="3374135"/>
              <a:ext cx="426719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013737" y="2963001"/>
              <a:ext cx="308976" cy="17592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1363979" y="3227831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1363979" y="3461003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1363979" y="3692651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1363979" y="3925823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1258061" y="3135629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2699765" y="3643756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3" y="91694"/>
                  </a:lnTo>
                  <a:lnTo>
                    <a:pt x="593724" y="94361"/>
                  </a:lnTo>
                  <a:lnTo>
                    <a:pt x="592073" y="100457"/>
                  </a:lnTo>
                  <a:lnTo>
                    <a:pt x="594868" y="105156"/>
                  </a:lnTo>
                  <a:lnTo>
                    <a:pt x="597661" y="109982"/>
                  </a:lnTo>
                  <a:lnTo>
                    <a:pt x="603757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3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1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3" y="47244"/>
                  </a:moveTo>
                  <a:lnTo>
                    <a:pt x="660037" y="55753"/>
                  </a:lnTo>
                  <a:lnTo>
                    <a:pt x="674623" y="64262"/>
                  </a:lnTo>
                  <a:lnTo>
                    <a:pt x="674623" y="47244"/>
                  </a:lnTo>
                  <a:close/>
                </a:path>
                <a:path w="699770" h="111760">
                  <a:moveTo>
                    <a:pt x="679704" y="47244"/>
                  </a:moveTo>
                  <a:lnTo>
                    <a:pt x="674623" y="47244"/>
                  </a:lnTo>
                  <a:lnTo>
                    <a:pt x="674623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1" y="1524"/>
                  </a:lnTo>
                  <a:lnTo>
                    <a:pt x="594868" y="6350"/>
                  </a:lnTo>
                  <a:lnTo>
                    <a:pt x="592073" y="11049"/>
                  </a:lnTo>
                  <a:lnTo>
                    <a:pt x="593724" y="17145"/>
                  </a:lnTo>
                  <a:lnTo>
                    <a:pt x="598423" y="19812"/>
                  </a:lnTo>
                  <a:lnTo>
                    <a:pt x="660037" y="55753"/>
                  </a:lnTo>
                  <a:lnTo>
                    <a:pt x="674623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2813303" y="3374135"/>
              <a:ext cx="426719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3179216" y="2926079"/>
              <a:ext cx="327317" cy="21387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3505199" y="3255263"/>
              <a:ext cx="166115" cy="17525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3505199" y="348843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3505199" y="3720083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3505199" y="395325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3399281" y="3163061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59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4233762" y="2926079"/>
              <a:ext cx="330490" cy="21387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4456938" y="317220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3757421" y="3652900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3"/>
                  </a:lnTo>
                  <a:lnTo>
                    <a:pt x="593725" y="94361"/>
                  </a:lnTo>
                  <a:lnTo>
                    <a:pt x="592074" y="100456"/>
                  </a:lnTo>
                  <a:lnTo>
                    <a:pt x="594867" y="105156"/>
                  </a:lnTo>
                  <a:lnTo>
                    <a:pt x="597662" y="109981"/>
                  </a:lnTo>
                  <a:lnTo>
                    <a:pt x="603757" y="111506"/>
                  </a:lnTo>
                  <a:lnTo>
                    <a:pt x="608456" y="108712"/>
                  </a:lnTo>
                  <a:lnTo>
                    <a:pt x="682276" y="65659"/>
                  </a:lnTo>
                  <a:lnTo>
                    <a:pt x="679703" y="65659"/>
                  </a:lnTo>
                  <a:lnTo>
                    <a:pt x="679703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3" y="45847"/>
                  </a:lnTo>
                  <a:lnTo>
                    <a:pt x="679703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3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3" y="64262"/>
                  </a:lnTo>
                  <a:lnTo>
                    <a:pt x="679703" y="47243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2" y="1524"/>
                  </a:lnTo>
                  <a:lnTo>
                    <a:pt x="594867" y="6350"/>
                  </a:lnTo>
                  <a:lnTo>
                    <a:pt x="592074" y="11049"/>
                  </a:lnTo>
                  <a:lnTo>
                    <a:pt x="593725" y="17144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3"/>
                  </a:lnTo>
                  <a:lnTo>
                    <a:pt x="679703" y="47243"/>
                  </a:lnTo>
                  <a:lnTo>
                    <a:pt x="679703" y="45847"/>
                  </a:lnTo>
                  <a:lnTo>
                    <a:pt x="682276" y="45847"/>
                  </a:lnTo>
                  <a:lnTo>
                    <a:pt x="608456" y="2793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3869436" y="3374135"/>
              <a:ext cx="428243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4094987" y="4972966"/>
              <a:ext cx="329184" cy="204577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4553712" y="4753355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4553712" y="496061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4553712" y="516788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4553712" y="5375147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4449318" y="4671822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894587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7"/>
                  </a:lnTo>
                  <a:lnTo>
                    <a:pt x="60960" y="955547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7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576444" y="5627319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2" y="39237"/>
                  </a:moveTo>
                  <a:lnTo>
                    <a:pt x="45846" y="56219"/>
                  </a:lnTo>
                  <a:lnTo>
                    <a:pt x="45846" y="438111"/>
                  </a:lnTo>
                  <a:lnTo>
                    <a:pt x="65658" y="438111"/>
                  </a:lnTo>
                  <a:lnTo>
                    <a:pt x="65658" y="56219"/>
                  </a:lnTo>
                  <a:lnTo>
                    <a:pt x="55752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3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4" y="105575"/>
                  </a:lnTo>
                  <a:lnTo>
                    <a:pt x="19812" y="100850"/>
                  </a:lnTo>
                  <a:lnTo>
                    <a:pt x="45846" y="56219"/>
                  </a:lnTo>
                  <a:lnTo>
                    <a:pt x="45846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8" y="19659"/>
                  </a:lnTo>
                  <a:lnTo>
                    <a:pt x="65659" y="56219"/>
                  </a:lnTo>
                  <a:lnTo>
                    <a:pt x="91693" y="100850"/>
                  </a:lnTo>
                  <a:lnTo>
                    <a:pt x="94360" y="105587"/>
                  </a:lnTo>
                  <a:lnTo>
                    <a:pt x="100456" y="107175"/>
                  </a:lnTo>
                  <a:lnTo>
                    <a:pt x="105155" y="104419"/>
                  </a:lnTo>
                  <a:lnTo>
                    <a:pt x="109981" y="101663"/>
                  </a:lnTo>
                  <a:lnTo>
                    <a:pt x="111505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8" y="19659"/>
                  </a:moveTo>
                  <a:lnTo>
                    <a:pt x="45846" y="19659"/>
                  </a:lnTo>
                  <a:lnTo>
                    <a:pt x="45846" y="56219"/>
                  </a:lnTo>
                  <a:lnTo>
                    <a:pt x="55752" y="39237"/>
                  </a:lnTo>
                  <a:lnTo>
                    <a:pt x="47243" y="24650"/>
                  </a:lnTo>
                  <a:lnTo>
                    <a:pt x="65658" y="24650"/>
                  </a:lnTo>
                  <a:lnTo>
                    <a:pt x="65658" y="19659"/>
                  </a:lnTo>
                  <a:close/>
                </a:path>
                <a:path w="111760" h="438150">
                  <a:moveTo>
                    <a:pt x="65658" y="24650"/>
                  </a:moveTo>
                  <a:lnTo>
                    <a:pt x="64262" y="24650"/>
                  </a:lnTo>
                  <a:lnTo>
                    <a:pt x="55752" y="39237"/>
                  </a:lnTo>
                  <a:lnTo>
                    <a:pt x="65659" y="56219"/>
                  </a:lnTo>
                  <a:lnTo>
                    <a:pt x="65658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3" y="24650"/>
                  </a:lnTo>
                  <a:lnTo>
                    <a:pt x="55752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655819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4691165" y="4380225"/>
              <a:ext cx="327219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4584064" y="4245101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3" y="39224"/>
                  </a:moveTo>
                  <a:lnTo>
                    <a:pt x="45847" y="56206"/>
                  </a:lnTo>
                  <a:lnTo>
                    <a:pt x="45847" y="426974"/>
                  </a:lnTo>
                  <a:lnTo>
                    <a:pt x="65659" y="426974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3"/>
                  </a:lnTo>
                  <a:lnTo>
                    <a:pt x="109982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60" h="427354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427354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4561332" y="3264407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4561332" y="3497579"/>
              <a:ext cx="166115" cy="17373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4561332" y="3729227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4561332" y="3962400"/>
              <a:ext cx="166115" cy="17373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4833365" y="3643756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4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4"/>
                  </a:lnTo>
                  <a:close/>
                </a:path>
                <a:path w="699770" h="111760">
                  <a:moveTo>
                    <a:pt x="679704" y="47244"/>
                  </a:moveTo>
                  <a:lnTo>
                    <a:pt x="674624" y="47244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4946903" y="3374135"/>
              <a:ext cx="426720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5314336" y="2949327"/>
              <a:ext cx="321340" cy="190629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5638800" y="3255263"/>
              <a:ext cx="166115" cy="17525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5638800" y="348843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5638800" y="3720083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5638800" y="395325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5172730" y="4972966"/>
              <a:ext cx="331649" cy="204577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5631180" y="4744211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5631180" y="4951475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5631180" y="515873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5631180" y="536600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5525262" y="4662677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894588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8"/>
                  </a:lnTo>
                  <a:lnTo>
                    <a:pt x="60960" y="955548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8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5652388" y="5618175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3" y="39237"/>
                  </a:moveTo>
                  <a:lnTo>
                    <a:pt x="45847" y="56219"/>
                  </a:lnTo>
                  <a:lnTo>
                    <a:pt x="45847" y="438111"/>
                  </a:lnTo>
                  <a:lnTo>
                    <a:pt x="65659" y="438111"/>
                  </a:lnTo>
                  <a:lnTo>
                    <a:pt x="65659" y="56219"/>
                  </a:lnTo>
                  <a:lnTo>
                    <a:pt x="55753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4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5" y="105587"/>
                  </a:lnTo>
                  <a:lnTo>
                    <a:pt x="19812" y="100850"/>
                  </a:lnTo>
                  <a:lnTo>
                    <a:pt x="45847" y="56219"/>
                  </a:lnTo>
                  <a:lnTo>
                    <a:pt x="45847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9" y="19659"/>
                  </a:lnTo>
                  <a:lnTo>
                    <a:pt x="65659" y="56219"/>
                  </a:lnTo>
                  <a:lnTo>
                    <a:pt x="91694" y="100850"/>
                  </a:lnTo>
                  <a:lnTo>
                    <a:pt x="94361" y="105587"/>
                  </a:lnTo>
                  <a:lnTo>
                    <a:pt x="100457" y="107175"/>
                  </a:lnTo>
                  <a:lnTo>
                    <a:pt x="105156" y="104419"/>
                  </a:lnTo>
                  <a:lnTo>
                    <a:pt x="109982" y="101663"/>
                  </a:lnTo>
                  <a:lnTo>
                    <a:pt x="111506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9" y="19659"/>
                  </a:moveTo>
                  <a:lnTo>
                    <a:pt x="45847" y="19659"/>
                  </a:lnTo>
                  <a:lnTo>
                    <a:pt x="45847" y="56219"/>
                  </a:lnTo>
                  <a:lnTo>
                    <a:pt x="55753" y="39237"/>
                  </a:lnTo>
                  <a:lnTo>
                    <a:pt x="47244" y="24650"/>
                  </a:lnTo>
                  <a:lnTo>
                    <a:pt x="65659" y="24650"/>
                  </a:lnTo>
                  <a:lnTo>
                    <a:pt x="65659" y="19659"/>
                  </a:lnTo>
                  <a:close/>
                </a:path>
                <a:path w="111760" h="438150">
                  <a:moveTo>
                    <a:pt x="65659" y="24650"/>
                  </a:moveTo>
                  <a:lnTo>
                    <a:pt x="64262" y="24650"/>
                  </a:lnTo>
                  <a:lnTo>
                    <a:pt x="55753" y="39237"/>
                  </a:lnTo>
                  <a:lnTo>
                    <a:pt x="65659" y="56219"/>
                  </a:lnTo>
                  <a:lnTo>
                    <a:pt x="65659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4" y="24650"/>
                  </a:lnTo>
                  <a:lnTo>
                    <a:pt x="55753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5731763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5767256" y="4380225"/>
              <a:ext cx="328522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5660008" y="4235957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427354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427354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5532882" y="3163061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59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5660008" y="2582417"/>
              <a:ext cx="111760" cy="579755"/>
            </a:xfrm>
            <a:custGeom>
              <a:avLst/>
              <a:gdLst/>
              <a:ahLst/>
              <a:cxnLst/>
              <a:rect l="l" t="t" r="r" b="b"/>
              <a:pathLst>
                <a:path w="111760" h="579755">
                  <a:moveTo>
                    <a:pt x="55752" y="39224"/>
                  </a:moveTo>
                  <a:lnTo>
                    <a:pt x="45846" y="56206"/>
                  </a:lnTo>
                  <a:lnTo>
                    <a:pt x="45846" y="579247"/>
                  </a:lnTo>
                  <a:lnTo>
                    <a:pt x="65658" y="579247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579755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579755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579755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8"/>
                  </a:lnTo>
                  <a:close/>
                </a:path>
                <a:path w="111760" h="579755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579755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5815583" y="2700527"/>
              <a:ext cx="205739" cy="1783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4584064" y="2582417"/>
              <a:ext cx="111760" cy="588645"/>
            </a:xfrm>
            <a:custGeom>
              <a:avLst/>
              <a:gdLst/>
              <a:ahLst/>
              <a:cxnLst/>
              <a:rect l="l" t="t" r="r" b="b"/>
              <a:pathLst>
                <a:path w="111760" h="588644">
                  <a:moveTo>
                    <a:pt x="55753" y="39224"/>
                  </a:moveTo>
                  <a:lnTo>
                    <a:pt x="45847" y="56206"/>
                  </a:lnTo>
                  <a:lnTo>
                    <a:pt x="45847" y="588518"/>
                  </a:lnTo>
                  <a:lnTo>
                    <a:pt x="65659" y="588518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588644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588644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4"/>
                  </a:lnTo>
                  <a:lnTo>
                    <a:pt x="109982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588644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60" h="588644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88644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4748783" y="2708382"/>
              <a:ext cx="205739" cy="17945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3531488" y="2582417"/>
              <a:ext cx="111760" cy="579755"/>
            </a:xfrm>
            <a:custGeom>
              <a:avLst/>
              <a:gdLst/>
              <a:ahLst/>
              <a:cxnLst/>
              <a:rect l="l" t="t" r="r" b="b"/>
              <a:pathLst>
                <a:path w="111760" h="579755">
                  <a:moveTo>
                    <a:pt x="56291" y="39284"/>
                  </a:moveTo>
                  <a:lnTo>
                    <a:pt x="46226" y="56165"/>
                  </a:lnTo>
                  <a:lnTo>
                    <a:pt x="40766" y="579247"/>
                  </a:lnTo>
                  <a:lnTo>
                    <a:pt x="60578" y="579374"/>
                  </a:lnTo>
                  <a:lnTo>
                    <a:pt x="66037" y="56400"/>
                  </a:lnTo>
                  <a:lnTo>
                    <a:pt x="56291" y="39284"/>
                  </a:lnTo>
                  <a:close/>
                </a:path>
                <a:path w="111760" h="579755">
                  <a:moveTo>
                    <a:pt x="67921" y="19558"/>
                  </a:moveTo>
                  <a:lnTo>
                    <a:pt x="46609" y="19558"/>
                  </a:lnTo>
                  <a:lnTo>
                    <a:pt x="66421" y="19685"/>
                  </a:lnTo>
                  <a:lnTo>
                    <a:pt x="66037" y="56400"/>
                  </a:lnTo>
                  <a:lnTo>
                    <a:pt x="94234" y="105918"/>
                  </a:lnTo>
                  <a:lnTo>
                    <a:pt x="100330" y="107569"/>
                  </a:lnTo>
                  <a:lnTo>
                    <a:pt x="105028" y="104902"/>
                  </a:lnTo>
                  <a:lnTo>
                    <a:pt x="109855" y="102235"/>
                  </a:lnTo>
                  <a:lnTo>
                    <a:pt x="111506" y="96139"/>
                  </a:lnTo>
                  <a:lnTo>
                    <a:pt x="108838" y="91312"/>
                  </a:lnTo>
                  <a:lnTo>
                    <a:pt x="67921" y="19558"/>
                  </a:lnTo>
                  <a:close/>
                </a:path>
                <a:path w="111760" h="579755">
                  <a:moveTo>
                    <a:pt x="56769" y="0"/>
                  </a:moveTo>
                  <a:lnTo>
                    <a:pt x="0" y="94996"/>
                  </a:lnTo>
                  <a:lnTo>
                    <a:pt x="1524" y="101092"/>
                  </a:lnTo>
                  <a:lnTo>
                    <a:pt x="10922" y="106680"/>
                  </a:lnTo>
                  <a:lnTo>
                    <a:pt x="17018" y="105156"/>
                  </a:lnTo>
                  <a:lnTo>
                    <a:pt x="46226" y="56165"/>
                  </a:lnTo>
                  <a:lnTo>
                    <a:pt x="46609" y="19558"/>
                  </a:lnTo>
                  <a:lnTo>
                    <a:pt x="67921" y="19558"/>
                  </a:lnTo>
                  <a:lnTo>
                    <a:pt x="56769" y="0"/>
                  </a:lnTo>
                  <a:close/>
                </a:path>
                <a:path w="111760" h="579755">
                  <a:moveTo>
                    <a:pt x="66370" y="24511"/>
                  </a:moveTo>
                  <a:lnTo>
                    <a:pt x="47878" y="24511"/>
                  </a:lnTo>
                  <a:lnTo>
                    <a:pt x="65024" y="24637"/>
                  </a:lnTo>
                  <a:lnTo>
                    <a:pt x="56291" y="39284"/>
                  </a:lnTo>
                  <a:lnTo>
                    <a:pt x="66037" y="56400"/>
                  </a:lnTo>
                  <a:lnTo>
                    <a:pt x="66370" y="24511"/>
                  </a:lnTo>
                  <a:close/>
                </a:path>
                <a:path w="111760" h="579755">
                  <a:moveTo>
                    <a:pt x="46609" y="19558"/>
                  </a:moveTo>
                  <a:lnTo>
                    <a:pt x="46226" y="56165"/>
                  </a:lnTo>
                  <a:lnTo>
                    <a:pt x="56291" y="39284"/>
                  </a:lnTo>
                  <a:lnTo>
                    <a:pt x="47878" y="24511"/>
                  </a:lnTo>
                  <a:lnTo>
                    <a:pt x="66370" y="24511"/>
                  </a:lnTo>
                  <a:lnTo>
                    <a:pt x="66421" y="19685"/>
                  </a:lnTo>
                  <a:lnTo>
                    <a:pt x="46609" y="19558"/>
                  </a:lnTo>
                  <a:close/>
                </a:path>
                <a:path w="111760" h="579755">
                  <a:moveTo>
                    <a:pt x="47878" y="24511"/>
                  </a:moveTo>
                  <a:lnTo>
                    <a:pt x="56291" y="39284"/>
                  </a:lnTo>
                  <a:lnTo>
                    <a:pt x="65024" y="24637"/>
                  </a:lnTo>
                  <a:lnTo>
                    <a:pt x="47878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3688080" y="2708382"/>
              <a:ext cx="205739" cy="17945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2463800" y="2582417"/>
              <a:ext cx="111760" cy="548640"/>
            </a:xfrm>
            <a:custGeom>
              <a:avLst/>
              <a:gdLst/>
              <a:ahLst/>
              <a:cxnLst/>
              <a:rect l="l" t="t" r="r" b="b"/>
              <a:pathLst>
                <a:path w="111760" h="548639">
                  <a:moveTo>
                    <a:pt x="56519" y="39321"/>
                  </a:moveTo>
                  <a:lnTo>
                    <a:pt x="46395" y="56147"/>
                  </a:lnTo>
                  <a:lnTo>
                    <a:pt x="40131" y="548259"/>
                  </a:lnTo>
                  <a:lnTo>
                    <a:pt x="59943" y="548513"/>
                  </a:lnTo>
                  <a:lnTo>
                    <a:pt x="66207" y="56431"/>
                  </a:lnTo>
                  <a:lnTo>
                    <a:pt x="56519" y="39321"/>
                  </a:lnTo>
                  <a:close/>
                </a:path>
                <a:path w="111760" h="548639">
                  <a:moveTo>
                    <a:pt x="68033" y="19431"/>
                  </a:moveTo>
                  <a:lnTo>
                    <a:pt x="46862" y="19431"/>
                  </a:lnTo>
                  <a:lnTo>
                    <a:pt x="66675" y="19685"/>
                  </a:lnTo>
                  <a:lnTo>
                    <a:pt x="66207" y="56431"/>
                  </a:lnTo>
                  <a:lnTo>
                    <a:pt x="91567" y="101219"/>
                  </a:lnTo>
                  <a:lnTo>
                    <a:pt x="94233" y="106045"/>
                  </a:lnTo>
                  <a:lnTo>
                    <a:pt x="100330" y="107696"/>
                  </a:lnTo>
                  <a:lnTo>
                    <a:pt x="105156" y="105029"/>
                  </a:lnTo>
                  <a:lnTo>
                    <a:pt x="109855" y="102235"/>
                  </a:lnTo>
                  <a:lnTo>
                    <a:pt x="111506" y="96266"/>
                  </a:lnTo>
                  <a:lnTo>
                    <a:pt x="108838" y="91440"/>
                  </a:lnTo>
                  <a:lnTo>
                    <a:pt x="68033" y="19431"/>
                  </a:lnTo>
                  <a:close/>
                </a:path>
                <a:path w="111760" h="548639">
                  <a:moveTo>
                    <a:pt x="57023" y="0"/>
                  </a:moveTo>
                  <a:lnTo>
                    <a:pt x="2793" y="90170"/>
                  </a:lnTo>
                  <a:lnTo>
                    <a:pt x="0" y="94869"/>
                  </a:lnTo>
                  <a:lnTo>
                    <a:pt x="1524" y="100965"/>
                  </a:lnTo>
                  <a:lnTo>
                    <a:pt x="10922" y="106553"/>
                  </a:lnTo>
                  <a:lnTo>
                    <a:pt x="17018" y="105029"/>
                  </a:lnTo>
                  <a:lnTo>
                    <a:pt x="19812" y="100330"/>
                  </a:lnTo>
                  <a:lnTo>
                    <a:pt x="46395" y="56147"/>
                  </a:lnTo>
                  <a:lnTo>
                    <a:pt x="46862" y="19431"/>
                  </a:lnTo>
                  <a:lnTo>
                    <a:pt x="68033" y="19431"/>
                  </a:lnTo>
                  <a:lnTo>
                    <a:pt x="57023" y="0"/>
                  </a:lnTo>
                  <a:close/>
                </a:path>
                <a:path w="111760" h="548639">
                  <a:moveTo>
                    <a:pt x="66613" y="24511"/>
                  </a:moveTo>
                  <a:lnTo>
                    <a:pt x="48132" y="24511"/>
                  </a:lnTo>
                  <a:lnTo>
                    <a:pt x="65277" y="24765"/>
                  </a:lnTo>
                  <a:lnTo>
                    <a:pt x="56519" y="39321"/>
                  </a:lnTo>
                  <a:lnTo>
                    <a:pt x="66207" y="56431"/>
                  </a:lnTo>
                  <a:lnTo>
                    <a:pt x="66613" y="24511"/>
                  </a:lnTo>
                  <a:close/>
                </a:path>
                <a:path w="111760" h="548639">
                  <a:moveTo>
                    <a:pt x="46862" y="19431"/>
                  </a:moveTo>
                  <a:lnTo>
                    <a:pt x="46395" y="56147"/>
                  </a:lnTo>
                  <a:lnTo>
                    <a:pt x="56519" y="39321"/>
                  </a:lnTo>
                  <a:lnTo>
                    <a:pt x="48132" y="24511"/>
                  </a:lnTo>
                  <a:lnTo>
                    <a:pt x="66613" y="24511"/>
                  </a:lnTo>
                  <a:lnTo>
                    <a:pt x="66675" y="19685"/>
                  </a:lnTo>
                  <a:lnTo>
                    <a:pt x="46862" y="19431"/>
                  </a:lnTo>
                  <a:close/>
                </a:path>
                <a:path w="111760" h="548639">
                  <a:moveTo>
                    <a:pt x="48132" y="24511"/>
                  </a:moveTo>
                  <a:lnTo>
                    <a:pt x="56519" y="39321"/>
                  </a:lnTo>
                  <a:lnTo>
                    <a:pt x="65277" y="24765"/>
                  </a:lnTo>
                  <a:lnTo>
                    <a:pt x="48132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2621279" y="2699003"/>
              <a:ext cx="205739" cy="1783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5903213" y="3657472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2"/>
                  </a:moveTo>
                  <a:lnTo>
                    <a:pt x="598424" y="91693"/>
                  </a:lnTo>
                  <a:lnTo>
                    <a:pt x="593725" y="94360"/>
                  </a:lnTo>
                  <a:lnTo>
                    <a:pt x="592074" y="100456"/>
                  </a:lnTo>
                  <a:lnTo>
                    <a:pt x="594868" y="105156"/>
                  </a:lnTo>
                  <a:lnTo>
                    <a:pt x="597662" y="109981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76" y="65658"/>
                  </a:lnTo>
                  <a:lnTo>
                    <a:pt x="679704" y="65658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2"/>
                  </a:lnTo>
                  <a:close/>
                </a:path>
                <a:path w="699770" h="111760">
                  <a:moveTo>
                    <a:pt x="643055" y="45846"/>
                  </a:moveTo>
                  <a:lnTo>
                    <a:pt x="0" y="45846"/>
                  </a:lnTo>
                  <a:lnTo>
                    <a:pt x="0" y="65658"/>
                  </a:lnTo>
                  <a:lnTo>
                    <a:pt x="643055" y="65658"/>
                  </a:lnTo>
                  <a:lnTo>
                    <a:pt x="660037" y="55752"/>
                  </a:lnTo>
                  <a:lnTo>
                    <a:pt x="643055" y="45846"/>
                  </a:lnTo>
                  <a:close/>
                </a:path>
                <a:path w="699770" h="111760">
                  <a:moveTo>
                    <a:pt x="682276" y="45846"/>
                  </a:moveTo>
                  <a:lnTo>
                    <a:pt x="679704" y="45846"/>
                  </a:lnTo>
                  <a:lnTo>
                    <a:pt x="679704" y="65658"/>
                  </a:lnTo>
                  <a:lnTo>
                    <a:pt x="682276" y="65658"/>
                  </a:lnTo>
                  <a:lnTo>
                    <a:pt x="699262" y="55752"/>
                  </a:lnTo>
                  <a:lnTo>
                    <a:pt x="682276" y="45846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2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4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3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4"/>
                  </a:lnTo>
                  <a:lnTo>
                    <a:pt x="598424" y="19812"/>
                  </a:lnTo>
                  <a:lnTo>
                    <a:pt x="660037" y="55752"/>
                  </a:lnTo>
                  <a:lnTo>
                    <a:pt x="674624" y="47243"/>
                  </a:lnTo>
                  <a:lnTo>
                    <a:pt x="679704" y="47243"/>
                  </a:lnTo>
                  <a:lnTo>
                    <a:pt x="679704" y="45846"/>
                  </a:lnTo>
                  <a:lnTo>
                    <a:pt x="682276" y="45846"/>
                  </a:lnTo>
                  <a:lnTo>
                    <a:pt x="608457" y="2793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6015227" y="3389375"/>
              <a:ext cx="428244" cy="29108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94" name="object 94"/>
          <p:cNvSpPr/>
          <p:nvPr/>
        </p:nvSpPr>
        <p:spPr>
          <a:xfrm>
            <a:off x="1940374" y="4996214"/>
            <a:ext cx="327157" cy="20457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2394394" y="2280301"/>
            <a:ext cx="335020" cy="24118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5585786" y="2280301"/>
            <a:ext cx="331796" cy="24118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4521988" y="2280301"/>
            <a:ext cx="336313" cy="24118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3455060" y="2280301"/>
            <a:ext cx="339581" cy="24118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5434658" y="1428297"/>
            <a:ext cx="573405" cy="792480"/>
            <a:chOff x="5434658" y="1428297"/>
            <a:chExt cx="573405" cy="792480"/>
          </a:xfrm>
        </p:grpSpPr>
        <p:sp>
          <p:nvSpPr>
            <p:cNvPr id="100" name="object 100"/>
            <p:cNvSpPr/>
            <p:nvPr/>
          </p:nvSpPr>
          <p:spPr>
            <a:xfrm>
              <a:off x="5434658" y="1428297"/>
              <a:ext cx="572832" cy="232474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5640196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2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8" y="535431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8" y="19557"/>
                  </a:lnTo>
                  <a:lnTo>
                    <a:pt x="65658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8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535939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8" y="56206"/>
                  </a:lnTo>
                  <a:lnTo>
                    <a:pt x="65658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02" name="object 102"/>
          <p:cNvGrpSpPr/>
          <p:nvPr/>
        </p:nvGrpSpPr>
        <p:grpSpPr>
          <a:xfrm>
            <a:off x="4375610" y="1428297"/>
            <a:ext cx="575945" cy="792480"/>
            <a:chOff x="4375610" y="1428297"/>
            <a:chExt cx="575945" cy="792480"/>
          </a:xfrm>
        </p:grpSpPr>
        <p:sp>
          <p:nvSpPr>
            <p:cNvPr id="103" name="object 103"/>
            <p:cNvSpPr/>
            <p:nvPr/>
          </p:nvSpPr>
          <p:spPr>
            <a:xfrm>
              <a:off x="4375610" y="1428297"/>
              <a:ext cx="575796" cy="232474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4571873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2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9" y="535431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535939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05" name="object 105"/>
          <p:cNvGrpSpPr/>
          <p:nvPr/>
        </p:nvGrpSpPr>
        <p:grpSpPr>
          <a:xfrm>
            <a:off x="3313254" y="1428297"/>
            <a:ext cx="573405" cy="792480"/>
            <a:chOff x="3313254" y="1428297"/>
            <a:chExt cx="573405" cy="792480"/>
          </a:xfrm>
        </p:grpSpPr>
        <p:sp>
          <p:nvSpPr>
            <p:cNvPr id="106" name="object 106"/>
            <p:cNvSpPr/>
            <p:nvPr/>
          </p:nvSpPr>
          <p:spPr>
            <a:xfrm>
              <a:off x="3313254" y="1428297"/>
              <a:ext cx="572900" cy="232474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3518788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3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9" y="535431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4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3"/>
                  </a:lnTo>
                  <a:lnTo>
                    <a:pt x="109982" y="101600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535939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08" name="object 108"/>
          <p:cNvGrpSpPr/>
          <p:nvPr/>
        </p:nvGrpSpPr>
        <p:grpSpPr>
          <a:xfrm>
            <a:off x="2132076" y="1348739"/>
            <a:ext cx="746760" cy="871855"/>
            <a:chOff x="2132076" y="1348739"/>
            <a:chExt cx="746760" cy="871855"/>
          </a:xfrm>
        </p:grpSpPr>
        <p:sp>
          <p:nvSpPr>
            <p:cNvPr id="109" name="object 109"/>
            <p:cNvSpPr/>
            <p:nvPr/>
          </p:nvSpPr>
          <p:spPr>
            <a:xfrm>
              <a:off x="2222112" y="1428297"/>
              <a:ext cx="572870" cy="232474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2447417" y="1684781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3" y="39224"/>
                  </a:moveTo>
                  <a:lnTo>
                    <a:pt x="45846" y="56206"/>
                  </a:lnTo>
                  <a:lnTo>
                    <a:pt x="45846" y="535431"/>
                  </a:lnTo>
                  <a:lnTo>
                    <a:pt x="65658" y="535431"/>
                  </a:lnTo>
                  <a:lnTo>
                    <a:pt x="65658" y="56206"/>
                  </a:lnTo>
                  <a:lnTo>
                    <a:pt x="55753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8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0" y="105537"/>
                  </a:lnTo>
                  <a:lnTo>
                    <a:pt x="100456" y="107187"/>
                  </a:lnTo>
                  <a:lnTo>
                    <a:pt x="105156" y="104393"/>
                  </a:lnTo>
                  <a:lnTo>
                    <a:pt x="109981" y="101600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3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535939">
                  <a:moveTo>
                    <a:pt x="65658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2141982" y="1358645"/>
              <a:ext cx="727075" cy="326390"/>
            </a:xfrm>
            <a:custGeom>
              <a:avLst/>
              <a:gdLst/>
              <a:ahLst/>
              <a:cxnLst/>
              <a:rect l="l" t="t" r="r" b="b"/>
              <a:pathLst>
                <a:path w="727075" h="326389">
                  <a:moveTo>
                    <a:pt x="0" y="326136"/>
                  </a:moveTo>
                  <a:lnTo>
                    <a:pt x="726948" y="326136"/>
                  </a:lnTo>
                  <a:lnTo>
                    <a:pt x="726948" y="0"/>
                  </a:lnTo>
                  <a:lnTo>
                    <a:pt x="0" y="0"/>
                  </a:lnTo>
                  <a:lnTo>
                    <a:pt x="0" y="326136"/>
                  </a:lnTo>
                  <a:close/>
                </a:path>
              </a:pathLst>
            </a:custGeom>
            <a:ln w="19812">
              <a:solidFill>
                <a:srgbClr val="BA56B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12" name="object 112"/>
          <p:cNvSpPr/>
          <p:nvPr/>
        </p:nvSpPr>
        <p:spPr>
          <a:xfrm>
            <a:off x="1320546" y="6169152"/>
            <a:ext cx="814069" cy="86995"/>
          </a:xfrm>
          <a:custGeom>
            <a:avLst/>
            <a:gdLst/>
            <a:ahLst/>
            <a:cxnLst/>
            <a:rect l="l" t="t" r="r" b="b"/>
            <a:pathLst>
              <a:path w="814069" h="86995">
                <a:moveTo>
                  <a:pt x="726947" y="0"/>
                </a:moveTo>
                <a:lnTo>
                  <a:pt x="726947" y="86868"/>
                </a:lnTo>
                <a:lnTo>
                  <a:pt x="784860" y="57912"/>
                </a:lnTo>
                <a:lnTo>
                  <a:pt x="741426" y="57912"/>
                </a:lnTo>
                <a:lnTo>
                  <a:pt x="741426" y="28956"/>
                </a:lnTo>
                <a:lnTo>
                  <a:pt x="784860" y="28956"/>
                </a:lnTo>
                <a:lnTo>
                  <a:pt x="726947" y="0"/>
                </a:lnTo>
                <a:close/>
              </a:path>
              <a:path w="814069" h="86995">
                <a:moveTo>
                  <a:pt x="726947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726947" y="57912"/>
                </a:lnTo>
                <a:lnTo>
                  <a:pt x="726947" y="28956"/>
                </a:lnTo>
                <a:close/>
              </a:path>
              <a:path w="814069" h="86995">
                <a:moveTo>
                  <a:pt x="784860" y="28956"/>
                </a:moveTo>
                <a:lnTo>
                  <a:pt x="741426" y="28956"/>
                </a:lnTo>
                <a:lnTo>
                  <a:pt x="741426" y="57912"/>
                </a:lnTo>
                <a:lnTo>
                  <a:pt x="784860" y="57912"/>
                </a:lnTo>
                <a:lnTo>
                  <a:pt x="813816" y="43434"/>
                </a:lnTo>
                <a:lnTo>
                  <a:pt x="784860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1320546" y="1478280"/>
            <a:ext cx="694690" cy="86995"/>
          </a:xfrm>
          <a:custGeom>
            <a:avLst/>
            <a:gdLst/>
            <a:ahLst/>
            <a:cxnLst/>
            <a:rect l="l" t="t" r="r" b="b"/>
            <a:pathLst>
              <a:path w="694689" h="86994">
                <a:moveTo>
                  <a:pt x="607441" y="0"/>
                </a:moveTo>
                <a:lnTo>
                  <a:pt x="607441" y="86868"/>
                </a:lnTo>
                <a:lnTo>
                  <a:pt x="665353" y="57912"/>
                </a:lnTo>
                <a:lnTo>
                  <a:pt x="621918" y="57912"/>
                </a:lnTo>
                <a:lnTo>
                  <a:pt x="621918" y="28956"/>
                </a:lnTo>
                <a:lnTo>
                  <a:pt x="665353" y="28956"/>
                </a:lnTo>
                <a:lnTo>
                  <a:pt x="607441" y="0"/>
                </a:lnTo>
                <a:close/>
              </a:path>
              <a:path w="694689" h="86994">
                <a:moveTo>
                  <a:pt x="607441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607441" y="57912"/>
                </a:lnTo>
                <a:lnTo>
                  <a:pt x="607441" y="28956"/>
                </a:lnTo>
                <a:close/>
              </a:path>
              <a:path w="694689" h="86994">
                <a:moveTo>
                  <a:pt x="665353" y="28956"/>
                </a:moveTo>
                <a:lnTo>
                  <a:pt x="621918" y="28956"/>
                </a:lnTo>
                <a:lnTo>
                  <a:pt x="621918" y="57912"/>
                </a:lnTo>
                <a:lnTo>
                  <a:pt x="665353" y="57912"/>
                </a:lnTo>
                <a:lnTo>
                  <a:pt x="694309" y="43434"/>
                </a:lnTo>
                <a:lnTo>
                  <a:pt x="665353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198831" y="852296"/>
            <a:ext cx="3008630" cy="1852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9893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=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negative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log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16002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“students”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1971039" lvl="0" indent="0" algn="r" defTabSz="914400" rtl="0" eaLnBrk="1" fontAlgn="auto" latinLnBrk="0" hangingPunct="1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Loss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12700" marR="1972310" lvl="0" indent="28575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edic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ed 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</a:t>
            </a: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dists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6868414" y="3475101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116" name="object 116"/>
          <p:cNvSpPr/>
          <p:nvPr/>
        </p:nvSpPr>
        <p:spPr>
          <a:xfrm>
            <a:off x="1320546" y="2363723"/>
            <a:ext cx="814069" cy="86995"/>
          </a:xfrm>
          <a:custGeom>
            <a:avLst/>
            <a:gdLst/>
            <a:ahLst/>
            <a:cxnLst/>
            <a:rect l="l" t="t" r="r" b="b"/>
            <a:pathLst>
              <a:path w="814069" h="86994">
                <a:moveTo>
                  <a:pt x="726947" y="0"/>
                </a:moveTo>
                <a:lnTo>
                  <a:pt x="726947" y="86867"/>
                </a:lnTo>
                <a:lnTo>
                  <a:pt x="784860" y="57912"/>
                </a:lnTo>
                <a:lnTo>
                  <a:pt x="741426" y="57912"/>
                </a:lnTo>
                <a:lnTo>
                  <a:pt x="741426" y="28955"/>
                </a:lnTo>
                <a:lnTo>
                  <a:pt x="784859" y="28955"/>
                </a:lnTo>
                <a:lnTo>
                  <a:pt x="726947" y="0"/>
                </a:lnTo>
                <a:close/>
              </a:path>
              <a:path w="814069" h="86994">
                <a:moveTo>
                  <a:pt x="726947" y="28955"/>
                </a:moveTo>
                <a:lnTo>
                  <a:pt x="0" y="28955"/>
                </a:lnTo>
                <a:lnTo>
                  <a:pt x="0" y="57912"/>
                </a:lnTo>
                <a:lnTo>
                  <a:pt x="726947" y="57912"/>
                </a:lnTo>
                <a:lnTo>
                  <a:pt x="726947" y="28955"/>
                </a:lnTo>
                <a:close/>
              </a:path>
              <a:path w="814069" h="86994">
                <a:moveTo>
                  <a:pt x="784859" y="28955"/>
                </a:moveTo>
                <a:lnTo>
                  <a:pt x="741426" y="28955"/>
                </a:lnTo>
                <a:lnTo>
                  <a:pt x="741426" y="57912"/>
                </a:lnTo>
                <a:lnTo>
                  <a:pt x="784860" y="57912"/>
                </a:lnTo>
                <a:lnTo>
                  <a:pt x="813816" y="43434"/>
                </a:lnTo>
                <a:lnTo>
                  <a:pt x="784859" y="28955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358140" y="6092367"/>
            <a:ext cx="882015" cy="263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3510" marR="0" lvl="0" indent="0" algn="l" defTabSz="914400" rtl="0" eaLnBrk="1" fontAlgn="auto" latinLnBrk="0" hangingPunct="1"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Corpus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2348864" y="6101435"/>
            <a:ext cx="328930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143250" y="6101435"/>
            <a:ext cx="812800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students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4281296" y="6101435"/>
            <a:ext cx="71437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open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5496305" y="6101435"/>
            <a:ext cx="45910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6521957" y="6101435"/>
            <a:ext cx="61277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r>
              <a:rPr kumimoji="0" sz="18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x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ams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7642352" y="6101435"/>
            <a:ext cx="18351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995F8B7-A39B-4152-BFCC-F7341C5E06AD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6751192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Training </a:t>
            </a:r>
            <a:r>
              <a:rPr dirty="0"/>
              <a:t>a RNN Language</a:t>
            </a:r>
            <a:r>
              <a:rPr spc="-135" dirty="0"/>
              <a:t> </a:t>
            </a:r>
            <a:r>
              <a:rPr spc="-5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2334910" y="6358525"/>
            <a:ext cx="371617" cy="21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36691" y="6372440"/>
            <a:ext cx="384048" cy="2226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60875" y="6372440"/>
            <a:ext cx="385381" cy="222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72776" y="6367802"/>
            <a:ext cx="385303" cy="2272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13737" y="2582417"/>
            <a:ext cx="5589270" cy="3483610"/>
            <a:chOff x="1013737" y="2582417"/>
            <a:chExt cx="5589270" cy="3483610"/>
          </a:xfrm>
        </p:grpSpPr>
        <p:sp>
          <p:nvSpPr>
            <p:cNvPr id="8" name="object 8"/>
            <p:cNvSpPr/>
            <p:nvPr/>
          </p:nvSpPr>
          <p:spPr>
            <a:xfrm>
              <a:off x="3025478" y="4972966"/>
              <a:ext cx="328619" cy="20457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97580" y="4744211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497580" y="4951475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497580" y="515873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497580" y="536600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391661" y="4662677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894588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8"/>
                  </a:lnTo>
                  <a:lnTo>
                    <a:pt x="60960" y="955548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8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518788" y="5618175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3" y="39237"/>
                  </a:moveTo>
                  <a:lnTo>
                    <a:pt x="45847" y="56219"/>
                  </a:lnTo>
                  <a:lnTo>
                    <a:pt x="45847" y="438111"/>
                  </a:lnTo>
                  <a:lnTo>
                    <a:pt x="65659" y="438111"/>
                  </a:lnTo>
                  <a:lnTo>
                    <a:pt x="65659" y="56219"/>
                  </a:lnTo>
                  <a:lnTo>
                    <a:pt x="55753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4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5" y="105587"/>
                  </a:lnTo>
                  <a:lnTo>
                    <a:pt x="19812" y="100850"/>
                  </a:lnTo>
                  <a:lnTo>
                    <a:pt x="45847" y="56219"/>
                  </a:lnTo>
                  <a:lnTo>
                    <a:pt x="45847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9" y="19659"/>
                  </a:lnTo>
                  <a:lnTo>
                    <a:pt x="65659" y="56219"/>
                  </a:lnTo>
                  <a:lnTo>
                    <a:pt x="91694" y="100850"/>
                  </a:lnTo>
                  <a:lnTo>
                    <a:pt x="94361" y="105587"/>
                  </a:lnTo>
                  <a:lnTo>
                    <a:pt x="100457" y="107175"/>
                  </a:lnTo>
                  <a:lnTo>
                    <a:pt x="105156" y="104419"/>
                  </a:lnTo>
                  <a:lnTo>
                    <a:pt x="109982" y="101663"/>
                  </a:lnTo>
                  <a:lnTo>
                    <a:pt x="111506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9" y="19659"/>
                  </a:moveTo>
                  <a:lnTo>
                    <a:pt x="45847" y="19659"/>
                  </a:lnTo>
                  <a:lnTo>
                    <a:pt x="45847" y="56219"/>
                  </a:lnTo>
                  <a:lnTo>
                    <a:pt x="55753" y="39237"/>
                  </a:lnTo>
                  <a:lnTo>
                    <a:pt x="47244" y="24650"/>
                  </a:lnTo>
                  <a:lnTo>
                    <a:pt x="65659" y="24650"/>
                  </a:lnTo>
                  <a:lnTo>
                    <a:pt x="65659" y="19659"/>
                  </a:lnTo>
                  <a:close/>
                </a:path>
                <a:path w="111760" h="438150">
                  <a:moveTo>
                    <a:pt x="65659" y="24650"/>
                  </a:moveTo>
                  <a:lnTo>
                    <a:pt x="64262" y="24650"/>
                  </a:lnTo>
                  <a:lnTo>
                    <a:pt x="55753" y="39237"/>
                  </a:lnTo>
                  <a:lnTo>
                    <a:pt x="65659" y="56219"/>
                  </a:lnTo>
                  <a:lnTo>
                    <a:pt x="65659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4" y="24650"/>
                  </a:lnTo>
                  <a:lnTo>
                    <a:pt x="55753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98163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633509" y="4380225"/>
              <a:ext cx="327219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526408" y="4235957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427354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427354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2429255" y="4713732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429255" y="4920995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429255" y="5128260"/>
              <a:ext cx="166116" cy="1569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429255" y="5335523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323337" y="4630673"/>
              <a:ext cx="365760" cy="957580"/>
            </a:xfrm>
            <a:custGeom>
              <a:avLst/>
              <a:gdLst/>
              <a:ahLst/>
              <a:cxnLst/>
              <a:rect l="l" t="t" r="r" b="b"/>
              <a:pathLst>
                <a:path w="365760" h="957579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896112"/>
                  </a:lnTo>
                  <a:lnTo>
                    <a:pt x="360967" y="919835"/>
                  </a:lnTo>
                  <a:lnTo>
                    <a:pt x="347900" y="939212"/>
                  </a:lnTo>
                  <a:lnTo>
                    <a:pt x="328523" y="952279"/>
                  </a:lnTo>
                  <a:lnTo>
                    <a:pt x="304800" y="957072"/>
                  </a:lnTo>
                  <a:lnTo>
                    <a:pt x="60960" y="957072"/>
                  </a:lnTo>
                  <a:lnTo>
                    <a:pt x="37236" y="952279"/>
                  </a:lnTo>
                  <a:lnTo>
                    <a:pt x="17859" y="939212"/>
                  </a:lnTo>
                  <a:lnTo>
                    <a:pt x="4792" y="919835"/>
                  </a:lnTo>
                  <a:lnTo>
                    <a:pt x="0" y="896112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452115" y="5587745"/>
              <a:ext cx="111760" cy="438784"/>
            </a:xfrm>
            <a:custGeom>
              <a:avLst/>
              <a:gdLst/>
              <a:ahLst/>
              <a:cxnLst/>
              <a:rect l="l" t="t" r="r" b="b"/>
              <a:pathLst>
                <a:path w="111760" h="438785">
                  <a:moveTo>
                    <a:pt x="54792" y="39300"/>
                  </a:moveTo>
                  <a:lnTo>
                    <a:pt x="45199" y="56397"/>
                  </a:lnTo>
                  <a:lnTo>
                    <a:pt x="51688" y="438226"/>
                  </a:lnTo>
                  <a:lnTo>
                    <a:pt x="71500" y="437895"/>
                  </a:lnTo>
                  <a:lnTo>
                    <a:pt x="65013" y="56161"/>
                  </a:lnTo>
                  <a:lnTo>
                    <a:pt x="54792" y="39300"/>
                  </a:lnTo>
                  <a:close/>
                </a:path>
                <a:path w="111760" h="438785">
                  <a:moveTo>
                    <a:pt x="54101" y="0"/>
                  </a:moveTo>
                  <a:lnTo>
                    <a:pt x="0" y="96481"/>
                  </a:lnTo>
                  <a:lnTo>
                    <a:pt x="1650" y="102527"/>
                  </a:lnTo>
                  <a:lnTo>
                    <a:pt x="6476" y="105194"/>
                  </a:lnTo>
                  <a:lnTo>
                    <a:pt x="11175" y="107873"/>
                  </a:lnTo>
                  <a:lnTo>
                    <a:pt x="17271" y="106171"/>
                  </a:lnTo>
                  <a:lnTo>
                    <a:pt x="45199" y="56397"/>
                  </a:lnTo>
                  <a:lnTo>
                    <a:pt x="44576" y="19773"/>
                  </a:lnTo>
                  <a:lnTo>
                    <a:pt x="64388" y="19443"/>
                  </a:lnTo>
                  <a:lnTo>
                    <a:pt x="65885" y="19443"/>
                  </a:lnTo>
                  <a:lnTo>
                    <a:pt x="54101" y="0"/>
                  </a:lnTo>
                  <a:close/>
                </a:path>
                <a:path w="111760" h="438785">
                  <a:moveTo>
                    <a:pt x="65885" y="19443"/>
                  </a:moveTo>
                  <a:lnTo>
                    <a:pt x="64388" y="19443"/>
                  </a:lnTo>
                  <a:lnTo>
                    <a:pt x="65013" y="56161"/>
                  </a:lnTo>
                  <a:lnTo>
                    <a:pt x="91693" y="100177"/>
                  </a:lnTo>
                  <a:lnTo>
                    <a:pt x="94487" y="104851"/>
                  </a:lnTo>
                  <a:lnTo>
                    <a:pt x="100583" y="106349"/>
                  </a:lnTo>
                  <a:lnTo>
                    <a:pt x="109981" y="100672"/>
                  </a:lnTo>
                  <a:lnTo>
                    <a:pt x="111506" y="94589"/>
                  </a:lnTo>
                  <a:lnTo>
                    <a:pt x="108584" y="89903"/>
                  </a:lnTo>
                  <a:lnTo>
                    <a:pt x="65885" y="19443"/>
                  </a:lnTo>
                  <a:close/>
                </a:path>
                <a:path w="111760" h="438785">
                  <a:moveTo>
                    <a:pt x="64388" y="19443"/>
                  </a:moveTo>
                  <a:lnTo>
                    <a:pt x="44576" y="19773"/>
                  </a:lnTo>
                  <a:lnTo>
                    <a:pt x="45199" y="56397"/>
                  </a:lnTo>
                  <a:lnTo>
                    <a:pt x="54792" y="39300"/>
                  </a:lnTo>
                  <a:lnTo>
                    <a:pt x="45973" y="24752"/>
                  </a:lnTo>
                  <a:lnTo>
                    <a:pt x="63118" y="24460"/>
                  </a:lnTo>
                  <a:lnTo>
                    <a:pt x="64474" y="24460"/>
                  </a:lnTo>
                  <a:lnTo>
                    <a:pt x="64388" y="19443"/>
                  </a:lnTo>
                  <a:close/>
                </a:path>
                <a:path w="111760" h="438785">
                  <a:moveTo>
                    <a:pt x="64474" y="24460"/>
                  </a:moveTo>
                  <a:lnTo>
                    <a:pt x="63118" y="24460"/>
                  </a:lnTo>
                  <a:lnTo>
                    <a:pt x="54792" y="39300"/>
                  </a:lnTo>
                  <a:lnTo>
                    <a:pt x="65013" y="56161"/>
                  </a:lnTo>
                  <a:lnTo>
                    <a:pt x="64474" y="24460"/>
                  </a:lnTo>
                  <a:close/>
                </a:path>
                <a:path w="111760" h="438785">
                  <a:moveTo>
                    <a:pt x="63118" y="24460"/>
                  </a:moveTo>
                  <a:lnTo>
                    <a:pt x="45973" y="24752"/>
                  </a:lnTo>
                  <a:lnTo>
                    <a:pt x="54792" y="39300"/>
                  </a:lnTo>
                  <a:lnTo>
                    <a:pt x="63118" y="2446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546603" y="5731763"/>
              <a:ext cx="234695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565332" y="4380225"/>
              <a:ext cx="328522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2161275" y="2944677"/>
              <a:ext cx="318272" cy="18597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2436875" y="3224783"/>
              <a:ext cx="166116" cy="17373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2436875" y="3456431"/>
              <a:ext cx="166116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2436875" y="3689603"/>
              <a:ext cx="166116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436875" y="3921251"/>
              <a:ext cx="166116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30958" y="3131057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1011935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60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5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1632966" y="3645280"/>
              <a:ext cx="935355" cy="986155"/>
            </a:xfrm>
            <a:custGeom>
              <a:avLst/>
              <a:gdLst/>
              <a:ahLst/>
              <a:cxnLst/>
              <a:rect l="l" t="t" r="r" b="b"/>
              <a:pathLst>
                <a:path w="935355" h="986154">
                  <a:moveTo>
                    <a:pt x="699249" y="55765"/>
                  </a:moveTo>
                  <a:lnTo>
                    <a:pt x="682269" y="45847"/>
                  </a:lnTo>
                  <a:lnTo>
                    <a:pt x="608457" y="2794"/>
                  </a:lnTo>
                  <a:lnTo>
                    <a:pt x="603758" y="0"/>
                  </a:ln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43026" y="45847"/>
                  </a:lnTo>
                  <a:lnTo>
                    <a:pt x="0" y="45847"/>
                  </a:lnTo>
                  <a:lnTo>
                    <a:pt x="0" y="65659"/>
                  </a:lnTo>
                  <a:lnTo>
                    <a:pt x="643051" y="65659"/>
                  </a:lnTo>
                  <a:lnTo>
                    <a:pt x="660031" y="55765"/>
                  </a:ln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69" y="65659"/>
                  </a:lnTo>
                  <a:lnTo>
                    <a:pt x="699249" y="55765"/>
                  </a:lnTo>
                  <a:close/>
                </a:path>
                <a:path w="935355" h="986154">
                  <a:moveTo>
                    <a:pt x="934847" y="655193"/>
                  </a:moveTo>
                  <a:lnTo>
                    <a:pt x="932180" y="650367"/>
                  </a:lnTo>
                  <a:lnTo>
                    <a:pt x="891641" y="578104"/>
                  </a:lnTo>
                  <a:lnTo>
                    <a:pt x="880745" y="558673"/>
                  </a:lnTo>
                  <a:lnTo>
                    <a:pt x="826135" y="648589"/>
                  </a:lnTo>
                  <a:lnTo>
                    <a:pt x="823341" y="653288"/>
                  </a:lnTo>
                  <a:lnTo>
                    <a:pt x="824738" y="659384"/>
                  </a:lnTo>
                  <a:lnTo>
                    <a:pt x="834136" y="664972"/>
                  </a:lnTo>
                  <a:lnTo>
                    <a:pt x="840232" y="663575"/>
                  </a:lnTo>
                  <a:lnTo>
                    <a:pt x="843026" y="658876"/>
                  </a:lnTo>
                  <a:lnTo>
                    <a:pt x="869810" y="614794"/>
                  </a:lnTo>
                  <a:lnTo>
                    <a:pt x="863346" y="985393"/>
                  </a:lnTo>
                  <a:lnTo>
                    <a:pt x="883158" y="985774"/>
                  </a:lnTo>
                  <a:lnTo>
                    <a:pt x="889622" y="615188"/>
                  </a:lnTo>
                  <a:lnTo>
                    <a:pt x="914781" y="660146"/>
                  </a:lnTo>
                  <a:lnTo>
                    <a:pt x="917575" y="664845"/>
                  </a:lnTo>
                  <a:lnTo>
                    <a:pt x="923544" y="666623"/>
                  </a:lnTo>
                  <a:lnTo>
                    <a:pt x="928370" y="663829"/>
                  </a:lnTo>
                  <a:lnTo>
                    <a:pt x="933069" y="661162"/>
                  </a:lnTo>
                  <a:lnTo>
                    <a:pt x="934847" y="65519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746503" y="3374135"/>
              <a:ext cx="426719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013737" y="2963001"/>
              <a:ext cx="308976" cy="17592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1363979" y="3227831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1363979" y="3461003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1363979" y="3692651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1363979" y="3925823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1258061" y="3135629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2699765" y="3643756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3" y="91694"/>
                  </a:lnTo>
                  <a:lnTo>
                    <a:pt x="593724" y="94361"/>
                  </a:lnTo>
                  <a:lnTo>
                    <a:pt x="592073" y="100457"/>
                  </a:lnTo>
                  <a:lnTo>
                    <a:pt x="594868" y="105156"/>
                  </a:lnTo>
                  <a:lnTo>
                    <a:pt x="597661" y="109982"/>
                  </a:lnTo>
                  <a:lnTo>
                    <a:pt x="603757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3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1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3" y="47244"/>
                  </a:moveTo>
                  <a:lnTo>
                    <a:pt x="660037" y="55753"/>
                  </a:lnTo>
                  <a:lnTo>
                    <a:pt x="674623" y="64262"/>
                  </a:lnTo>
                  <a:lnTo>
                    <a:pt x="674623" y="47244"/>
                  </a:lnTo>
                  <a:close/>
                </a:path>
                <a:path w="699770" h="111760">
                  <a:moveTo>
                    <a:pt x="679704" y="47244"/>
                  </a:moveTo>
                  <a:lnTo>
                    <a:pt x="674623" y="47244"/>
                  </a:lnTo>
                  <a:lnTo>
                    <a:pt x="674623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1" y="1524"/>
                  </a:lnTo>
                  <a:lnTo>
                    <a:pt x="594868" y="6350"/>
                  </a:lnTo>
                  <a:lnTo>
                    <a:pt x="592073" y="11049"/>
                  </a:lnTo>
                  <a:lnTo>
                    <a:pt x="593724" y="17145"/>
                  </a:lnTo>
                  <a:lnTo>
                    <a:pt x="598423" y="19812"/>
                  </a:lnTo>
                  <a:lnTo>
                    <a:pt x="660037" y="55753"/>
                  </a:lnTo>
                  <a:lnTo>
                    <a:pt x="674623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2813303" y="3374135"/>
              <a:ext cx="426719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3179216" y="2926079"/>
              <a:ext cx="327317" cy="21387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3505199" y="3255263"/>
              <a:ext cx="166115" cy="17525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3505199" y="348843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3505199" y="3720083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3505199" y="395325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3399281" y="3163061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59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4233762" y="2926079"/>
              <a:ext cx="330490" cy="21387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4456938" y="317220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3757421" y="3652900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3"/>
                  </a:lnTo>
                  <a:lnTo>
                    <a:pt x="593725" y="94361"/>
                  </a:lnTo>
                  <a:lnTo>
                    <a:pt x="592074" y="100456"/>
                  </a:lnTo>
                  <a:lnTo>
                    <a:pt x="594867" y="105156"/>
                  </a:lnTo>
                  <a:lnTo>
                    <a:pt x="597662" y="109981"/>
                  </a:lnTo>
                  <a:lnTo>
                    <a:pt x="603757" y="111506"/>
                  </a:lnTo>
                  <a:lnTo>
                    <a:pt x="608456" y="108712"/>
                  </a:lnTo>
                  <a:lnTo>
                    <a:pt x="682276" y="65659"/>
                  </a:lnTo>
                  <a:lnTo>
                    <a:pt x="679703" y="65659"/>
                  </a:lnTo>
                  <a:lnTo>
                    <a:pt x="679703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3" y="45847"/>
                  </a:lnTo>
                  <a:lnTo>
                    <a:pt x="679703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3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3" y="64262"/>
                  </a:lnTo>
                  <a:lnTo>
                    <a:pt x="679703" y="47243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2" y="1524"/>
                  </a:lnTo>
                  <a:lnTo>
                    <a:pt x="594867" y="6350"/>
                  </a:lnTo>
                  <a:lnTo>
                    <a:pt x="592074" y="11049"/>
                  </a:lnTo>
                  <a:lnTo>
                    <a:pt x="593725" y="17144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3"/>
                  </a:lnTo>
                  <a:lnTo>
                    <a:pt x="679703" y="47243"/>
                  </a:lnTo>
                  <a:lnTo>
                    <a:pt x="679703" y="45847"/>
                  </a:lnTo>
                  <a:lnTo>
                    <a:pt x="682276" y="45847"/>
                  </a:lnTo>
                  <a:lnTo>
                    <a:pt x="608456" y="2793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3869436" y="3374135"/>
              <a:ext cx="428243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4094987" y="4972966"/>
              <a:ext cx="329184" cy="204577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4553712" y="4753355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4553712" y="496061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4553712" y="516788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4553712" y="5375147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4449318" y="4671822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894587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7"/>
                  </a:lnTo>
                  <a:lnTo>
                    <a:pt x="60960" y="955547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7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576444" y="5627319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2" y="39237"/>
                  </a:moveTo>
                  <a:lnTo>
                    <a:pt x="45846" y="56219"/>
                  </a:lnTo>
                  <a:lnTo>
                    <a:pt x="45846" y="438111"/>
                  </a:lnTo>
                  <a:lnTo>
                    <a:pt x="65658" y="438111"/>
                  </a:lnTo>
                  <a:lnTo>
                    <a:pt x="65658" y="56219"/>
                  </a:lnTo>
                  <a:lnTo>
                    <a:pt x="55752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3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4" y="105575"/>
                  </a:lnTo>
                  <a:lnTo>
                    <a:pt x="19812" y="100850"/>
                  </a:lnTo>
                  <a:lnTo>
                    <a:pt x="45846" y="56219"/>
                  </a:lnTo>
                  <a:lnTo>
                    <a:pt x="45846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8" y="19659"/>
                  </a:lnTo>
                  <a:lnTo>
                    <a:pt x="65659" y="56219"/>
                  </a:lnTo>
                  <a:lnTo>
                    <a:pt x="91693" y="100850"/>
                  </a:lnTo>
                  <a:lnTo>
                    <a:pt x="94360" y="105587"/>
                  </a:lnTo>
                  <a:lnTo>
                    <a:pt x="100456" y="107175"/>
                  </a:lnTo>
                  <a:lnTo>
                    <a:pt x="105155" y="104419"/>
                  </a:lnTo>
                  <a:lnTo>
                    <a:pt x="109981" y="101663"/>
                  </a:lnTo>
                  <a:lnTo>
                    <a:pt x="111505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8" y="19659"/>
                  </a:moveTo>
                  <a:lnTo>
                    <a:pt x="45846" y="19659"/>
                  </a:lnTo>
                  <a:lnTo>
                    <a:pt x="45846" y="56219"/>
                  </a:lnTo>
                  <a:lnTo>
                    <a:pt x="55752" y="39237"/>
                  </a:lnTo>
                  <a:lnTo>
                    <a:pt x="47243" y="24650"/>
                  </a:lnTo>
                  <a:lnTo>
                    <a:pt x="65658" y="24650"/>
                  </a:lnTo>
                  <a:lnTo>
                    <a:pt x="65658" y="19659"/>
                  </a:lnTo>
                  <a:close/>
                </a:path>
                <a:path w="111760" h="438150">
                  <a:moveTo>
                    <a:pt x="65658" y="24650"/>
                  </a:moveTo>
                  <a:lnTo>
                    <a:pt x="64262" y="24650"/>
                  </a:lnTo>
                  <a:lnTo>
                    <a:pt x="55752" y="39237"/>
                  </a:lnTo>
                  <a:lnTo>
                    <a:pt x="65659" y="56219"/>
                  </a:lnTo>
                  <a:lnTo>
                    <a:pt x="65658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3" y="24650"/>
                  </a:lnTo>
                  <a:lnTo>
                    <a:pt x="55752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655819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4691165" y="4380225"/>
              <a:ext cx="327219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4584064" y="4245101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3" y="39224"/>
                  </a:moveTo>
                  <a:lnTo>
                    <a:pt x="45847" y="56206"/>
                  </a:lnTo>
                  <a:lnTo>
                    <a:pt x="45847" y="426974"/>
                  </a:lnTo>
                  <a:lnTo>
                    <a:pt x="65659" y="426974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3"/>
                  </a:lnTo>
                  <a:lnTo>
                    <a:pt x="109982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60" h="427354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427354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4561332" y="3264407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4561332" y="3497579"/>
              <a:ext cx="166115" cy="17373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4561332" y="3729227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4561332" y="3962400"/>
              <a:ext cx="166115" cy="17373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4833365" y="3643756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4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4"/>
                  </a:lnTo>
                  <a:close/>
                </a:path>
                <a:path w="699770" h="111760">
                  <a:moveTo>
                    <a:pt x="679704" y="47244"/>
                  </a:moveTo>
                  <a:lnTo>
                    <a:pt x="674624" y="47244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4946903" y="3374135"/>
              <a:ext cx="426720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5314336" y="2949327"/>
              <a:ext cx="321340" cy="190629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5638800" y="3255263"/>
              <a:ext cx="166115" cy="17525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5638800" y="348843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5638800" y="3720083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5638800" y="395325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5172730" y="4972966"/>
              <a:ext cx="331649" cy="204577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5631180" y="4744211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5631180" y="4951475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5631180" y="515873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5631180" y="536600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5525262" y="4662677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894588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8"/>
                  </a:lnTo>
                  <a:lnTo>
                    <a:pt x="60960" y="955548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8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5652388" y="5618175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3" y="39237"/>
                  </a:moveTo>
                  <a:lnTo>
                    <a:pt x="45847" y="56219"/>
                  </a:lnTo>
                  <a:lnTo>
                    <a:pt x="45847" y="438111"/>
                  </a:lnTo>
                  <a:lnTo>
                    <a:pt x="65659" y="438111"/>
                  </a:lnTo>
                  <a:lnTo>
                    <a:pt x="65659" y="56219"/>
                  </a:lnTo>
                  <a:lnTo>
                    <a:pt x="55753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4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5" y="105587"/>
                  </a:lnTo>
                  <a:lnTo>
                    <a:pt x="19812" y="100850"/>
                  </a:lnTo>
                  <a:lnTo>
                    <a:pt x="45847" y="56219"/>
                  </a:lnTo>
                  <a:lnTo>
                    <a:pt x="45847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9" y="19659"/>
                  </a:lnTo>
                  <a:lnTo>
                    <a:pt x="65659" y="56219"/>
                  </a:lnTo>
                  <a:lnTo>
                    <a:pt x="91694" y="100850"/>
                  </a:lnTo>
                  <a:lnTo>
                    <a:pt x="94361" y="105587"/>
                  </a:lnTo>
                  <a:lnTo>
                    <a:pt x="100457" y="107175"/>
                  </a:lnTo>
                  <a:lnTo>
                    <a:pt x="105156" y="104419"/>
                  </a:lnTo>
                  <a:lnTo>
                    <a:pt x="109982" y="101663"/>
                  </a:lnTo>
                  <a:lnTo>
                    <a:pt x="111506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9" y="19659"/>
                  </a:moveTo>
                  <a:lnTo>
                    <a:pt x="45847" y="19659"/>
                  </a:lnTo>
                  <a:lnTo>
                    <a:pt x="45847" y="56219"/>
                  </a:lnTo>
                  <a:lnTo>
                    <a:pt x="55753" y="39237"/>
                  </a:lnTo>
                  <a:lnTo>
                    <a:pt x="47244" y="24650"/>
                  </a:lnTo>
                  <a:lnTo>
                    <a:pt x="65659" y="24650"/>
                  </a:lnTo>
                  <a:lnTo>
                    <a:pt x="65659" y="19659"/>
                  </a:lnTo>
                  <a:close/>
                </a:path>
                <a:path w="111760" h="438150">
                  <a:moveTo>
                    <a:pt x="65659" y="24650"/>
                  </a:moveTo>
                  <a:lnTo>
                    <a:pt x="64262" y="24650"/>
                  </a:lnTo>
                  <a:lnTo>
                    <a:pt x="55753" y="39237"/>
                  </a:lnTo>
                  <a:lnTo>
                    <a:pt x="65659" y="56219"/>
                  </a:lnTo>
                  <a:lnTo>
                    <a:pt x="65659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4" y="24650"/>
                  </a:lnTo>
                  <a:lnTo>
                    <a:pt x="55753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5731763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5767256" y="4380225"/>
              <a:ext cx="328522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5660008" y="4235957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427354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427354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5532882" y="3163061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59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5660008" y="2582417"/>
              <a:ext cx="111760" cy="579755"/>
            </a:xfrm>
            <a:custGeom>
              <a:avLst/>
              <a:gdLst/>
              <a:ahLst/>
              <a:cxnLst/>
              <a:rect l="l" t="t" r="r" b="b"/>
              <a:pathLst>
                <a:path w="111760" h="579755">
                  <a:moveTo>
                    <a:pt x="55752" y="39224"/>
                  </a:moveTo>
                  <a:lnTo>
                    <a:pt x="45846" y="56206"/>
                  </a:lnTo>
                  <a:lnTo>
                    <a:pt x="45846" y="579247"/>
                  </a:lnTo>
                  <a:lnTo>
                    <a:pt x="65658" y="579247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579755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579755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579755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8"/>
                  </a:lnTo>
                  <a:close/>
                </a:path>
                <a:path w="111760" h="579755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579755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5815583" y="2700527"/>
              <a:ext cx="205739" cy="1783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4584064" y="2582417"/>
              <a:ext cx="111760" cy="588645"/>
            </a:xfrm>
            <a:custGeom>
              <a:avLst/>
              <a:gdLst/>
              <a:ahLst/>
              <a:cxnLst/>
              <a:rect l="l" t="t" r="r" b="b"/>
              <a:pathLst>
                <a:path w="111760" h="588644">
                  <a:moveTo>
                    <a:pt x="55753" y="39224"/>
                  </a:moveTo>
                  <a:lnTo>
                    <a:pt x="45847" y="56206"/>
                  </a:lnTo>
                  <a:lnTo>
                    <a:pt x="45847" y="588518"/>
                  </a:lnTo>
                  <a:lnTo>
                    <a:pt x="65659" y="588518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588644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588644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4"/>
                  </a:lnTo>
                  <a:lnTo>
                    <a:pt x="109982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588644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60" h="588644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88644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4748783" y="2708382"/>
              <a:ext cx="205739" cy="17945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3531488" y="2582417"/>
              <a:ext cx="111760" cy="579755"/>
            </a:xfrm>
            <a:custGeom>
              <a:avLst/>
              <a:gdLst/>
              <a:ahLst/>
              <a:cxnLst/>
              <a:rect l="l" t="t" r="r" b="b"/>
              <a:pathLst>
                <a:path w="111760" h="579755">
                  <a:moveTo>
                    <a:pt x="56291" y="39284"/>
                  </a:moveTo>
                  <a:lnTo>
                    <a:pt x="46226" y="56165"/>
                  </a:lnTo>
                  <a:lnTo>
                    <a:pt x="40766" y="579247"/>
                  </a:lnTo>
                  <a:lnTo>
                    <a:pt x="60578" y="579374"/>
                  </a:lnTo>
                  <a:lnTo>
                    <a:pt x="66037" y="56400"/>
                  </a:lnTo>
                  <a:lnTo>
                    <a:pt x="56291" y="39284"/>
                  </a:lnTo>
                  <a:close/>
                </a:path>
                <a:path w="111760" h="579755">
                  <a:moveTo>
                    <a:pt x="67921" y="19558"/>
                  </a:moveTo>
                  <a:lnTo>
                    <a:pt x="46609" y="19558"/>
                  </a:lnTo>
                  <a:lnTo>
                    <a:pt x="66421" y="19685"/>
                  </a:lnTo>
                  <a:lnTo>
                    <a:pt x="66037" y="56400"/>
                  </a:lnTo>
                  <a:lnTo>
                    <a:pt x="94234" y="105918"/>
                  </a:lnTo>
                  <a:lnTo>
                    <a:pt x="100330" y="107569"/>
                  </a:lnTo>
                  <a:lnTo>
                    <a:pt x="105028" y="104902"/>
                  </a:lnTo>
                  <a:lnTo>
                    <a:pt x="109855" y="102235"/>
                  </a:lnTo>
                  <a:lnTo>
                    <a:pt x="111506" y="96139"/>
                  </a:lnTo>
                  <a:lnTo>
                    <a:pt x="108838" y="91312"/>
                  </a:lnTo>
                  <a:lnTo>
                    <a:pt x="67921" y="19558"/>
                  </a:lnTo>
                  <a:close/>
                </a:path>
                <a:path w="111760" h="579755">
                  <a:moveTo>
                    <a:pt x="56769" y="0"/>
                  </a:moveTo>
                  <a:lnTo>
                    <a:pt x="0" y="94996"/>
                  </a:lnTo>
                  <a:lnTo>
                    <a:pt x="1524" y="101092"/>
                  </a:lnTo>
                  <a:lnTo>
                    <a:pt x="10922" y="106680"/>
                  </a:lnTo>
                  <a:lnTo>
                    <a:pt x="17018" y="105156"/>
                  </a:lnTo>
                  <a:lnTo>
                    <a:pt x="46226" y="56165"/>
                  </a:lnTo>
                  <a:lnTo>
                    <a:pt x="46609" y="19558"/>
                  </a:lnTo>
                  <a:lnTo>
                    <a:pt x="67921" y="19558"/>
                  </a:lnTo>
                  <a:lnTo>
                    <a:pt x="56769" y="0"/>
                  </a:lnTo>
                  <a:close/>
                </a:path>
                <a:path w="111760" h="579755">
                  <a:moveTo>
                    <a:pt x="66370" y="24511"/>
                  </a:moveTo>
                  <a:lnTo>
                    <a:pt x="47878" y="24511"/>
                  </a:lnTo>
                  <a:lnTo>
                    <a:pt x="65024" y="24637"/>
                  </a:lnTo>
                  <a:lnTo>
                    <a:pt x="56291" y="39284"/>
                  </a:lnTo>
                  <a:lnTo>
                    <a:pt x="66037" y="56400"/>
                  </a:lnTo>
                  <a:lnTo>
                    <a:pt x="66370" y="24511"/>
                  </a:lnTo>
                  <a:close/>
                </a:path>
                <a:path w="111760" h="579755">
                  <a:moveTo>
                    <a:pt x="46609" y="19558"/>
                  </a:moveTo>
                  <a:lnTo>
                    <a:pt x="46226" y="56165"/>
                  </a:lnTo>
                  <a:lnTo>
                    <a:pt x="56291" y="39284"/>
                  </a:lnTo>
                  <a:lnTo>
                    <a:pt x="47878" y="24511"/>
                  </a:lnTo>
                  <a:lnTo>
                    <a:pt x="66370" y="24511"/>
                  </a:lnTo>
                  <a:lnTo>
                    <a:pt x="66421" y="19685"/>
                  </a:lnTo>
                  <a:lnTo>
                    <a:pt x="46609" y="19558"/>
                  </a:lnTo>
                  <a:close/>
                </a:path>
                <a:path w="111760" h="579755">
                  <a:moveTo>
                    <a:pt x="47878" y="24511"/>
                  </a:moveTo>
                  <a:lnTo>
                    <a:pt x="56291" y="39284"/>
                  </a:lnTo>
                  <a:lnTo>
                    <a:pt x="65024" y="24637"/>
                  </a:lnTo>
                  <a:lnTo>
                    <a:pt x="47878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3688080" y="2708382"/>
              <a:ext cx="205739" cy="17945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2463800" y="2582417"/>
              <a:ext cx="111760" cy="548640"/>
            </a:xfrm>
            <a:custGeom>
              <a:avLst/>
              <a:gdLst/>
              <a:ahLst/>
              <a:cxnLst/>
              <a:rect l="l" t="t" r="r" b="b"/>
              <a:pathLst>
                <a:path w="111760" h="548639">
                  <a:moveTo>
                    <a:pt x="56519" y="39321"/>
                  </a:moveTo>
                  <a:lnTo>
                    <a:pt x="46395" y="56147"/>
                  </a:lnTo>
                  <a:lnTo>
                    <a:pt x="40131" y="548259"/>
                  </a:lnTo>
                  <a:lnTo>
                    <a:pt x="59943" y="548513"/>
                  </a:lnTo>
                  <a:lnTo>
                    <a:pt x="66207" y="56431"/>
                  </a:lnTo>
                  <a:lnTo>
                    <a:pt x="56519" y="39321"/>
                  </a:lnTo>
                  <a:close/>
                </a:path>
                <a:path w="111760" h="548639">
                  <a:moveTo>
                    <a:pt x="68033" y="19431"/>
                  </a:moveTo>
                  <a:lnTo>
                    <a:pt x="46862" y="19431"/>
                  </a:lnTo>
                  <a:lnTo>
                    <a:pt x="66675" y="19685"/>
                  </a:lnTo>
                  <a:lnTo>
                    <a:pt x="66207" y="56431"/>
                  </a:lnTo>
                  <a:lnTo>
                    <a:pt x="91567" y="101219"/>
                  </a:lnTo>
                  <a:lnTo>
                    <a:pt x="94233" y="106045"/>
                  </a:lnTo>
                  <a:lnTo>
                    <a:pt x="100330" y="107696"/>
                  </a:lnTo>
                  <a:lnTo>
                    <a:pt x="105156" y="105029"/>
                  </a:lnTo>
                  <a:lnTo>
                    <a:pt x="109855" y="102235"/>
                  </a:lnTo>
                  <a:lnTo>
                    <a:pt x="111506" y="96266"/>
                  </a:lnTo>
                  <a:lnTo>
                    <a:pt x="108838" y="91440"/>
                  </a:lnTo>
                  <a:lnTo>
                    <a:pt x="68033" y="19431"/>
                  </a:lnTo>
                  <a:close/>
                </a:path>
                <a:path w="111760" h="548639">
                  <a:moveTo>
                    <a:pt x="57023" y="0"/>
                  </a:moveTo>
                  <a:lnTo>
                    <a:pt x="2793" y="90170"/>
                  </a:lnTo>
                  <a:lnTo>
                    <a:pt x="0" y="94869"/>
                  </a:lnTo>
                  <a:lnTo>
                    <a:pt x="1524" y="100965"/>
                  </a:lnTo>
                  <a:lnTo>
                    <a:pt x="10922" y="106553"/>
                  </a:lnTo>
                  <a:lnTo>
                    <a:pt x="17018" y="105029"/>
                  </a:lnTo>
                  <a:lnTo>
                    <a:pt x="19812" y="100330"/>
                  </a:lnTo>
                  <a:lnTo>
                    <a:pt x="46395" y="56147"/>
                  </a:lnTo>
                  <a:lnTo>
                    <a:pt x="46862" y="19431"/>
                  </a:lnTo>
                  <a:lnTo>
                    <a:pt x="68033" y="19431"/>
                  </a:lnTo>
                  <a:lnTo>
                    <a:pt x="57023" y="0"/>
                  </a:lnTo>
                  <a:close/>
                </a:path>
                <a:path w="111760" h="548639">
                  <a:moveTo>
                    <a:pt x="66613" y="24511"/>
                  </a:moveTo>
                  <a:lnTo>
                    <a:pt x="48132" y="24511"/>
                  </a:lnTo>
                  <a:lnTo>
                    <a:pt x="65277" y="24765"/>
                  </a:lnTo>
                  <a:lnTo>
                    <a:pt x="56519" y="39321"/>
                  </a:lnTo>
                  <a:lnTo>
                    <a:pt x="66207" y="56431"/>
                  </a:lnTo>
                  <a:lnTo>
                    <a:pt x="66613" y="24511"/>
                  </a:lnTo>
                  <a:close/>
                </a:path>
                <a:path w="111760" h="548639">
                  <a:moveTo>
                    <a:pt x="46862" y="19431"/>
                  </a:moveTo>
                  <a:lnTo>
                    <a:pt x="46395" y="56147"/>
                  </a:lnTo>
                  <a:lnTo>
                    <a:pt x="56519" y="39321"/>
                  </a:lnTo>
                  <a:lnTo>
                    <a:pt x="48132" y="24511"/>
                  </a:lnTo>
                  <a:lnTo>
                    <a:pt x="66613" y="24511"/>
                  </a:lnTo>
                  <a:lnTo>
                    <a:pt x="66675" y="19685"/>
                  </a:lnTo>
                  <a:lnTo>
                    <a:pt x="46862" y="19431"/>
                  </a:lnTo>
                  <a:close/>
                </a:path>
                <a:path w="111760" h="548639">
                  <a:moveTo>
                    <a:pt x="48132" y="24511"/>
                  </a:moveTo>
                  <a:lnTo>
                    <a:pt x="56519" y="39321"/>
                  </a:lnTo>
                  <a:lnTo>
                    <a:pt x="65277" y="24765"/>
                  </a:lnTo>
                  <a:lnTo>
                    <a:pt x="48132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2621279" y="2699003"/>
              <a:ext cx="205739" cy="1783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5903213" y="3657472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2"/>
                  </a:moveTo>
                  <a:lnTo>
                    <a:pt x="598424" y="91693"/>
                  </a:lnTo>
                  <a:lnTo>
                    <a:pt x="593725" y="94360"/>
                  </a:lnTo>
                  <a:lnTo>
                    <a:pt x="592074" y="100456"/>
                  </a:lnTo>
                  <a:lnTo>
                    <a:pt x="594868" y="105156"/>
                  </a:lnTo>
                  <a:lnTo>
                    <a:pt x="597662" y="109981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76" y="65658"/>
                  </a:lnTo>
                  <a:lnTo>
                    <a:pt x="679704" y="65658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2"/>
                  </a:lnTo>
                  <a:close/>
                </a:path>
                <a:path w="699770" h="111760">
                  <a:moveTo>
                    <a:pt x="643055" y="45846"/>
                  </a:moveTo>
                  <a:lnTo>
                    <a:pt x="0" y="45846"/>
                  </a:lnTo>
                  <a:lnTo>
                    <a:pt x="0" y="65658"/>
                  </a:lnTo>
                  <a:lnTo>
                    <a:pt x="643055" y="65658"/>
                  </a:lnTo>
                  <a:lnTo>
                    <a:pt x="660037" y="55752"/>
                  </a:lnTo>
                  <a:lnTo>
                    <a:pt x="643055" y="45846"/>
                  </a:lnTo>
                  <a:close/>
                </a:path>
                <a:path w="699770" h="111760">
                  <a:moveTo>
                    <a:pt x="682276" y="45846"/>
                  </a:moveTo>
                  <a:lnTo>
                    <a:pt x="679704" y="45846"/>
                  </a:lnTo>
                  <a:lnTo>
                    <a:pt x="679704" y="65658"/>
                  </a:lnTo>
                  <a:lnTo>
                    <a:pt x="682276" y="65658"/>
                  </a:lnTo>
                  <a:lnTo>
                    <a:pt x="699262" y="55752"/>
                  </a:lnTo>
                  <a:lnTo>
                    <a:pt x="682276" y="45846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2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4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3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4"/>
                  </a:lnTo>
                  <a:lnTo>
                    <a:pt x="598424" y="19812"/>
                  </a:lnTo>
                  <a:lnTo>
                    <a:pt x="660037" y="55752"/>
                  </a:lnTo>
                  <a:lnTo>
                    <a:pt x="674624" y="47243"/>
                  </a:lnTo>
                  <a:lnTo>
                    <a:pt x="679704" y="47243"/>
                  </a:lnTo>
                  <a:lnTo>
                    <a:pt x="679704" y="45846"/>
                  </a:lnTo>
                  <a:lnTo>
                    <a:pt x="682276" y="45846"/>
                  </a:lnTo>
                  <a:lnTo>
                    <a:pt x="608457" y="2793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6015227" y="3389375"/>
              <a:ext cx="428244" cy="29108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94" name="object 94"/>
          <p:cNvSpPr/>
          <p:nvPr/>
        </p:nvSpPr>
        <p:spPr>
          <a:xfrm>
            <a:off x="1940374" y="4996214"/>
            <a:ext cx="327157" cy="20457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2394394" y="2280301"/>
            <a:ext cx="335020" cy="24118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5585786" y="2280301"/>
            <a:ext cx="331796" cy="24118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4521988" y="2280301"/>
            <a:ext cx="336313" cy="24118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3455060" y="2280301"/>
            <a:ext cx="339581" cy="24118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5434658" y="1428297"/>
            <a:ext cx="573405" cy="792480"/>
            <a:chOff x="5434658" y="1428297"/>
            <a:chExt cx="573405" cy="792480"/>
          </a:xfrm>
        </p:grpSpPr>
        <p:sp>
          <p:nvSpPr>
            <p:cNvPr id="100" name="object 100"/>
            <p:cNvSpPr/>
            <p:nvPr/>
          </p:nvSpPr>
          <p:spPr>
            <a:xfrm>
              <a:off x="5434658" y="1428297"/>
              <a:ext cx="572832" cy="232474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5640196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2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8" y="535431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8" y="19557"/>
                  </a:lnTo>
                  <a:lnTo>
                    <a:pt x="65658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8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535939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8" y="56206"/>
                  </a:lnTo>
                  <a:lnTo>
                    <a:pt x="65658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02" name="object 102"/>
          <p:cNvGrpSpPr/>
          <p:nvPr/>
        </p:nvGrpSpPr>
        <p:grpSpPr>
          <a:xfrm>
            <a:off x="4375610" y="1428297"/>
            <a:ext cx="575945" cy="792480"/>
            <a:chOff x="4375610" y="1428297"/>
            <a:chExt cx="575945" cy="792480"/>
          </a:xfrm>
        </p:grpSpPr>
        <p:sp>
          <p:nvSpPr>
            <p:cNvPr id="103" name="object 103"/>
            <p:cNvSpPr/>
            <p:nvPr/>
          </p:nvSpPr>
          <p:spPr>
            <a:xfrm>
              <a:off x="4375610" y="1428297"/>
              <a:ext cx="575796" cy="232474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4571873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2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9" y="535431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535939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05" name="object 105"/>
          <p:cNvGrpSpPr/>
          <p:nvPr/>
        </p:nvGrpSpPr>
        <p:grpSpPr>
          <a:xfrm>
            <a:off x="3232404" y="1348739"/>
            <a:ext cx="746760" cy="871855"/>
            <a:chOff x="3232404" y="1348739"/>
            <a:chExt cx="746760" cy="871855"/>
          </a:xfrm>
        </p:grpSpPr>
        <p:sp>
          <p:nvSpPr>
            <p:cNvPr id="106" name="object 106"/>
            <p:cNvSpPr/>
            <p:nvPr/>
          </p:nvSpPr>
          <p:spPr>
            <a:xfrm>
              <a:off x="3313254" y="1428297"/>
              <a:ext cx="572900" cy="232474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3518789" y="1684781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3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9" y="535431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4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3"/>
                  </a:lnTo>
                  <a:lnTo>
                    <a:pt x="109982" y="101600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535939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3242310" y="1358645"/>
              <a:ext cx="727075" cy="326390"/>
            </a:xfrm>
            <a:custGeom>
              <a:avLst/>
              <a:gdLst/>
              <a:ahLst/>
              <a:cxnLst/>
              <a:rect l="l" t="t" r="r" b="b"/>
              <a:pathLst>
                <a:path w="727075" h="326389">
                  <a:moveTo>
                    <a:pt x="0" y="326136"/>
                  </a:moveTo>
                  <a:lnTo>
                    <a:pt x="726948" y="326136"/>
                  </a:lnTo>
                  <a:lnTo>
                    <a:pt x="726948" y="0"/>
                  </a:lnTo>
                  <a:lnTo>
                    <a:pt x="0" y="0"/>
                  </a:lnTo>
                  <a:lnTo>
                    <a:pt x="0" y="326136"/>
                  </a:lnTo>
                  <a:close/>
                </a:path>
              </a:pathLst>
            </a:custGeom>
            <a:ln w="19812">
              <a:solidFill>
                <a:srgbClr val="BA56B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09" name="object 109"/>
          <p:cNvGrpSpPr/>
          <p:nvPr/>
        </p:nvGrpSpPr>
        <p:grpSpPr>
          <a:xfrm>
            <a:off x="2222112" y="1428297"/>
            <a:ext cx="573405" cy="792480"/>
            <a:chOff x="2222112" y="1428297"/>
            <a:chExt cx="573405" cy="792480"/>
          </a:xfrm>
        </p:grpSpPr>
        <p:sp>
          <p:nvSpPr>
            <p:cNvPr id="110" name="object 110"/>
            <p:cNvSpPr/>
            <p:nvPr/>
          </p:nvSpPr>
          <p:spPr>
            <a:xfrm>
              <a:off x="2222112" y="1428297"/>
              <a:ext cx="572870" cy="232474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2447417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3" y="39224"/>
                  </a:moveTo>
                  <a:lnTo>
                    <a:pt x="45846" y="56206"/>
                  </a:lnTo>
                  <a:lnTo>
                    <a:pt x="45846" y="535431"/>
                  </a:lnTo>
                  <a:lnTo>
                    <a:pt x="65658" y="535431"/>
                  </a:lnTo>
                  <a:lnTo>
                    <a:pt x="65658" y="56206"/>
                  </a:lnTo>
                  <a:lnTo>
                    <a:pt x="55753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8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0" y="105537"/>
                  </a:lnTo>
                  <a:lnTo>
                    <a:pt x="100456" y="107187"/>
                  </a:lnTo>
                  <a:lnTo>
                    <a:pt x="105156" y="104393"/>
                  </a:lnTo>
                  <a:lnTo>
                    <a:pt x="109981" y="101600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3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535939">
                  <a:moveTo>
                    <a:pt x="65658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2897885" y="852296"/>
            <a:ext cx="140970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=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negative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log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“opened”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868414" y="3475101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114" name="object 114"/>
          <p:cNvSpPr/>
          <p:nvPr/>
        </p:nvSpPr>
        <p:spPr>
          <a:xfrm>
            <a:off x="1320546" y="6169152"/>
            <a:ext cx="814069" cy="86995"/>
          </a:xfrm>
          <a:custGeom>
            <a:avLst/>
            <a:gdLst/>
            <a:ahLst/>
            <a:cxnLst/>
            <a:rect l="l" t="t" r="r" b="b"/>
            <a:pathLst>
              <a:path w="814069" h="86995">
                <a:moveTo>
                  <a:pt x="726947" y="0"/>
                </a:moveTo>
                <a:lnTo>
                  <a:pt x="726947" y="86868"/>
                </a:lnTo>
                <a:lnTo>
                  <a:pt x="784860" y="57912"/>
                </a:lnTo>
                <a:lnTo>
                  <a:pt x="741426" y="57912"/>
                </a:lnTo>
                <a:lnTo>
                  <a:pt x="741426" y="28956"/>
                </a:lnTo>
                <a:lnTo>
                  <a:pt x="784860" y="28956"/>
                </a:lnTo>
                <a:lnTo>
                  <a:pt x="726947" y="0"/>
                </a:lnTo>
                <a:close/>
              </a:path>
              <a:path w="814069" h="86995">
                <a:moveTo>
                  <a:pt x="726947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726947" y="57912"/>
                </a:lnTo>
                <a:lnTo>
                  <a:pt x="726947" y="28956"/>
                </a:lnTo>
                <a:close/>
              </a:path>
              <a:path w="814069" h="86995">
                <a:moveTo>
                  <a:pt x="784860" y="28956"/>
                </a:moveTo>
                <a:lnTo>
                  <a:pt x="741426" y="28956"/>
                </a:lnTo>
                <a:lnTo>
                  <a:pt x="741426" y="57912"/>
                </a:lnTo>
                <a:lnTo>
                  <a:pt x="784860" y="57912"/>
                </a:lnTo>
                <a:lnTo>
                  <a:pt x="813816" y="43434"/>
                </a:lnTo>
                <a:lnTo>
                  <a:pt x="784860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98831" y="1337818"/>
            <a:ext cx="1042035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Loss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12700" marR="5715" lvl="0" indent="28575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edic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ed 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</a:t>
            </a: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dists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1320546" y="1478280"/>
            <a:ext cx="694690" cy="86995"/>
          </a:xfrm>
          <a:custGeom>
            <a:avLst/>
            <a:gdLst/>
            <a:ahLst/>
            <a:cxnLst/>
            <a:rect l="l" t="t" r="r" b="b"/>
            <a:pathLst>
              <a:path w="694689" h="86994">
                <a:moveTo>
                  <a:pt x="607441" y="0"/>
                </a:moveTo>
                <a:lnTo>
                  <a:pt x="607441" y="86868"/>
                </a:lnTo>
                <a:lnTo>
                  <a:pt x="665353" y="57912"/>
                </a:lnTo>
                <a:lnTo>
                  <a:pt x="621918" y="57912"/>
                </a:lnTo>
                <a:lnTo>
                  <a:pt x="621918" y="28956"/>
                </a:lnTo>
                <a:lnTo>
                  <a:pt x="665353" y="28956"/>
                </a:lnTo>
                <a:lnTo>
                  <a:pt x="607441" y="0"/>
                </a:lnTo>
                <a:close/>
              </a:path>
              <a:path w="694689" h="86994">
                <a:moveTo>
                  <a:pt x="607441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607441" y="57912"/>
                </a:lnTo>
                <a:lnTo>
                  <a:pt x="607441" y="28956"/>
                </a:lnTo>
                <a:close/>
              </a:path>
              <a:path w="694689" h="86994">
                <a:moveTo>
                  <a:pt x="665353" y="28956"/>
                </a:moveTo>
                <a:lnTo>
                  <a:pt x="621918" y="28956"/>
                </a:lnTo>
                <a:lnTo>
                  <a:pt x="621918" y="57912"/>
                </a:lnTo>
                <a:lnTo>
                  <a:pt x="665353" y="57912"/>
                </a:lnTo>
                <a:lnTo>
                  <a:pt x="694309" y="43434"/>
                </a:lnTo>
                <a:lnTo>
                  <a:pt x="665353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1320546" y="2363723"/>
            <a:ext cx="814069" cy="86995"/>
          </a:xfrm>
          <a:custGeom>
            <a:avLst/>
            <a:gdLst/>
            <a:ahLst/>
            <a:cxnLst/>
            <a:rect l="l" t="t" r="r" b="b"/>
            <a:pathLst>
              <a:path w="814069" h="86994">
                <a:moveTo>
                  <a:pt x="726947" y="0"/>
                </a:moveTo>
                <a:lnTo>
                  <a:pt x="726947" y="86867"/>
                </a:lnTo>
                <a:lnTo>
                  <a:pt x="784860" y="57912"/>
                </a:lnTo>
                <a:lnTo>
                  <a:pt x="741426" y="57912"/>
                </a:lnTo>
                <a:lnTo>
                  <a:pt x="741426" y="28955"/>
                </a:lnTo>
                <a:lnTo>
                  <a:pt x="784859" y="28955"/>
                </a:lnTo>
                <a:lnTo>
                  <a:pt x="726947" y="0"/>
                </a:lnTo>
                <a:close/>
              </a:path>
              <a:path w="814069" h="86994">
                <a:moveTo>
                  <a:pt x="726947" y="28955"/>
                </a:moveTo>
                <a:lnTo>
                  <a:pt x="0" y="28955"/>
                </a:lnTo>
                <a:lnTo>
                  <a:pt x="0" y="57912"/>
                </a:lnTo>
                <a:lnTo>
                  <a:pt x="726947" y="57912"/>
                </a:lnTo>
                <a:lnTo>
                  <a:pt x="726947" y="28955"/>
                </a:lnTo>
                <a:close/>
              </a:path>
              <a:path w="814069" h="86994">
                <a:moveTo>
                  <a:pt x="784859" y="28955"/>
                </a:moveTo>
                <a:lnTo>
                  <a:pt x="741426" y="28955"/>
                </a:lnTo>
                <a:lnTo>
                  <a:pt x="741426" y="57912"/>
                </a:lnTo>
                <a:lnTo>
                  <a:pt x="784860" y="57912"/>
                </a:lnTo>
                <a:lnTo>
                  <a:pt x="813816" y="43434"/>
                </a:lnTo>
                <a:lnTo>
                  <a:pt x="784859" y="28955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58140" y="6092367"/>
            <a:ext cx="882015" cy="263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3510" marR="0" lvl="0" indent="0" algn="l" defTabSz="914400" rtl="0" eaLnBrk="1" fontAlgn="auto" latinLnBrk="0" hangingPunct="1"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Corpus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2348864" y="6101435"/>
            <a:ext cx="328930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143250" y="6101435"/>
            <a:ext cx="812800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students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4281296" y="6101435"/>
            <a:ext cx="71437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open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5496305" y="6101435"/>
            <a:ext cx="45910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6521957" y="6101435"/>
            <a:ext cx="61277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r>
              <a:rPr kumimoji="0" sz="18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x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ams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7642352" y="6101435"/>
            <a:ext cx="18351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9EA7110-E9BE-4FAD-B684-1A293E6AA663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39" y="249377"/>
            <a:ext cx="6219443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Training </a:t>
            </a:r>
            <a:r>
              <a:rPr dirty="0"/>
              <a:t>a RNN Language</a:t>
            </a:r>
            <a:r>
              <a:rPr spc="-135" dirty="0"/>
              <a:t> </a:t>
            </a:r>
            <a:r>
              <a:rPr spc="-5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2334910" y="6358525"/>
            <a:ext cx="371617" cy="21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36691" y="6372440"/>
            <a:ext cx="384048" cy="2226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60875" y="6372440"/>
            <a:ext cx="385381" cy="222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72776" y="6367802"/>
            <a:ext cx="385303" cy="2272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13737" y="2582417"/>
            <a:ext cx="5589270" cy="3483610"/>
            <a:chOff x="1013737" y="2582417"/>
            <a:chExt cx="5589270" cy="3483610"/>
          </a:xfrm>
        </p:grpSpPr>
        <p:sp>
          <p:nvSpPr>
            <p:cNvPr id="8" name="object 8"/>
            <p:cNvSpPr/>
            <p:nvPr/>
          </p:nvSpPr>
          <p:spPr>
            <a:xfrm>
              <a:off x="3025478" y="4972966"/>
              <a:ext cx="328619" cy="20457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97580" y="4744211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497580" y="4951475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497580" y="515873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497580" y="536600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391661" y="4662677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894588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8"/>
                  </a:lnTo>
                  <a:lnTo>
                    <a:pt x="60960" y="955548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8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518788" y="5618175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3" y="39237"/>
                  </a:moveTo>
                  <a:lnTo>
                    <a:pt x="45847" y="56219"/>
                  </a:lnTo>
                  <a:lnTo>
                    <a:pt x="45847" y="438111"/>
                  </a:lnTo>
                  <a:lnTo>
                    <a:pt x="65659" y="438111"/>
                  </a:lnTo>
                  <a:lnTo>
                    <a:pt x="65659" y="56219"/>
                  </a:lnTo>
                  <a:lnTo>
                    <a:pt x="55753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4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5" y="105587"/>
                  </a:lnTo>
                  <a:lnTo>
                    <a:pt x="19812" y="100850"/>
                  </a:lnTo>
                  <a:lnTo>
                    <a:pt x="45847" y="56219"/>
                  </a:lnTo>
                  <a:lnTo>
                    <a:pt x="45847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9" y="19659"/>
                  </a:lnTo>
                  <a:lnTo>
                    <a:pt x="65659" y="56219"/>
                  </a:lnTo>
                  <a:lnTo>
                    <a:pt x="91694" y="100850"/>
                  </a:lnTo>
                  <a:lnTo>
                    <a:pt x="94361" y="105587"/>
                  </a:lnTo>
                  <a:lnTo>
                    <a:pt x="100457" y="107175"/>
                  </a:lnTo>
                  <a:lnTo>
                    <a:pt x="105156" y="104419"/>
                  </a:lnTo>
                  <a:lnTo>
                    <a:pt x="109982" y="101663"/>
                  </a:lnTo>
                  <a:lnTo>
                    <a:pt x="111506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9" y="19659"/>
                  </a:moveTo>
                  <a:lnTo>
                    <a:pt x="45847" y="19659"/>
                  </a:lnTo>
                  <a:lnTo>
                    <a:pt x="45847" y="56219"/>
                  </a:lnTo>
                  <a:lnTo>
                    <a:pt x="55753" y="39237"/>
                  </a:lnTo>
                  <a:lnTo>
                    <a:pt x="47244" y="24650"/>
                  </a:lnTo>
                  <a:lnTo>
                    <a:pt x="65659" y="24650"/>
                  </a:lnTo>
                  <a:lnTo>
                    <a:pt x="65659" y="19659"/>
                  </a:lnTo>
                  <a:close/>
                </a:path>
                <a:path w="111760" h="438150">
                  <a:moveTo>
                    <a:pt x="65659" y="24650"/>
                  </a:moveTo>
                  <a:lnTo>
                    <a:pt x="64262" y="24650"/>
                  </a:lnTo>
                  <a:lnTo>
                    <a:pt x="55753" y="39237"/>
                  </a:lnTo>
                  <a:lnTo>
                    <a:pt x="65659" y="56219"/>
                  </a:lnTo>
                  <a:lnTo>
                    <a:pt x="65659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4" y="24650"/>
                  </a:lnTo>
                  <a:lnTo>
                    <a:pt x="55753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98163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633509" y="4380225"/>
              <a:ext cx="327219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526408" y="4235957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427354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427354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2429255" y="4713732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429255" y="4920995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429255" y="5128260"/>
              <a:ext cx="166116" cy="1569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429255" y="5335523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323337" y="4630673"/>
              <a:ext cx="365760" cy="957580"/>
            </a:xfrm>
            <a:custGeom>
              <a:avLst/>
              <a:gdLst/>
              <a:ahLst/>
              <a:cxnLst/>
              <a:rect l="l" t="t" r="r" b="b"/>
              <a:pathLst>
                <a:path w="365760" h="957579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896112"/>
                  </a:lnTo>
                  <a:lnTo>
                    <a:pt x="360967" y="919835"/>
                  </a:lnTo>
                  <a:lnTo>
                    <a:pt x="347900" y="939212"/>
                  </a:lnTo>
                  <a:lnTo>
                    <a:pt x="328523" y="952279"/>
                  </a:lnTo>
                  <a:lnTo>
                    <a:pt x="304800" y="957072"/>
                  </a:lnTo>
                  <a:lnTo>
                    <a:pt x="60960" y="957072"/>
                  </a:lnTo>
                  <a:lnTo>
                    <a:pt x="37236" y="952279"/>
                  </a:lnTo>
                  <a:lnTo>
                    <a:pt x="17859" y="939212"/>
                  </a:lnTo>
                  <a:lnTo>
                    <a:pt x="4792" y="919835"/>
                  </a:lnTo>
                  <a:lnTo>
                    <a:pt x="0" y="896112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452115" y="5587745"/>
              <a:ext cx="111760" cy="438784"/>
            </a:xfrm>
            <a:custGeom>
              <a:avLst/>
              <a:gdLst/>
              <a:ahLst/>
              <a:cxnLst/>
              <a:rect l="l" t="t" r="r" b="b"/>
              <a:pathLst>
                <a:path w="111760" h="438785">
                  <a:moveTo>
                    <a:pt x="54792" y="39300"/>
                  </a:moveTo>
                  <a:lnTo>
                    <a:pt x="45199" y="56397"/>
                  </a:lnTo>
                  <a:lnTo>
                    <a:pt x="51688" y="438226"/>
                  </a:lnTo>
                  <a:lnTo>
                    <a:pt x="71500" y="437895"/>
                  </a:lnTo>
                  <a:lnTo>
                    <a:pt x="65013" y="56161"/>
                  </a:lnTo>
                  <a:lnTo>
                    <a:pt x="54792" y="39300"/>
                  </a:lnTo>
                  <a:close/>
                </a:path>
                <a:path w="111760" h="438785">
                  <a:moveTo>
                    <a:pt x="54101" y="0"/>
                  </a:moveTo>
                  <a:lnTo>
                    <a:pt x="0" y="96481"/>
                  </a:lnTo>
                  <a:lnTo>
                    <a:pt x="1650" y="102527"/>
                  </a:lnTo>
                  <a:lnTo>
                    <a:pt x="6476" y="105194"/>
                  </a:lnTo>
                  <a:lnTo>
                    <a:pt x="11175" y="107873"/>
                  </a:lnTo>
                  <a:lnTo>
                    <a:pt x="17271" y="106171"/>
                  </a:lnTo>
                  <a:lnTo>
                    <a:pt x="45199" y="56397"/>
                  </a:lnTo>
                  <a:lnTo>
                    <a:pt x="44576" y="19773"/>
                  </a:lnTo>
                  <a:lnTo>
                    <a:pt x="64388" y="19443"/>
                  </a:lnTo>
                  <a:lnTo>
                    <a:pt x="65885" y="19443"/>
                  </a:lnTo>
                  <a:lnTo>
                    <a:pt x="54101" y="0"/>
                  </a:lnTo>
                  <a:close/>
                </a:path>
                <a:path w="111760" h="438785">
                  <a:moveTo>
                    <a:pt x="65885" y="19443"/>
                  </a:moveTo>
                  <a:lnTo>
                    <a:pt x="64388" y="19443"/>
                  </a:lnTo>
                  <a:lnTo>
                    <a:pt x="65013" y="56161"/>
                  </a:lnTo>
                  <a:lnTo>
                    <a:pt x="91693" y="100177"/>
                  </a:lnTo>
                  <a:lnTo>
                    <a:pt x="94487" y="104851"/>
                  </a:lnTo>
                  <a:lnTo>
                    <a:pt x="100583" y="106349"/>
                  </a:lnTo>
                  <a:lnTo>
                    <a:pt x="109981" y="100672"/>
                  </a:lnTo>
                  <a:lnTo>
                    <a:pt x="111506" y="94589"/>
                  </a:lnTo>
                  <a:lnTo>
                    <a:pt x="108584" y="89903"/>
                  </a:lnTo>
                  <a:lnTo>
                    <a:pt x="65885" y="19443"/>
                  </a:lnTo>
                  <a:close/>
                </a:path>
                <a:path w="111760" h="438785">
                  <a:moveTo>
                    <a:pt x="64388" y="19443"/>
                  </a:moveTo>
                  <a:lnTo>
                    <a:pt x="44576" y="19773"/>
                  </a:lnTo>
                  <a:lnTo>
                    <a:pt x="45199" y="56397"/>
                  </a:lnTo>
                  <a:lnTo>
                    <a:pt x="54792" y="39300"/>
                  </a:lnTo>
                  <a:lnTo>
                    <a:pt x="45973" y="24752"/>
                  </a:lnTo>
                  <a:lnTo>
                    <a:pt x="63118" y="24460"/>
                  </a:lnTo>
                  <a:lnTo>
                    <a:pt x="64474" y="24460"/>
                  </a:lnTo>
                  <a:lnTo>
                    <a:pt x="64388" y="19443"/>
                  </a:lnTo>
                  <a:close/>
                </a:path>
                <a:path w="111760" h="438785">
                  <a:moveTo>
                    <a:pt x="64474" y="24460"/>
                  </a:moveTo>
                  <a:lnTo>
                    <a:pt x="63118" y="24460"/>
                  </a:lnTo>
                  <a:lnTo>
                    <a:pt x="54792" y="39300"/>
                  </a:lnTo>
                  <a:lnTo>
                    <a:pt x="65013" y="56161"/>
                  </a:lnTo>
                  <a:lnTo>
                    <a:pt x="64474" y="24460"/>
                  </a:lnTo>
                  <a:close/>
                </a:path>
                <a:path w="111760" h="438785">
                  <a:moveTo>
                    <a:pt x="63118" y="24460"/>
                  </a:moveTo>
                  <a:lnTo>
                    <a:pt x="45973" y="24752"/>
                  </a:lnTo>
                  <a:lnTo>
                    <a:pt x="54792" y="39300"/>
                  </a:lnTo>
                  <a:lnTo>
                    <a:pt x="63118" y="2446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546603" y="5731763"/>
              <a:ext cx="234695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565332" y="4380225"/>
              <a:ext cx="328522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2161275" y="2944677"/>
              <a:ext cx="318272" cy="18597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2436875" y="3224783"/>
              <a:ext cx="166116" cy="17373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2436875" y="3456431"/>
              <a:ext cx="166116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2436875" y="3689603"/>
              <a:ext cx="166116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436875" y="3921251"/>
              <a:ext cx="166116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30958" y="3131057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1011935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60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5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1632966" y="3645280"/>
              <a:ext cx="935355" cy="986155"/>
            </a:xfrm>
            <a:custGeom>
              <a:avLst/>
              <a:gdLst/>
              <a:ahLst/>
              <a:cxnLst/>
              <a:rect l="l" t="t" r="r" b="b"/>
              <a:pathLst>
                <a:path w="935355" h="986154">
                  <a:moveTo>
                    <a:pt x="699249" y="55765"/>
                  </a:moveTo>
                  <a:lnTo>
                    <a:pt x="682269" y="45847"/>
                  </a:lnTo>
                  <a:lnTo>
                    <a:pt x="608457" y="2794"/>
                  </a:lnTo>
                  <a:lnTo>
                    <a:pt x="603758" y="0"/>
                  </a:ln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43026" y="45847"/>
                  </a:lnTo>
                  <a:lnTo>
                    <a:pt x="0" y="45847"/>
                  </a:lnTo>
                  <a:lnTo>
                    <a:pt x="0" y="65659"/>
                  </a:lnTo>
                  <a:lnTo>
                    <a:pt x="643051" y="65659"/>
                  </a:lnTo>
                  <a:lnTo>
                    <a:pt x="660031" y="55765"/>
                  </a:ln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69" y="65659"/>
                  </a:lnTo>
                  <a:lnTo>
                    <a:pt x="699249" y="55765"/>
                  </a:lnTo>
                  <a:close/>
                </a:path>
                <a:path w="935355" h="986154">
                  <a:moveTo>
                    <a:pt x="934847" y="655193"/>
                  </a:moveTo>
                  <a:lnTo>
                    <a:pt x="932180" y="650367"/>
                  </a:lnTo>
                  <a:lnTo>
                    <a:pt x="891641" y="578104"/>
                  </a:lnTo>
                  <a:lnTo>
                    <a:pt x="880745" y="558673"/>
                  </a:lnTo>
                  <a:lnTo>
                    <a:pt x="826135" y="648589"/>
                  </a:lnTo>
                  <a:lnTo>
                    <a:pt x="823341" y="653288"/>
                  </a:lnTo>
                  <a:lnTo>
                    <a:pt x="824738" y="659384"/>
                  </a:lnTo>
                  <a:lnTo>
                    <a:pt x="834136" y="664972"/>
                  </a:lnTo>
                  <a:lnTo>
                    <a:pt x="840232" y="663575"/>
                  </a:lnTo>
                  <a:lnTo>
                    <a:pt x="843026" y="658876"/>
                  </a:lnTo>
                  <a:lnTo>
                    <a:pt x="869810" y="614794"/>
                  </a:lnTo>
                  <a:lnTo>
                    <a:pt x="863346" y="985393"/>
                  </a:lnTo>
                  <a:lnTo>
                    <a:pt x="883158" y="985774"/>
                  </a:lnTo>
                  <a:lnTo>
                    <a:pt x="889622" y="615188"/>
                  </a:lnTo>
                  <a:lnTo>
                    <a:pt x="914781" y="660146"/>
                  </a:lnTo>
                  <a:lnTo>
                    <a:pt x="917575" y="664845"/>
                  </a:lnTo>
                  <a:lnTo>
                    <a:pt x="923544" y="666623"/>
                  </a:lnTo>
                  <a:lnTo>
                    <a:pt x="928370" y="663829"/>
                  </a:lnTo>
                  <a:lnTo>
                    <a:pt x="933069" y="661162"/>
                  </a:lnTo>
                  <a:lnTo>
                    <a:pt x="934847" y="65519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746503" y="3374135"/>
              <a:ext cx="426719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013737" y="2963001"/>
              <a:ext cx="308976" cy="17592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1363979" y="3227831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1363979" y="3461003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1363979" y="3692651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1363979" y="3925823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1258061" y="3135629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2699765" y="3643756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3" y="91694"/>
                  </a:lnTo>
                  <a:lnTo>
                    <a:pt x="593724" y="94361"/>
                  </a:lnTo>
                  <a:lnTo>
                    <a:pt x="592073" y="100457"/>
                  </a:lnTo>
                  <a:lnTo>
                    <a:pt x="594868" y="105156"/>
                  </a:lnTo>
                  <a:lnTo>
                    <a:pt x="597661" y="109982"/>
                  </a:lnTo>
                  <a:lnTo>
                    <a:pt x="603757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3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1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3" y="47244"/>
                  </a:moveTo>
                  <a:lnTo>
                    <a:pt x="660037" y="55753"/>
                  </a:lnTo>
                  <a:lnTo>
                    <a:pt x="674623" y="64262"/>
                  </a:lnTo>
                  <a:lnTo>
                    <a:pt x="674623" y="47244"/>
                  </a:lnTo>
                  <a:close/>
                </a:path>
                <a:path w="699770" h="111760">
                  <a:moveTo>
                    <a:pt x="679704" y="47244"/>
                  </a:moveTo>
                  <a:lnTo>
                    <a:pt x="674623" y="47244"/>
                  </a:lnTo>
                  <a:lnTo>
                    <a:pt x="674623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1" y="1524"/>
                  </a:lnTo>
                  <a:lnTo>
                    <a:pt x="594868" y="6350"/>
                  </a:lnTo>
                  <a:lnTo>
                    <a:pt x="592073" y="11049"/>
                  </a:lnTo>
                  <a:lnTo>
                    <a:pt x="593724" y="17145"/>
                  </a:lnTo>
                  <a:lnTo>
                    <a:pt x="598423" y="19812"/>
                  </a:lnTo>
                  <a:lnTo>
                    <a:pt x="660037" y="55753"/>
                  </a:lnTo>
                  <a:lnTo>
                    <a:pt x="674623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2813303" y="3374135"/>
              <a:ext cx="426719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3179216" y="2926079"/>
              <a:ext cx="327317" cy="21387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3505199" y="3255263"/>
              <a:ext cx="166115" cy="17525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3505199" y="348843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3505199" y="3720083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3505199" y="395325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3399281" y="3163061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59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4233762" y="2926079"/>
              <a:ext cx="330490" cy="21387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4456938" y="317220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3757421" y="3652900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3"/>
                  </a:lnTo>
                  <a:lnTo>
                    <a:pt x="593725" y="94361"/>
                  </a:lnTo>
                  <a:lnTo>
                    <a:pt x="592074" y="100456"/>
                  </a:lnTo>
                  <a:lnTo>
                    <a:pt x="594867" y="105156"/>
                  </a:lnTo>
                  <a:lnTo>
                    <a:pt x="597662" y="109981"/>
                  </a:lnTo>
                  <a:lnTo>
                    <a:pt x="603757" y="111506"/>
                  </a:lnTo>
                  <a:lnTo>
                    <a:pt x="608456" y="108712"/>
                  </a:lnTo>
                  <a:lnTo>
                    <a:pt x="682276" y="65659"/>
                  </a:lnTo>
                  <a:lnTo>
                    <a:pt x="679703" y="65659"/>
                  </a:lnTo>
                  <a:lnTo>
                    <a:pt x="679703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3" y="45847"/>
                  </a:lnTo>
                  <a:lnTo>
                    <a:pt x="679703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3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3" y="64262"/>
                  </a:lnTo>
                  <a:lnTo>
                    <a:pt x="679703" y="47243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2" y="1524"/>
                  </a:lnTo>
                  <a:lnTo>
                    <a:pt x="594867" y="6350"/>
                  </a:lnTo>
                  <a:lnTo>
                    <a:pt x="592074" y="11049"/>
                  </a:lnTo>
                  <a:lnTo>
                    <a:pt x="593725" y="17144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3"/>
                  </a:lnTo>
                  <a:lnTo>
                    <a:pt x="679703" y="47243"/>
                  </a:lnTo>
                  <a:lnTo>
                    <a:pt x="679703" y="45847"/>
                  </a:lnTo>
                  <a:lnTo>
                    <a:pt x="682276" y="45847"/>
                  </a:lnTo>
                  <a:lnTo>
                    <a:pt x="608456" y="2793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3869436" y="3374135"/>
              <a:ext cx="428243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4094987" y="4972966"/>
              <a:ext cx="329184" cy="204577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4553712" y="4753355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4553712" y="496061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4553712" y="516788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4553712" y="5375147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4449318" y="4671822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894587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7"/>
                  </a:lnTo>
                  <a:lnTo>
                    <a:pt x="60960" y="955547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7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576444" y="5627319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2" y="39237"/>
                  </a:moveTo>
                  <a:lnTo>
                    <a:pt x="45846" y="56219"/>
                  </a:lnTo>
                  <a:lnTo>
                    <a:pt x="45846" y="438111"/>
                  </a:lnTo>
                  <a:lnTo>
                    <a:pt x="65658" y="438111"/>
                  </a:lnTo>
                  <a:lnTo>
                    <a:pt x="65658" y="56219"/>
                  </a:lnTo>
                  <a:lnTo>
                    <a:pt x="55752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3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4" y="105575"/>
                  </a:lnTo>
                  <a:lnTo>
                    <a:pt x="19812" y="100850"/>
                  </a:lnTo>
                  <a:lnTo>
                    <a:pt x="45846" y="56219"/>
                  </a:lnTo>
                  <a:lnTo>
                    <a:pt x="45846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8" y="19659"/>
                  </a:lnTo>
                  <a:lnTo>
                    <a:pt x="65659" y="56219"/>
                  </a:lnTo>
                  <a:lnTo>
                    <a:pt x="91693" y="100850"/>
                  </a:lnTo>
                  <a:lnTo>
                    <a:pt x="94360" y="105587"/>
                  </a:lnTo>
                  <a:lnTo>
                    <a:pt x="100456" y="107175"/>
                  </a:lnTo>
                  <a:lnTo>
                    <a:pt x="105155" y="104419"/>
                  </a:lnTo>
                  <a:lnTo>
                    <a:pt x="109981" y="101663"/>
                  </a:lnTo>
                  <a:lnTo>
                    <a:pt x="111505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8" y="19659"/>
                  </a:moveTo>
                  <a:lnTo>
                    <a:pt x="45846" y="19659"/>
                  </a:lnTo>
                  <a:lnTo>
                    <a:pt x="45846" y="56219"/>
                  </a:lnTo>
                  <a:lnTo>
                    <a:pt x="55752" y="39237"/>
                  </a:lnTo>
                  <a:lnTo>
                    <a:pt x="47243" y="24650"/>
                  </a:lnTo>
                  <a:lnTo>
                    <a:pt x="65658" y="24650"/>
                  </a:lnTo>
                  <a:lnTo>
                    <a:pt x="65658" y="19659"/>
                  </a:lnTo>
                  <a:close/>
                </a:path>
                <a:path w="111760" h="438150">
                  <a:moveTo>
                    <a:pt x="65658" y="24650"/>
                  </a:moveTo>
                  <a:lnTo>
                    <a:pt x="64262" y="24650"/>
                  </a:lnTo>
                  <a:lnTo>
                    <a:pt x="55752" y="39237"/>
                  </a:lnTo>
                  <a:lnTo>
                    <a:pt x="65659" y="56219"/>
                  </a:lnTo>
                  <a:lnTo>
                    <a:pt x="65658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3" y="24650"/>
                  </a:lnTo>
                  <a:lnTo>
                    <a:pt x="55752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655819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4691165" y="4380225"/>
              <a:ext cx="327219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4584064" y="4245101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3" y="39224"/>
                  </a:moveTo>
                  <a:lnTo>
                    <a:pt x="45847" y="56206"/>
                  </a:lnTo>
                  <a:lnTo>
                    <a:pt x="45847" y="426974"/>
                  </a:lnTo>
                  <a:lnTo>
                    <a:pt x="65659" y="426974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3"/>
                  </a:lnTo>
                  <a:lnTo>
                    <a:pt x="109982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60" h="427354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427354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4561332" y="3264407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4561332" y="3497579"/>
              <a:ext cx="166115" cy="17373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4561332" y="3729227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4561332" y="3962400"/>
              <a:ext cx="166115" cy="17373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4833365" y="3643756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4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4"/>
                  </a:lnTo>
                  <a:close/>
                </a:path>
                <a:path w="699770" h="111760">
                  <a:moveTo>
                    <a:pt x="679704" y="47244"/>
                  </a:moveTo>
                  <a:lnTo>
                    <a:pt x="674624" y="47244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4946903" y="3374135"/>
              <a:ext cx="426720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5314336" y="2949327"/>
              <a:ext cx="321340" cy="190629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5638800" y="3255263"/>
              <a:ext cx="166115" cy="17525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5638800" y="348843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5638800" y="3720083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5638800" y="395325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5172730" y="4972966"/>
              <a:ext cx="331649" cy="204577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5631180" y="4744211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5631180" y="4951475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5631180" y="515873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5631180" y="536600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5525262" y="4662677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894588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8"/>
                  </a:lnTo>
                  <a:lnTo>
                    <a:pt x="60960" y="955548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8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5652388" y="5618175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3" y="39237"/>
                  </a:moveTo>
                  <a:lnTo>
                    <a:pt x="45847" y="56219"/>
                  </a:lnTo>
                  <a:lnTo>
                    <a:pt x="45847" y="438111"/>
                  </a:lnTo>
                  <a:lnTo>
                    <a:pt x="65659" y="438111"/>
                  </a:lnTo>
                  <a:lnTo>
                    <a:pt x="65659" y="56219"/>
                  </a:lnTo>
                  <a:lnTo>
                    <a:pt x="55753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4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5" y="105587"/>
                  </a:lnTo>
                  <a:lnTo>
                    <a:pt x="19812" y="100850"/>
                  </a:lnTo>
                  <a:lnTo>
                    <a:pt x="45847" y="56219"/>
                  </a:lnTo>
                  <a:lnTo>
                    <a:pt x="45847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9" y="19659"/>
                  </a:lnTo>
                  <a:lnTo>
                    <a:pt x="65659" y="56219"/>
                  </a:lnTo>
                  <a:lnTo>
                    <a:pt x="91694" y="100850"/>
                  </a:lnTo>
                  <a:lnTo>
                    <a:pt x="94361" y="105587"/>
                  </a:lnTo>
                  <a:lnTo>
                    <a:pt x="100457" y="107175"/>
                  </a:lnTo>
                  <a:lnTo>
                    <a:pt x="105156" y="104419"/>
                  </a:lnTo>
                  <a:lnTo>
                    <a:pt x="109982" y="101663"/>
                  </a:lnTo>
                  <a:lnTo>
                    <a:pt x="111506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9" y="19659"/>
                  </a:moveTo>
                  <a:lnTo>
                    <a:pt x="45847" y="19659"/>
                  </a:lnTo>
                  <a:lnTo>
                    <a:pt x="45847" y="56219"/>
                  </a:lnTo>
                  <a:lnTo>
                    <a:pt x="55753" y="39237"/>
                  </a:lnTo>
                  <a:lnTo>
                    <a:pt x="47244" y="24650"/>
                  </a:lnTo>
                  <a:lnTo>
                    <a:pt x="65659" y="24650"/>
                  </a:lnTo>
                  <a:lnTo>
                    <a:pt x="65659" y="19659"/>
                  </a:lnTo>
                  <a:close/>
                </a:path>
                <a:path w="111760" h="438150">
                  <a:moveTo>
                    <a:pt x="65659" y="24650"/>
                  </a:moveTo>
                  <a:lnTo>
                    <a:pt x="64262" y="24650"/>
                  </a:lnTo>
                  <a:lnTo>
                    <a:pt x="55753" y="39237"/>
                  </a:lnTo>
                  <a:lnTo>
                    <a:pt x="65659" y="56219"/>
                  </a:lnTo>
                  <a:lnTo>
                    <a:pt x="65659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4" y="24650"/>
                  </a:lnTo>
                  <a:lnTo>
                    <a:pt x="55753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5731763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5767256" y="4380225"/>
              <a:ext cx="328522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5660008" y="4235957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427354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427354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5532882" y="3163061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59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5660008" y="2582417"/>
              <a:ext cx="111760" cy="579755"/>
            </a:xfrm>
            <a:custGeom>
              <a:avLst/>
              <a:gdLst/>
              <a:ahLst/>
              <a:cxnLst/>
              <a:rect l="l" t="t" r="r" b="b"/>
              <a:pathLst>
                <a:path w="111760" h="579755">
                  <a:moveTo>
                    <a:pt x="55752" y="39224"/>
                  </a:moveTo>
                  <a:lnTo>
                    <a:pt x="45846" y="56206"/>
                  </a:lnTo>
                  <a:lnTo>
                    <a:pt x="45846" y="579247"/>
                  </a:lnTo>
                  <a:lnTo>
                    <a:pt x="65658" y="579247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579755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579755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579755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8"/>
                  </a:lnTo>
                  <a:close/>
                </a:path>
                <a:path w="111760" h="579755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579755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5815583" y="2700527"/>
              <a:ext cx="205739" cy="1783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4584064" y="2582417"/>
              <a:ext cx="111760" cy="588645"/>
            </a:xfrm>
            <a:custGeom>
              <a:avLst/>
              <a:gdLst/>
              <a:ahLst/>
              <a:cxnLst/>
              <a:rect l="l" t="t" r="r" b="b"/>
              <a:pathLst>
                <a:path w="111760" h="588644">
                  <a:moveTo>
                    <a:pt x="55753" y="39224"/>
                  </a:moveTo>
                  <a:lnTo>
                    <a:pt x="45847" y="56206"/>
                  </a:lnTo>
                  <a:lnTo>
                    <a:pt x="45847" y="588518"/>
                  </a:lnTo>
                  <a:lnTo>
                    <a:pt x="65659" y="588518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588644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588644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4"/>
                  </a:lnTo>
                  <a:lnTo>
                    <a:pt x="109982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588644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60" h="588644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88644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4748783" y="2708382"/>
              <a:ext cx="205739" cy="17945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3531488" y="2582417"/>
              <a:ext cx="111760" cy="579755"/>
            </a:xfrm>
            <a:custGeom>
              <a:avLst/>
              <a:gdLst/>
              <a:ahLst/>
              <a:cxnLst/>
              <a:rect l="l" t="t" r="r" b="b"/>
              <a:pathLst>
                <a:path w="111760" h="579755">
                  <a:moveTo>
                    <a:pt x="56291" y="39284"/>
                  </a:moveTo>
                  <a:lnTo>
                    <a:pt x="46226" y="56165"/>
                  </a:lnTo>
                  <a:lnTo>
                    <a:pt x="40766" y="579247"/>
                  </a:lnTo>
                  <a:lnTo>
                    <a:pt x="60578" y="579374"/>
                  </a:lnTo>
                  <a:lnTo>
                    <a:pt x="66037" y="56400"/>
                  </a:lnTo>
                  <a:lnTo>
                    <a:pt x="56291" y="39284"/>
                  </a:lnTo>
                  <a:close/>
                </a:path>
                <a:path w="111760" h="579755">
                  <a:moveTo>
                    <a:pt x="67921" y="19558"/>
                  </a:moveTo>
                  <a:lnTo>
                    <a:pt x="46609" y="19558"/>
                  </a:lnTo>
                  <a:lnTo>
                    <a:pt x="66421" y="19685"/>
                  </a:lnTo>
                  <a:lnTo>
                    <a:pt x="66037" y="56400"/>
                  </a:lnTo>
                  <a:lnTo>
                    <a:pt x="94234" y="105918"/>
                  </a:lnTo>
                  <a:lnTo>
                    <a:pt x="100330" y="107569"/>
                  </a:lnTo>
                  <a:lnTo>
                    <a:pt x="105028" y="104902"/>
                  </a:lnTo>
                  <a:lnTo>
                    <a:pt x="109855" y="102235"/>
                  </a:lnTo>
                  <a:lnTo>
                    <a:pt x="111506" y="96139"/>
                  </a:lnTo>
                  <a:lnTo>
                    <a:pt x="108838" y="91312"/>
                  </a:lnTo>
                  <a:lnTo>
                    <a:pt x="67921" y="19558"/>
                  </a:lnTo>
                  <a:close/>
                </a:path>
                <a:path w="111760" h="579755">
                  <a:moveTo>
                    <a:pt x="56769" y="0"/>
                  </a:moveTo>
                  <a:lnTo>
                    <a:pt x="0" y="94996"/>
                  </a:lnTo>
                  <a:lnTo>
                    <a:pt x="1524" y="101092"/>
                  </a:lnTo>
                  <a:lnTo>
                    <a:pt x="10922" y="106680"/>
                  </a:lnTo>
                  <a:lnTo>
                    <a:pt x="17018" y="105156"/>
                  </a:lnTo>
                  <a:lnTo>
                    <a:pt x="46226" y="56165"/>
                  </a:lnTo>
                  <a:lnTo>
                    <a:pt x="46609" y="19558"/>
                  </a:lnTo>
                  <a:lnTo>
                    <a:pt x="67921" y="19558"/>
                  </a:lnTo>
                  <a:lnTo>
                    <a:pt x="56769" y="0"/>
                  </a:lnTo>
                  <a:close/>
                </a:path>
                <a:path w="111760" h="579755">
                  <a:moveTo>
                    <a:pt x="66370" y="24511"/>
                  </a:moveTo>
                  <a:lnTo>
                    <a:pt x="47878" y="24511"/>
                  </a:lnTo>
                  <a:lnTo>
                    <a:pt x="65024" y="24637"/>
                  </a:lnTo>
                  <a:lnTo>
                    <a:pt x="56291" y="39284"/>
                  </a:lnTo>
                  <a:lnTo>
                    <a:pt x="66037" y="56400"/>
                  </a:lnTo>
                  <a:lnTo>
                    <a:pt x="66370" y="24511"/>
                  </a:lnTo>
                  <a:close/>
                </a:path>
                <a:path w="111760" h="579755">
                  <a:moveTo>
                    <a:pt x="46609" y="19558"/>
                  </a:moveTo>
                  <a:lnTo>
                    <a:pt x="46226" y="56165"/>
                  </a:lnTo>
                  <a:lnTo>
                    <a:pt x="56291" y="39284"/>
                  </a:lnTo>
                  <a:lnTo>
                    <a:pt x="47878" y="24511"/>
                  </a:lnTo>
                  <a:lnTo>
                    <a:pt x="66370" y="24511"/>
                  </a:lnTo>
                  <a:lnTo>
                    <a:pt x="66421" y="19685"/>
                  </a:lnTo>
                  <a:lnTo>
                    <a:pt x="46609" y="19558"/>
                  </a:lnTo>
                  <a:close/>
                </a:path>
                <a:path w="111760" h="579755">
                  <a:moveTo>
                    <a:pt x="47878" y="24511"/>
                  </a:moveTo>
                  <a:lnTo>
                    <a:pt x="56291" y="39284"/>
                  </a:lnTo>
                  <a:lnTo>
                    <a:pt x="65024" y="24637"/>
                  </a:lnTo>
                  <a:lnTo>
                    <a:pt x="47878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3688080" y="2708382"/>
              <a:ext cx="205739" cy="17945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2463800" y="2582417"/>
              <a:ext cx="111760" cy="548640"/>
            </a:xfrm>
            <a:custGeom>
              <a:avLst/>
              <a:gdLst/>
              <a:ahLst/>
              <a:cxnLst/>
              <a:rect l="l" t="t" r="r" b="b"/>
              <a:pathLst>
                <a:path w="111760" h="548639">
                  <a:moveTo>
                    <a:pt x="56519" y="39321"/>
                  </a:moveTo>
                  <a:lnTo>
                    <a:pt x="46395" y="56147"/>
                  </a:lnTo>
                  <a:lnTo>
                    <a:pt x="40131" y="548259"/>
                  </a:lnTo>
                  <a:lnTo>
                    <a:pt x="59943" y="548513"/>
                  </a:lnTo>
                  <a:lnTo>
                    <a:pt x="66207" y="56431"/>
                  </a:lnTo>
                  <a:lnTo>
                    <a:pt x="56519" y="39321"/>
                  </a:lnTo>
                  <a:close/>
                </a:path>
                <a:path w="111760" h="548639">
                  <a:moveTo>
                    <a:pt x="68033" y="19431"/>
                  </a:moveTo>
                  <a:lnTo>
                    <a:pt x="46862" y="19431"/>
                  </a:lnTo>
                  <a:lnTo>
                    <a:pt x="66675" y="19685"/>
                  </a:lnTo>
                  <a:lnTo>
                    <a:pt x="66207" y="56431"/>
                  </a:lnTo>
                  <a:lnTo>
                    <a:pt x="91567" y="101219"/>
                  </a:lnTo>
                  <a:lnTo>
                    <a:pt x="94233" y="106045"/>
                  </a:lnTo>
                  <a:lnTo>
                    <a:pt x="100330" y="107696"/>
                  </a:lnTo>
                  <a:lnTo>
                    <a:pt x="105156" y="105029"/>
                  </a:lnTo>
                  <a:lnTo>
                    <a:pt x="109855" y="102235"/>
                  </a:lnTo>
                  <a:lnTo>
                    <a:pt x="111506" y="96266"/>
                  </a:lnTo>
                  <a:lnTo>
                    <a:pt x="108838" y="91440"/>
                  </a:lnTo>
                  <a:lnTo>
                    <a:pt x="68033" y="19431"/>
                  </a:lnTo>
                  <a:close/>
                </a:path>
                <a:path w="111760" h="548639">
                  <a:moveTo>
                    <a:pt x="57023" y="0"/>
                  </a:moveTo>
                  <a:lnTo>
                    <a:pt x="2793" y="90170"/>
                  </a:lnTo>
                  <a:lnTo>
                    <a:pt x="0" y="94869"/>
                  </a:lnTo>
                  <a:lnTo>
                    <a:pt x="1524" y="100965"/>
                  </a:lnTo>
                  <a:lnTo>
                    <a:pt x="10922" y="106553"/>
                  </a:lnTo>
                  <a:lnTo>
                    <a:pt x="17018" y="105029"/>
                  </a:lnTo>
                  <a:lnTo>
                    <a:pt x="19812" y="100330"/>
                  </a:lnTo>
                  <a:lnTo>
                    <a:pt x="46395" y="56147"/>
                  </a:lnTo>
                  <a:lnTo>
                    <a:pt x="46862" y="19431"/>
                  </a:lnTo>
                  <a:lnTo>
                    <a:pt x="68033" y="19431"/>
                  </a:lnTo>
                  <a:lnTo>
                    <a:pt x="57023" y="0"/>
                  </a:lnTo>
                  <a:close/>
                </a:path>
                <a:path w="111760" h="548639">
                  <a:moveTo>
                    <a:pt x="66613" y="24511"/>
                  </a:moveTo>
                  <a:lnTo>
                    <a:pt x="48132" y="24511"/>
                  </a:lnTo>
                  <a:lnTo>
                    <a:pt x="65277" y="24765"/>
                  </a:lnTo>
                  <a:lnTo>
                    <a:pt x="56519" y="39321"/>
                  </a:lnTo>
                  <a:lnTo>
                    <a:pt x="66207" y="56431"/>
                  </a:lnTo>
                  <a:lnTo>
                    <a:pt x="66613" y="24511"/>
                  </a:lnTo>
                  <a:close/>
                </a:path>
                <a:path w="111760" h="548639">
                  <a:moveTo>
                    <a:pt x="46862" y="19431"/>
                  </a:moveTo>
                  <a:lnTo>
                    <a:pt x="46395" y="56147"/>
                  </a:lnTo>
                  <a:lnTo>
                    <a:pt x="56519" y="39321"/>
                  </a:lnTo>
                  <a:lnTo>
                    <a:pt x="48132" y="24511"/>
                  </a:lnTo>
                  <a:lnTo>
                    <a:pt x="66613" y="24511"/>
                  </a:lnTo>
                  <a:lnTo>
                    <a:pt x="66675" y="19685"/>
                  </a:lnTo>
                  <a:lnTo>
                    <a:pt x="46862" y="19431"/>
                  </a:lnTo>
                  <a:close/>
                </a:path>
                <a:path w="111760" h="548639">
                  <a:moveTo>
                    <a:pt x="48132" y="24511"/>
                  </a:moveTo>
                  <a:lnTo>
                    <a:pt x="56519" y="39321"/>
                  </a:lnTo>
                  <a:lnTo>
                    <a:pt x="65277" y="24765"/>
                  </a:lnTo>
                  <a:lnTo>
                    <a:pt x="48132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2621279" y="2699003"/>
              <a:ext cx="205739" cy="1783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5903213" y="3657472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2"/>
                  </a:moveTo>
                  <a:lnTo>
                    <a:pt x="598424" y="91693"/>
                  </a:lnTo>
                  <a:lnTo>
                    <a:pt x="593725" y="94360"/>
                  </a:lnTo>
                  <a:lnTo>
                    <a:pt x="592074" y="100456"/>
                  </a:lnTo>
                  <a:lnTo>
                    <a:pt x="594868" y="105156"/>
                  </a:lnTo>
                  <a:lnTo>
                    <a:pt x="597662" y="109981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76" y="65658"/>
                  </a:lnTo>
                  <a:lnTo>
                    <a:pt x="679704" y="65658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2"/>
                  </a:lnTo>
                  <a:close/>
                </a:path>
                <a:path w="699770" h="111760">
                  <a:moveTo>
                    <a:pt x="643055" y="45846"/>
                  </a:moveTo>
                  <a:lnTo>
                    <a:pt x="0" y="45846"/>
                  </a:lnTo>
                  <a:lnTo>
                    <a:pt x="0" y="65658"/>
                  </a:lnTo>
                  <a:lnTo>
                    <a:pt x="643055" y="65658"/>
                  </a:lnTo>
                  <a:lnTo>
                    <a:pt x="660037" y="55752"/>
                  </a:lnTo>
                  <a:lnTo>
                    <a:pt x="643055" y="45846"/>
                  </a:lnTo>
                  <a:close/>
                </a:path>
                <a:path w="699770" h="111760">
                  <a:moveTo>
                    <a:pt x="682276" y="45846"/>
                  </a:moveTo>
                  <a:lnTo>
                    <a:pt x="679704" y="45846"/>
                  </a:lnTo>
                  <a:lnTo>
                    <a:pt x="679704" y="65658"/>
                  </a:lnTo>
                  <a:lnTo>
                    <a:pt x="682276" y="65658"/>
                  </a:lnTo>
                  <a:lnTo>
                    <a:pt x="699262" y="55752"/>
                  </a:lnTo>
                  <a:lnTo>
                    <a:pt x="682276" y="45846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2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4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3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4"/>
                  </a:lnTo>
                  <a:lnTo>
                    <a:pt x="598424" y="19812"/>
                  </a:lnTo>
                  <a:lnTo>
                    <a:pt x="660037" y="55752"/>
                  </a:lnTo>
                  <a:lnTo>
                    <a:pt x="674624" y="47243"/>
                  </a:lnTo>
                  <a:lnTo>
                    <a:pt x="679704" y="47243"/>
                  </a:lnTo>
                  <a:lnTo>
                    <a:pt x="679704" y="45846"/>
                  </a:lnTo>
                  <a:lnTo>
                    <a:pt x="682276" y="45846"/>
                  </a:lnTo>
                  <a:lnTo>
                    <a:pt x="608457" y="2793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6015227" y="3389375"/>
              <a:ext cx="428244" cy="29108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94" name="object 94"/>
          <p:cNvSpPr/>
          <p:nvPr/>
        </p:nvSpPr>
        <p:spPr>
          <a:xfrm>
            <a:off x="1940374" y="4996214"/>
            <a:ext cx="327157" cy="20457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2394394" y="2280301"/>
            <a:ext cx="335020" cy="24118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5585786" y="2280301"/>
            <a:ext cx="331796" cy="24118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4521988" y="2280301"/>
            <a:ext cx="336313" cy="24118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3455060" y="2280301"/>
            <a:ext cx="339581" cy="24118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5434658" y="1428297"/>
            <a:ext cx="573405" cy="792480"/>
            <a:chOff x="5434658" y="1428297"/>
            <a:chExt cx="573405" cy="792480"/>
          </a:xfrm>
        </p:grpSpPr>
        <p:sp>
          <p:nvSpPr>
            <p:cNvPr id="100" name="object 100"/>
            <p:cNvSpPr/>
            <p:nvPr/>
          </p:nvSpPr>
          <p:spPr>
            <a:xfrm>
              <a:off x="5434658" y="1428297"/>
              <a:ext cx="572832" cy="232474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5640196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2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8" y="535431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8" y="19557"/>
                  </a:lnTo>
                  <a:lnTo>
                    <a:pt x="65658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8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535939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8" y="56206"/>
                  </a:lnTo>
                  <a:lnTo>
                    <a:pt x="65658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02" name="object 102"/>
          <p:cNvGrpSpPr/>
          <p:nvPr/>
        </p:nvGrpSpPr>
        <p:grpSpPr>
          <a:xfrm>
            <a:off x="4280915" y="1348739"/>
            <a:ext cx="746760" cy="871855"/>
            <a:chOff x="4280915" y="1348739"/>
            <a:chExt cx="746760" cy="871855"/>
          </a:xfrm>
        </p:grpSpPr>
        <p:sp>
          <p:nvSpPr>
            <p:cNvPr id="103" name="object 103"/>
            <p:cNvSpPr/>
            <p:nvPr/>
          </p:nvSpPr>
          <p:spPr>
            <a:xfrm>
              <a:off x="4375610" y="1428297"/>
              <a:ext cx="575796" cy="232474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4571872" y="1684781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2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9" y="535431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535939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4290821" y="1358645"/>
              <a:ext cx="727075" cy="326390"/>
            </a:xfrm>
            <a:custGeom>
              <a:avLst/>
              <a:gdLst/>
              <a:ahLst/>
              <a:cxnLst/>
              <a:rect l="l" t="t" r="r" b="b"/>
              <a:pathLst>
                <a:path w="727075" h="326389">
                  <a:moveTo>
                    <a:pt x="0" y="326136"/>
                  </a:moveTo>
                  <a:lnTo>
                    <a:pt x="726948" y="326136"/>
                  </a:lnTo>
                  <a:lnTo>
                    <a:pt x="726948" y="0"/>
                  </a:lnTo>
                  <a:lnTo>
                    <a:pt x="0" y="0"/>
                  </a:lnTo>
                  <a:lnTo>
                    <a:pt x="0" y="326136"/>
                  </a:lnTo>
                  <a:close/>
                </a:path>
              </a:pathLst>
            </a:custGeom>
            <a:ln w="19812">
              <a:solidFill>
                <a:srgbClr val="BA56B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06" name="object 106"/>
          <p:cNvGrpSpPr/>
          <p:nvPr/>
        </p:nvGrpSpPr>
        <p:grpSpPr>
          <a:xfrm>
            <a:off x="3313254" y="1428297"/>
            <a:ext cx="573405" cy="792480"/>
            <a:chOff x="3313254" y="1428297"/>
            <a:chExt cx="573405" cy="792480"/>
          </a:xfrm>
        </p:grpSpPr>
        <p:sp>
          <p:nvSpPr>
            <p:cNvPr id="107" name="object 107"/>
            <p:cNvSpPr/>
            <p:nvPr/>
          </p:nvSpPr>
          <p:spPr>
            <a:xfrm>
              <a:off x="3313254" y="1428297"/>
              <a:ext cx="572900" cy="232474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3518788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3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9" y="535431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4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3"/>
                  </a:lnTo>
                  <a:lnTo>
                    <a:pt x="109982" y="101600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535939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09" name="object 109"/>
          <p:cNvGrpSpPr/>
          <p:nvPr/>
        </p:nvGrpSpPr>
        <p:grpSpPr>
          <a:xfrm>
            <a:off x="2222112" y="1428297"/>
            <a:ext cx="573405" cy="792480"/>
            <a:chOff x="2222112" y="1428297"/>
            <a:chExt cx="573405" cy="792480"/>
          </a:xfrm>
        </p:grpSpPr>
        <p:sp>
          <p:nvSpPr>
            <p:cNvPr id="110" name="object 110"/>
            <p:cNvSpPr/>
            <p:nvPr/>
          </p:nvSpPr>
          <p:spPr>
            <a:xfrm>
              <a:off x="2222112" y="1428297"/>
              <a:ext cx="572870" cy="232474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2447417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3" y="39224"/>
                  </a:moveTo>
                  <a:lnTo>
                    <a:pt x="45846" y="56206"/>
                  </a:lnTo>
                  <a:lnTo>
                    <a:pt x="45846" y="535431"/>
                  </a:lnTo>
                  <a:lnTo>
                    <a:pt x="65658" y="535431"/>
                  </a:lnTo>
                  <a:lnTo>
                    <a:pt x="65658" y="56206"/>
                  </a:lnTo>
                  <a:lnTo>
                    <a:pt x="55753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8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0" y="105537"/>
                  </a:lnTo>
                  <a:lnTo>
                    <a:pt x="100456" y="107187"/>
                  </a:lnTo>
                  <a:lnTo>
                    <a:pt x="105156" y="104393"/>
                  </a:lnTo>
                  <a:lnTo>
                    <a:pt x="109981" y="101600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3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535939">
                  <a:moveTo>
                    <a:pt x="65658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3946652" y="852296"/>
            <a:ext cx="140970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=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negative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log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“their”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868414" y="3475101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114" name="object 114"/>
          <p:cNvSpPr/>
          <p:nvPr/>
        </p:nvSpPr>
        <p:spPr>
          <a:xfrm>
            <a:off x="1320546" y="6169152"/>
            <a:ext cx="814069" cy="86995"/>
          </a:xfrm>
          <a:custGeom>
            <a:avLst/>
            <a:gdLst/>
            <a:ahLst/>
            <a:cxnLst/>
            <a:rect l="l" t="t" r="r" b="b"/>
            <a:pathLst>
              <a:path w="814069" h="86995">
                <a:moveTo>
                  <a:pt x="726947" y="0"/>
                </a:moveTo>
                <a:lnTo>
                  <a:pt x="726947" y="86868"/>
                </a:lnTo>
                <a:lnTo>
                  <a:pt x="784860" y="57912"/>
                </a:lnTo>
                <a:lnTo>
                  <a:pt x="741426" y="57912"/>
                </a:lnTo>
                <a:lnTo>
                  <a:pt x="741426" y="28956"/>
                </a:lnTo>
                <a:lnTo>
                  <a:pt x="784860" y="28956"/>
                </a:lnTo>
                <a:lnTo>
                  <a:pt x="726947" y="0"/>
                </a:lnTo>
                <a:close/>
              </a:path>
              <a:path w="814069" h="86995">
                <a:moveTo>
                  <a:pt x="726947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726947" y="57912"/>
                </a:lnTo>
                <a:lnTo>
                  <a:pt x="726947" y="28956"/>
                </a:lnTo>
                <a:close/>
              </a:path>
              <a:path w="814069" h="86995">
                <a:moveTo>
                  <a:pt x="784860" y="28956"/>
                </a:moveTo>
                <a:lnTo>
                  <a:pt x="741426" y="28956"/>
                </a:lnTo>
                <a:lnTo>
                  <a:pt x="741426" y="57912"/>
                </a:lnTo>
                <a:lnTo>
                  <a:pt x="784860" y="57912"/>
                </a:lnTo>
                <a:lnTo>
                  <a:pt x="813816" y="43434"/>
                </a:lnTo>
                <a:lnTo>
                  <a:pt x="784860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98831" y="1337818"/>
            <a:ext cx="1042035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Loss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12700" marR="5715" lvl="0" indent="28575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edic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ed 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</a:t>
            </a: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dists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1320546" y="1478280"/>
            <a:ext cx="694690" cy="86995"/>
          </a:xfrm>
          <a:custGeom>
            <a:avLst/>
            <a:gdLst/>
            <a:ahLst/>
            <a:cxnLst/>
            <a:rect l="l" t="t" r="r" b="b"/>
            <a:pathLst>
              <a:path w="694689" h="86994">
                <a:moveTo>
                  <a:pt x="607441" y="0"/>
                </a:moveTo>
                <a:lnTo>
                  <a:pt x="607441" y="86868"/>
                </a:lnTo>
                <a:lnTo>
                  <a:pt x="665353" y="57912"/>
                </a:lnTo>
                <a:lnTo>
                  <a:pt x="621918" y="57912"/>
                </a:lnTo>
                <a:lnTo>
                  <a:pt x="621918" y="28956"/>
                </a:lnTo>
                <a:lnTo>
                  <a:pt x="665353" y="28956"/>
                </a:lnTo>
                <a:lnTo>
                  <a:pt x="607441" y="0"/>
                </a:lnTo>
                <a:close/>
              </a:path>
              <a:path w="694689" h="86994">
                <a:moveTo>
                  <a:pt x="607441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607441" y="57912"/>
                </a:lnTo>
                <a:lnTo>
                  <a:pt x="607441" y="28956"/>
                </a:lnTo>
                <a:close/>
              </a:path>
              <a:path w="694689" h="86994">
                <a:moveTo>
                  <a:pt x="665353" y="28956"/>
                </a:moveTo>
                <a:lnTo>
                  <a:pt x="621918" y="28956"/>
                </a:lnTo>
                <a:lnTo>
                  <a:pt x="621918" y="57912"/>
                </a:lnTo>
                <a:lnTo>
                  <a:pt x="665353" y="57912"/>
                </a:lnTo>
                <a:lnTo>
                  <a:pt x="694309" y="43434"/>
                </a:lnTo>
                <a:lnTo>
                  <a:pt x="665353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1320546" y="2363723"/>
            <a:ext cx="814069" cy="86995"/>
          </a:xfrm>
          <a:custGeom>
            <a:avLst/>
            <a:gdLst/>
            <a:ahLst/>
            <a:cxnLst/>
            <a:rect l="l" t="t" r="r" b="b"/>
            <a:pathLst>
              <a:path w="814069" h="86994">
                <a:moveTo>
                  <a:pt x="726947" y="0"/>
                </a:moveTo>
                <a:lnTo>
                  <a:pt x="726947" y="86867"/>
                </a:lnTo>
                <a:lnTo>
                  <a:pt x="784860" y="57912"/>
                </a:lnTo>
                <a:lnTo>
                  <a:pt x="741426" y="57912"/>
                </a:lnTo>
                <a:lnTo>
                  <a:pt x="741426" y="28955"/>
                </a:lnTo>
                <a:lnTo>
                  <a:pt x="784859" y="28955"/>
                </a:lnTo>
                <a:lnTo>
                  <a:pt x="726947" y="0"/>
                </a:lnTo>
                <a:close/>
              </a:path>
              <a:path w="814069" h="86994">
                <a:moveTo>
                  <a:pt x="726947" y="28955"/>
                </a:moveTo>
                <a:lnTo>
                  <a:pt x="0" y="28955"/>
                </a:lnTo>
                <a:lnTo>
                  <a:pt x="0" y="57912"/>
                </a:lnTo>
                <a:lnTo>
                  <a:pt x="726947" y="57912"/>
                </a:lnTo>
                <a:lnTo>
                  <a:pt x="726947" y="28955"/>
                </a:lnTo>
                <a:close/>
              </a:path>
              <a:path w="814069" h="86994">
                <a:moveTo>
                  <a:pt x="784859" y="28955"/>
                </a:moveTo>
                <a:lnTo>
                  <a:pt x="741426" y="28955"/>
                </a:lnTo>
                <a:lnTo>
                  <a:pt x="741426" y="57912"/>
                </a:lnTo>
                <a:lnTo>
                  <a:pt x="784860" y="57912"/>
                </a:lnTo>
                <a:lnTo>
                  <a:pt x="813816" y="43434"/>
                </a:lnTo>
                <a:lnTo>
                  <a:pt x="784859" y="28955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58140" y="6092367"/>
            <a:ext cx="882015" cy="263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3510" marR="0" lvl="0" indent="0" algn="l" defTabSz="914400" rtl="0" eaLnBrk="1" fontAlgn="auto" latinLnBrk="0" hangingPunct="1"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Corpus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2348864" y="6101435"/>
            <a:ext cx="328930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143250" y="6101435"/>
            <a:ext cx="812800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students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4281296" y="6101435"/>
            <a:ext cx="71437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open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5496305" y="6101435"/>
            <a:ext cx="45910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6521957" y="6101435"/>
            <a:ext cx="61277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r>
              <a:rPr kumimoji="0" sz="18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x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ams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7642352" y="6101435"/>
            <a:ext cx="18351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0346221-C8B3-43B7-9F6B-767441B7189E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648487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Training </a:t>
            </a:r>
            <a:r>
              <a:rPr dirty="0"/>
              <a:t>a RNN Language</a:t>
            </a:r>
            <a:r>
              <a:rPr spc="-135" dirty="0"/>
              <a:t> </a:t>
            </a:r>
            <a:r>
              <a:rPr spc="-5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2334910" y="6358525"/>
            <a:ext cx="371617" cy="21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36691" y="6372440"/>
            <a:ext cx="384048" cy="2226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60875" y="6372440"/>
            <a:ext cx="385381" cy="222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72776" y="6367802"/>
            <a:ext cx="385303" cy="2272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13737" y="2582417"/>
            <a:ext cx="5589270" cy="3483610"/>
            <a:chOff x="1013737" y="2582417"/>
            <a:chExt cx="5589270" cy="3483610"/>
          </a:xfrm>
        </p:grpSpPr>
        <p:sp>
          <p:nvSpPr>
            <p:cNvPr id="8" name="object 8"/>
            <p:cNvSpPr/>
            <p:nvPr/>
          </p:nvSpPr>
          <p:spPr>
            <a:xfrm>
              <a:off x="3025478" y="4972966"/>
              <a:ext cx="328619" cy="20457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97580" y="4744211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497580" y="4951475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497580" y="515873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497580" y="536600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391661" y="4662677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894588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8"/>
                  </a:lnTo>
                  <a:lnTo>
                    <a:pt x="60960" y="955548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8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518788" y="5618175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3" y="39237"/>
                  </a:moveTo>
                  <a:lnTo>
                    <a:pt x="45847" y="56219"/>
                  </a:lnTo>
                  <a:lnTo>
                    <a:pt x="45847" y="438111"/>
                  </a:lnTo>
                  <a:lnTo>
                    <a:pt x="65659" y="438111"/>
                  </a:lnTo>
                  <a:lnTo>
                    <a:pt x="65659" y="56219"/>
                  </a:lnTo>
                  <a:lnTo>
                    <a:pt x="55753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4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5" y="105587"/>
                  </a:lnTo>
                  <a:lnTo>
                    <a:pt x="19812" y="100850"/>
                  </a:lnTo>
                  <a:lnTo>
                    <a:pt x="45847" y="56219"/>
                  </a:lnTo>
                  <a:lnTo>
                    <a:pt x="45847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9" y="19659"/>
                  </a:lnTo>
                  <a:lnTo>
                    <a:pt x="65659" y="56219"/>
                  </a:lnTo>
                  <a:lnTo>
                    <a:pt x="91694" y="100850"/>
                  </a:lnTo>
                  <a:lnTo>
                    <a:pt x="94361" y="105587"/>
                  </a:lnTo>
                  <a:lnTo>
                    <a:pt x="100457" y="107175"/>
                  </a:lnTo>
                  <a:lnTo>
                    <a:pt x="105156" y="104419"/>
                  </a:lnTo>
                  <a:lnTo>
                    <a:pt x="109982" y="101663"/>
                  </a:lnTo>
                  <a:lnTo>
                    <a:pt x="111506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9" y="19659"/>
                  </a:moveTo>
                  <a:lnTo>
                    <a:pt x="45847" y="19659"/>
                  </a:lnTo>
                  <a:lnTo>
                    <a:pt x="45847" y="56219"/>
                  </a:lnTo>
                  <a:lnTo>
                    <a:pt x="55753" y="39237"/>
                  </a:lnTo>
                  <a:lnTo>
                    <a:pt x="47244" y="24650"/>
                  </a:lnTo>
                  <a:lnTo>
                    <a:pt x="65659" y="24650"/>
                  </a:lnTo>
                  <a:lnTo>
                    <a:pt x="65659" y="19659"/>
                  </a:lnTo>
                  <a:close/>
                </a:path>
                <a:path w="111760" h="438150">
                  <a:moveTo>
                    <a:pt x="65659" y="24650"/>
                  </a:moveTo>
                  <a:lnTo>
                    <a:pt x="64262" y="24650"/>
                  </a:lnTo>
                  <a:lnTo>
                    <a:pt x="55753" y="39237"/>
                  </a:lnTo>
                  <a:lnTo>
                    <a:pt x="65659" y="56219"/>
                  </a:lnTo>
                  <a:lnTo>
                    <a:pt x="65659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4" y="24650"/>
                  </a:lnTo>
                  <a:lnTo>
                    <a:pt x="55753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98163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633509" y="4380225"/>
              <a:ext cx="327219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526408" y="4235957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427354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427354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2429255" y="4713732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429255" y="4920995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429255" y="5128260"/>
              <a:ext cx="166116" cy="1569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429255" y="5335523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323337" y="4630673"/>
              <a:ext cx="365760" cy="957580"/>
            </a:xfrm>
            <a:custGeom>
              <a:avLst/>
              <a:gdLst/>
              <a:ahLst/>
              <a:cxnLst/>
              <a:rect l="l" t="t" r="r" b="b"/>
              <a:pathLst>
                <a:path w="365760" h="957579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896112"/>
                  </a:lnTo>
                  <a:lnTo>
                    <a:pt x="360967" y="919835"/>
                  </a:lnTo>
                  <a:lnTo>
                    <a:pt x="347900" y="939212"/>
                  </a:lnTo>
                  <a:lnTo>
                    <a:pt x="328523" y="952279"/>
                  </a:lnTo>
                  <a:lnTo>
                    <a:pt x="304800" y="957072"/>
                  </a:lnTo>
                  <a:lnTo>
                    <a:pt x="60960" y="957072"/>
                  </a:lnTo>
                  <a:lnTo>
                    <a:pt x="37236" y="952279"/>
                  </a:lnTo>
                  <a:lnTo>
                    <a:pt x="17859" y="939212"/>
                  </a:lnTo>
                  <a:lnTo>
                    <a:pt x="4792" y="919835"/>
                  </a:lnTo>
                  <a:lnTo>
                    <a:pt x="0" y="896112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452115" y="5587745"/>
              <a:ext cx="111760" cy="438784"/>
            </a:xfrm>
            <a:custGeom>
              <a:avLst/>
              <a:gdLst/>
              <a:ahLst/>
              <a:cxnLst/>
              <a:rect l="l" t="t" r="r" b="b"/>
              <a:pathLst>
                <a:path w="111760" h="438785">
                  <a:moveTo>
                    <a:pt x="54792" y="39300"/>
                  </a:moveTo>
                  <a:lnTo>
                    <a:pt x="45199" y="56397"/>
                  </a:lnTo>
                  <a:lnTo>
                    <a:pt x="51688" y="438226"/>
                  </a:lnTo>
                  <a:lnTo>
                    <a:pt x="71500" y="437895"/>
                  </a:lnTo>
                  <a:lnTo>
                    <a:pt x="65013" y="56161"/>
                  </a:lnTo>
                  <a:lnTo>
                    <a:pt x="54792" y="39300"/>
                  </a:lnTo>
                  <a:close/>
                </a:path>
                <a:path w="111760" h="438785">
                  <a:moveTo>
                    <a:pt x="54101" y="0"/>
                  </a:moveTo>
                  <a:lnTo>
                    <a:pt x="0" y="96481"/>
                  </a:lnTo>
                  <a:lnTo>
                    <a:pt x="1650" y="102527"/>
                  </a:lnTo>
                  <a:lnTo>
                    <a:pt x="6476" y="105194"/>
                  </a:lnTo>
                  <a:lnTo>
                    <a:pt x="11175" y="107873"/>
                  </a:lnTo>
                  <a:lnTo>
                    <a:pt x="17271" y="106171"/>
                  </a:lnTo>
                  <a:lnTo>
                    <a:pt x="45199" y="56397"/>
                  </a:lnTo>
                  <a:lnTo>
                    <a:pt x="44576" y="19773"/>
                  </a:lnTo>
                  <a:lnTo>
                    <a:pt x="64388" y="19443"/>
                  </a:lnTo>
                  <a:lnTo>
                    <a:pt x="65885" y="19443"/>
                  </a:lnTo>
                  <a:lnTo>
                    <a:pt x="54101" y="0"/>
                  </a:lnTo>
                  <a:close/>
                </a:path>
                <a:path w="111760" h="438785">
                  <a:moveTo>
                    <a:pt x="65885" y="19443"/>
                  </a:moveTo>
                  <a:lnTo>
                    <a:pt x="64388" y="19443"/>
                  </a:lnTo>
                  <a:lnTo>
                    <a:pt x="65013" y="56161"/>
                  </a:lnTo>
                  <a:lnTo>
                    <a:pt x="91693" y="100177"/>
                  </a:lnTo>
                  <a:lnTo>
                    <a:pt x="94487" y="104851"/>
                  </a:lnTo>
                  <a:lnTo>
                    <a:pt x="100583" y="106349"/>
                  </a:lnTo>
                  <a:lnTo>
                    <a:pt x="109981" y="100672"/>
                  </a:lnTo>
                  <a:lnTo>
                    <a:pt x="111506" y="94589"/>
                  </a:lnTo>
                  <a:lnTo>
                    <a:pt x="108584" y="89903"/>
                  </a:lnTo>
                  <a:lnTo>
                    <a:pt x="65885" y="19443"/>
                  </a:lnTo>
                  <a:close/>
                </a:path>
                <a:path w="111760" h="438785">
                  <a:moveTo>
                    <a:pt x="64388" y="19443"/>
                  </a:moveTo>
                  <a:lnTo>
                    <a:pt x="44576" y="19773"/>
                  </a:lnTo>
                  <a:lnTo>
                    <a:pt x="45199" y="56397"/>
                  </a:lnTo>
                  <a:lnTo>
                    <a:pt x="54792" y="39300"/>
                  </a:lnTo>
                  <a:lnTo>
                    <a:pt x="45973" y="24752"/>
                  </a:lnTo>
                  <a:lnTo>
                    <a:pt x="63118" y="24460"/>
                  </a:lnTo>
                  <a:lnTo>
                    <a:pt x="64474" y="24460"/>
                  </a:lnTo>
                  <a:lnTo>
                    <a:pt x="64388" y="19443"/>
                  </a:lnTo>
                  <a:close/>
                </a:path>
                <a:path w="111760" h="438785">
                  <a:moveTo>
                    <a:pt x="64474" y="24460"/>
                  </a:moveTo>
                  <a:lnTo>
                    <a:pt x="63118" y="24460"/>
                  </a:lnTo>
                  <a:lnTo>
                    <a:pt x="54792" y="39300"/>
                  </a:lnTo>
                  <a:lnTo>
                    <a:pt x="65013" y="56161"/>
                  </a:lnTo>
                  <a:lnTo>
                    <a:pt x="64474" y="24460"/>
                  </a:lnTo>
                  <a:close/>
                </a:path>
                <a:path w="111760" h="438785">
                  <a:moveTo>
                    <a:pt x="63118" y="24460"/>
                  </a:moveTo>
                  <a:lnTo>
                    <a:pt x="45973" y="24752"/>
                  </a:lnTo>
                  <a:lnTo>
                    <a:pt x="54792" y="39300"/>
                  </a:lnTo>
                  <a:lnTo>
                    <a:pt x="63118" y="2446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546603" y="5731763"/>
              <a:ext cx="234695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565332" y="4380225"/>
              <a:ext cx="328522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2161275" y="2944677"/>
              <a:ext cx="318272" cy="18597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2436875" y="3224783"/>
              <a:ext cx="166116" cy="17373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2436875" y="3456431"/>
              <a:ext cx="166116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2436875" y="3689603"/>
              <a:ext cx="166116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436875" y="3921251"/>
              <a:ext cx="166116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30958" y="3131057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1011935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60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5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1632966" y="3645280"/>
              <a:ext cx="935355" cy="986155"/>
            </a:xfrm>
            <a:custGeom>
              <a:avLst/>
              <a:gdLst/>
              <a:ahLst/>
              <a:cxnLst/>
              <a:rect l="l" t="t" r="r" b="b"/>
              <a:pathLst>
                <a:path w="935355" h="986154">
                  <a:moveTo>
                    <a:pt x="699249" y="55765"/>
                  </a:moveTo>
                  <a:lnTo>
                    <a:pt x="682269" y="45847"/>
                  </a:lnTo>
                  <a:lnTo>
                    <a:pt x="608457" y="2794"/>
                  </a:lnTo>
                  <a:lnTo>
                    <a:pt x="603758" y="0"/>
                  </a:ln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43026" y="45847"/>
                  </a:lnTo>
                  <a:lnTo>
                    <a:pt x="0" y="45847"/>
                  </a:lnTo>
                  <a:lnTo>
                    <a:pt x="0" y="65659"/>
                  </a:lnTo>
                  <a:lnTo>
                    <a:pt x="643051" y="65659"/>
                  </a:lnTo>
                  <a:lnTo>
                    <a:pt x="660031" y="55765"/>
                  </a:ln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69" y="65659"/>
                  </a:lnTo>
                  <a:lnTo>
                    <a:pt x="699249" y="55765"/>
                  </a:lnTo>
                  <a:close/>
                </a:path>
                <a:path w="935355" h="986154">
                  <a:moveTo>
                    <a:pt x="934847" y="655193"/>
                  </a:moveTo>
                  <a:lnTo>
                    <a:pt x="932180" y="650367"/>
                  </a:lnTo>
                  <a:lnTo>
                    <a:pt x="891641" y="578104"/>
                  </a:lnTo>
                  <a:lnTo>
                    <a:pt x="880745" y="558673"/>
                  </a:lnTo>
                  <a:lnTo>
                    <a:pt x="826135" y="648589"/>
                  </a:lnTo>
                  <a:lnTo>
                    <a:pt x="823341" y="653288"/>
                  </a:lnTo>
                  <a:lnTo>
                    <a:pt x="824738" y="659384"/>
                  </a:lnTo>
                  <a:lnTo>
                    <a:pt x="834136" y="664972"/>
                  </a:lnTo>
                  <a:lnTo>
                    <a:pt x="840232" y="663575"/>
                  </a:lnTo>
                  <a:lnTo>
                    <a:pt x="843026" y="658876"/>
                  </a:lnTo>
                  <a:lnTo>
                    <a:pt x="869810" y="614794"/>
                  </a:lnTo>
                  <a:lnTo>
                    <a:pt x="863346" y="985393"/>
                  </a:lnTo>
                  <a:lnTo>
                    <a:pt x="883158" y="985774"/>
                  </a:lnTo>
                  <a:lnTo>
                    <a:pt x="889622" y="615188"/>
                  </a:lnTo>
                  <a:lnTo>
                    <a:pt x="914781" y="660146"/>
                  </a:lnTo>
                  <a:lnTo>
                    <a:pt x="917575" y="664845"/>
                  </a:lnTo>
                  <a:lnTo>
                    <a:pt x="923544" y="666623"/>
                  </a:lnTo>
                  <a:lnTo>
                    <a:pt x="928370" y="663829"/>
                  </a:lnTo>
                  <a:lnTo>
                    <a:pt x="933069" y="661162"/>
                  </a:lnTo>
                  <a:lnTo>
                    <a:pt x="934847" y="65519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746503" y="3374135"/>
              <a:ext cx="426719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013737" y="2963001"/>
              <a:ext cx="308976" cy="17592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1363979" y="3227831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1363979" y="3461003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1363979" y="3692651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1363979" y="3925823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1258061" y="3135629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2699765" y="3643756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3" y="91694"/>
                  </a:lnTo>
                  <a:lnTo>
                    <a:pt x="593724" y="94361"/>
                  </a:lnTo>
                  <a:lnTo>
                    <a:pt x="592073" y="100457"/>
                  </a:lnTo>
                  <a:lnTo>
                    <a:pt x="594868" y="105156"/>
                  </a:lnTo>
                  <a:lnTo>
                    <a:pt x="597661" y="109982"/>
                  </a:lnTo>
                  <a:lnTo>
                    <a:pt x="603757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3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1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3" y="47244"/>
                  </a:moveTo>
                  <a:lnTo>
                    <a:pt x="660037" y="55753"/>
                  </a:lnTo>
                  <a:lnTo>
                    <a:pt x="674623" y="64262"/>
                  </a:lnTo>
                  <a:lnTo>
                    <a:pt x="674623" y="47244"/>
                  </a:lnTo>
                  <a:close/>
                </a:path>
                <a:path w="699770" h="111760">
                  <a:moveTo>
                    <a:pt x="679704" y="47244"/>
                  </a:moveTo>
                  <a:lnTo>
                    <a:pt x="674623" y="47244"/>
                  </a:lnTo>
                  <a:lnTo>
                    <a:pt x="674623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1" y="1524"/>
                  </a:lnTo>
                  <a:lnTo>
                    <a:pt x="594868" y="6350"/>
                  </a:lnTo>
                  <a:lnTo>
                    <a:pt x="592073" y="11049"/>
                  </a:lnTo>
                  <a:lnTo>
                    <a:pt x="593724" y="17145"/>
                  </a:lnTo>
                  <a:lnTo>
                    <a:pt x="598423" y="19812"/>
                  </a:lnTo>
                  <a:lnTo>
                    <a:pt x="660037" y="55753"/>
                  </a:lnTo>
                  <a:lnTo>
                    <a:pt x="674623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2813303" y="3374135"/>
              <a:ext cx="426719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3179216" y="2926079"/>
              <a:ext cx="327317" cy="21387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3505199" y="3255263"/>
              <a:ext cx="166115" cy="17525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3505199" y="348843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3505199" y="3720083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3505199" y="395325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3399281" y="3163061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59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4233762" y="2926079"/>
              <a:ext cx="330490" cy="21387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4456938" y="317220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3757421" y="3652900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3"/>
                  </a:lnTo>
                  <a:lnTo>
                    <a:pt x="593725" y="94361"/>
                  </a:lnTo>
                  <a:lnTo>
                    <a:pt x="592074" y="100456"/>
                  </a:lnTo>
                  <a:lnTo>
                    <a:pt x="594867" y="105156"/>
                  </a:lnTo>
                  <a:lnTo>
                    <a:pt x="597662" y="109981"/>
                  </a:lnTo>
                  <a:lnTo>
                    <a:pt x="603757" y="111506"/>
                  </a:lnTo>
                  <a:lnTo>
                    <a:pt x="608456" y="108712"/>
                  </a:lnTo>
                  <a:lnTo>
                    <a:pt x="682276" y="65659"/>
                  </a:lnTo>
                  <a:lnTo>
                    <a:pt x="679703" y="65659"/>
                  </a:lnTo>
                  <a:lnTo>
                    <a:pt x="679703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3" y="45847"/>
                  </a:lnTo>
                  <a:lnTo>
                    <a:pt x="679703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3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3" y="64262"/>
                  </a:lnTo>
                  <a:lnTo>
                    <a:pt x="679703" y="47243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2" y="1524"/>
                  </a:lnTo>
                  <a:lnTo>
                    <a:pt x="594867" y="6350"/>
                  </a:lnTo>
                  <a:lnTo>
                    <a:pt x="592074" y="11049"/>
                  </a:lnTo>
                  <a:lnTo>
                    <a:pt x="593725" y="17144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3"/>
                  </a:lnTo>
                  <a:lnTo>
                    <a:pt x="679703" y="47243"/>
                  </a:lnTo>
                  <a:lnTo>
                    <a:pt x="679703" y="45847"/>
                  </a:lnTo>
                  <a:lnTo>
                    <a:pt x="682276" y="45847"/>
                  </a:lnTo>
                  <a:lnTo>
                    <a:pt x="608456" y="2793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3869436" y="3374135"/>
              <a:ext cx="428243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4094987" y="4972966"/>
              <a:ext cx="329184" cy="204577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4553712" y="4753355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4553712" y="496061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4553712" y="516788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4553712" y="5375147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4449318" y="4671822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894587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7"/>
                  </a:lnTo>
                  <a:lnTo>
                    <a:pt x="60960" y="955547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7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576444" y="5627319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2" y="39237"/>
                  </a:moveTo>
                  <a:lnTo>
                    <a:pt x="45846" y="56219"/>
                  </a:lnTo>
                  <a:lnTo>
                    <a:pt x="45846" y="438111"/>
                  </a:lnTo>
                  <a:lnTo>
                    <a:pt x="65658" y="438111"/>
                  </a:lnTo>
                  <a:lnTo>
                    <a:pt x="65658" y="56219"/>
                  </a:lnTo>
                  <a:lnTo>
                    <a:pt x="55752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3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4" y="105575"/>
                  </a:lnTo>
                  <a:lnTo>
                    <a:pt x="19812" y="100850"/>
                  </a:lnTo>
                  <a:lnTo>
                    <a:pt x="45846" y="56219"/>
                  </a:lnTo>
                  <a:lnTo>
                    <a:pt x="45846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8" y="19659"/>
                  </a:lnTo>
                  <a:lnTo>
                    <a:pt x="65659" y="56219"/>
                  </a:lnTo>
                  <a:lnTo>
                    <a:pt x="91693" y="100850"/>
                  </a:lnTo>
                  <a:lnTo>
                    <a:pt x="94360" y="105587"/>
                  </a:lnTo>
                  <a:lnTo>
                    <a:pt x="100456" y="107175"/>
                  </a:lnTo>
                  <a:lnTo>
                    <a:pt x="105155" y="104419"/>
                  </a:lnTo>
                  <a:lnTo>
                    <a:pt x="109981" y="101663"/>
                  </a:lnTo>
                  <a:lnTo>
                    <a:pt x="111505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8" y="19659"/>
                  </a:moveTo>
                  <a:lnTo>
                    <a:pt x="45846" y="19659"/>
                  </a:lnTo>
                  <a:lnTo>
                    <a:pt x="45846" y="56219"/>
                  </a:lnTo>
                  <a:lnTo>
                    <a:pt x="55752" y="39237"/>
                  </a:lnTo>
                  <a:lnTo>
                    <a:pt x="47243" y="24650"/>
                  </a:lnTo>
                  <a:lnTo>
                    <a:pt x="65658" y="24650"/>
                  </a:lnTo>
                  <a:lnTo>
                    <a:pt x="65658" y="19659"/>
                  </a:lnTo>
                  <a:close/>
                </a:path>
                <a:path w="111760" h="438150">
                  <a:moveTo>
                    <a:pt x="65658" y="24650"/>
                  </a:moveTo>
                  <a:lnTo>
                    <a:pt x="64262" y="24650"/>
                  </a:lnTo>
                  <a:lnTo>
                    <a:pt x="55752" y="39237"/>
                  </a:lnTo>
                  <a:lnTo>
                    <a:pt x="65659" y="56219"/>
                  </a:lnTo>
                  <a:lnTo>
                    <a:pt x="65658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3" y="24650"/>
                  </a:lnTo>
                  <a:lnTo>
                    <a:pt x="55752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655819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4691165" y="4380225"/>
              <a:ext cx="327219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4584064" y="4245101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3" y="39224"/>
                  </a:moveTo>
                  <a:lnTo>
                    <a:pt x="45847" y="56206"/>
                  </a:lnTo>
                  <a:lnTo>
                    <a:pt x="45847" y="426974"/>
                  </a:lnTo>
                  <a:lnTo>
                    <a:pt x="65659" y="426974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3"/>
                  </a:lnTo>
                  <a:lnTo>
                    <a:pt x="109982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60" h="427354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427354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4561332" y="3264407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4561332" y="3497579"/>
              <a:ext cx="166115" cy="17373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4561332" y="3729227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4561332" y="3962400"/>
              <a:ext cx="166115" cy="17373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4833365" y="3643756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4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4"/>
                  </a:lnTo>
                  <a:close/>
                </a:path>
                <a:path w="699770" h="111760">
                  <a:moveTo>
                    <a:pt x="679704" y="47244"/>
                  </a:moveTo>
                  <a:lnTo>
                    <a:pt x="674624" y="47244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4946903" y="3374135"/>
              <a:ext cx="426720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5314336" y="2949327"/>
              <a:ext cx="321340" cy="190629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5638800" y="3255263"/>
              <a:ext cx="166115" cy="17525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5638800" y="348843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5638800" y="3720083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5638800" y="395325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5172730" y="4972966"/>
              <a:ext cx="331649" cy="204577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5631180" y="4744211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5631180" y="4951475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5631180" y="515873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5631180" y="536600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5525262" y="4662677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894588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8"/>
                  </a:lnTo>
                  <a:lnTo>
                    <a:pt x="60960" y="955548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8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5652388" y="5618175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3" y="39237"/>
                  </a:moveTo>
                  <a:lnTo>
                    <a:pt x="45847" y="56219"/>
                  </a:lnTo>
                  <a:lnTo>
                    <a:pt x="45847" y="438111"/>
                  </a:lnTo>
                  <a:lnTo>
                    <a:pt x="65659" y="438111"/>
                  </a:lnTo>
                  <a:lnTo>
                    <a:pt x="65659" y="56219"/>
                  </a:lnTo>
                  <a:lnTo>
                    <a:pt x="55753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4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5" y="105587"/>
                  </a:lnTo>
                  <a:lnTo>
                    <a:pt x="19812" y="100850"/>
                  </a:lnTo>
                  <a:lnTo>
                    <a:pt x="45847" y="56219"/>
                  </a:lnTo>
                  <a:lnTo>
                    <a:pt x="45847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9" y="19659"/>
                  </a:lnTo>
                  <a:lnTo>
                    <a:pt x="65659" y="56219"/>
                  </a:lnTo>
                  <a:lnTo>
                    <a:pt x="91694" y="100850"/>
                  </a:lnTo>
                  <a:lnTo>
                    <a:pt x="94361" y="105587"/>
                  </a:lnTo>
                  <a:lnTo>
                    <a:pt x="100457" y="107175"/>
                  </a:lnTo>
                  <a:lnTo>
                    <a:pt x="105156" y="104419"/>
                  </a:lnTo>
                  <a:lnTo>
                    <a:pt x="109982" y="101663"/>
                  </a:lnTo>
                  <a:lnTo>
                    <a:pt x="111506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9" y="19659"/>
                  </a:moveTo>
                  <a:lnTo>
                    <a:pt x="45847" y="19659"/>
                  </a:lnTo>
                  <a:lnTo>
                    <a:pt x="45847" y="56219"/>
                  </a:lnTo>
                  <a:lnTo>
                    <a:pt x="55753" y="39237"/>
                  </a:lnTo>
                  <a:lnTo>
                    <a:pt x="47244" y="24650"/>
                  </a:lnTo>
                  <a:lnTo>
                    <a:pt x="65659" y="24650"/>
                  </a:lnTo>
                  <a:lnTo>
                    <a:pt x="65659" y="19659"/>
                  </a:lnTo>
                  <a:close/>
                </a:path>
                <a:path w="111760" h="438150">
                  <a:moveTo>
                    <a:pt x="65659" y="24650"/>
                  </a:moveTo>
                  <a:lnTo>
                    <a:pt x="64262" y="24650"/>
                  </a:lnTo>
                  <a:lnTo>
                    <a:pt x="55753" y="39237"/>
                  </a:lnTo>
                  <a:lnTo>
                    <a:pt x="65659" y="56219"/>
                  </a:lnTo>
                  <a:lnTo>
                    <a:pt x="65659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4" y="24650"/>
                  </a:lnTo>
                  <a:lnTo>
                    <a:pt x="55753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5731763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5767256" y="4380225"/>
              <a:ext cx="328522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5660008" y="4235957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427354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427354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5532882" y="3163061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59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5660008" y="2582417"/>
              <a:ext cx="111760" cy="579755"/>
            </a:xfrm>
            <a:custGeom>
              <a:avLst/>
              <a:gdLst/>
              <a:ahLst/>
              <a:cxnLst/>
              <a:rect l="l" t="t" r="r" b="b"/>
              <a:pathLst>
                <a:path w="111760" h="579755">
                  <a:moveTo>
                    <a:pt x="55752" y="39224"/>
                  </a:moveTo>
                  <a:lnTo>
                    <a:pt x="45846" y="56206"/>
                  </a:lnTo>
                  <a:lnTo>
                    <a:pt x="45846" y="579247"/>
                  </a:lnTo>
                  <a:lnTo>
                    <a:pt x="65658" y="579247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579755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579755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579755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8"/>
                  </a:lnTo>
                  <a:close/>
                </a:path>
                <a:path w="111760" h="579755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579755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5815583" y="2700527"/>
              <a:ext cx="205739" cy="1783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4584064" y="2582417"/>
              <a:ext cx="111760" cy="588645"/>
            </a:xfrm>
            <a:custGeom>
              <a:avLst/>
              <a:gdLst/>
              <a:ahLst/>
              <a:cxnLst/>
              <a:rect l="l" t="t" r="r" b="b"/>
              <a:pathLst>
                <a:path w="111760" h="588644">
                  <a:moveTo>
                    <a:pt x="55753" y="39224"/>
                  </a:moveTo>
                  <a:lnTo>
                    <a:pt x="45847" y="56206"/>
                  </a:lnTo>
                  <a:lnTo>
                    <a:pt x="45847" y="588518"/>
                  </a:lnTo>
                  <a:lnTo>
                    <a:pt x="65659" y="588518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588644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588644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4"/>
                  </a:lnTo>
                  <a:lnTo>
                    <a:pt x="109982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588644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60" h="588644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88644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4748783" y="2708382"/>
              <a:ext cx="205739" cy="17945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3531488" y="2582417"/>
              <a:ext cx="111760" cy="579755"/>
            </a:xfrm>
            <a:custGeom>
              <a:avLst/>
              <a:gdLst/>
              <a:ahLst/>
              <a:cxnLst/>
              <a:rect l="l" t="t" r="r" b="b"/>
              <a:pathLst>
                <a:path w="111760" h="579755">
                  <a:moveTo>
                    <a:pt x="56291" y="39284"/>
                  </a:moveTo>
                  <a:lnTo>
                    <a:pt x="46226" y="56165"/>
                  </a:lnTo>
                  <a:lnTo>
                    <a:pt x="40766" y="579247"/>
                  </a:lnTo>
                  <a:lnTo>
                    <a:pt x="60578" y="579374"/>
                  </a:lnTo>
                  <a:lnTo>
                    <a:pt x="66037" y="56400"/>
                  </a:lnTo>
                  <a:lnTo>
                    <a:pt x="56291" y="39284"/>
                  </a:lnTo>
                  <a:close/>
                </a:path>
                <a:path w="111760" h="579755">
                  <a:moveTo>
                    <a:pt x="67921" y="19558"/>
                  </a:moveTo>
                  <a:lnTo>
                    <a:pt x="46609" y="19558"/>
                  </a:lnTo>
                  <a:lnTo>
                    <a:pt x="66421" y="19685"/>
                  </a:lnTo>
                  <a:lnTo>
                    <a:pt x="66037" y="56400"/>
                  </a:lnTo>
                  <a:lnTo>
                    <a:pt x="94234" y="105918"/>
                  </a:lnTo>
                  <a:lnTo>
                    <a:pt x="100330" y="107569"/>
                  </a:lnTo>
                  <a:lnTo>
                    <a:pt x="105028" y="104902"/>
                  </a:lnTo>
                  <a:lnTo>
                    <a:pt x="109855" y="102235"/>
                  </a:lnTo>
                  <a:lnTo>
                    <a:pt x="111506" y="96139"/>
                  </a:lnTo>
                  <a:lnTo>
                    <a:pt x="108838" y="91312"/>
                  </a:lnTo>
                  <a:lnTo>
                    <a:pt x="67921" y="19558"/>
                  </a:lnTo>
                  <a:close/>
                </a:path>
                <a:path w="111760" h="579755">
                  <a:moveTo>
                    <a:pt x="56769" y="0"/>
                  </a:moveTo>
                  <a:lnTo>
                    <a:pt x="0" y="94996"/>
                  </a:lnTo>
                  <a:lnTo>
                    <a:pt x="1524" y="101092"/>
                  </a:lnTo>
                  <a:lnTo>
                    <a:pt x="10922" y="106680"/>
                  </a:lnTo>
                  <a:lnTo>
                    <a:pt x="17018" y="105156"/>
                  </a:lnTo>
                  <a:lnTo>
                    <a:pt x="46226" y="56165"/>
                  </a:lnTo>
                  <a:lnTo>
                    <a:pt x="46609" y="19558"/>
                  </a:lnTo>
                  <a:lnTo>
                    <a:pt x="67921" y="19558"/>
                  </a:lnTo>
                  <a:lnTo>
                    <a:pt x="56769" y="0"/>
                  </a:lnTo>
                  <a:close/>
                </a:path>
                <a:path w="111760" h="579755">
                  <a:moveTo>
                    <a:pt x="66370" y="24511"/>
                  </a:moveTo>
                  <a:lnTo>
                    <a:pt x="47878" y="24511"/>
                  </a:lnTo>
                  <a:lnTo>
                    <a:pt x="65024" y="24637"/>
                  </a:lnTo>
                  <a:lnTo>
                    <a:pt x="56291" y="39284"/>
                  </a:lnTo>
                  <a:lnTo>
                    <a:pt x="66037" y="56400"/>
                  </a:lnTo>
                  <a:lnTo>
                    <a:pt x="66370" y="24511"/>
                  </a:lnTo>
                  <a:close/>
                </a:path>
                <a:path w="111760" h="579755">
                  <a:moveTo>
                    <a:pt x="46609" y="19558"/>
                  </a:moveTo>
                  <a:lnTo>
                    <a:pt x="46226" y="56165"/>
                  </a:lnTo>
                  <a:lnTo>
                    <a:pt x="56291" y="39284"/>
                  </a:lnTo>
                  <a:lnTo>
                    <a:pt x="47878" y="24511"/>
                  </a:lnTo>
                  <a:lnTo>
                    <a:pt x="66370" y="24511"/>
                  </a:lnTo>
                  <a:lnTo>
                    <a:pt x="66421" y="19685"/>
                  </a:lnTo>
                  <a:lnTo>
                    <a:pt x="46609" y="19558"/>
                  </a:lnTo>
                  <a:close/>
                </a:path>
                <a:path w="111760" h="579755">
                  <a:moveTo>
                    <a:pt x="47878" y="24511"/>
                  </a:moveTo>
                  <a:lnTo>
                    <a:pt x="56291" y="39284"/>
                  </a:lnTo>
                  <a:lnTo>
                    <a:pt x="65024" y="24637"/>
                  </a:lnTo>
                  <a:lnTo>
                    <a:pt x="47878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3688080" y="2708382"/>
              <a:ext cx="205739" cy="17945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2463800" y="2582417"/>
              <a:ext cx="111760" cy="548640"/>
            </a:xfrm>
            <a:custGeom>
              <a:avLst/>
              <a:gdLst/>
              <a:ahLst/>
              <a:cxnLst/>
              <a:rect l="l" t="t" r="r" b="b"/>
              <a:pathLst>
                <a:path w="111760" h="548639">
                  <a:moveTo>
                    <a:pt x="56519" y="39321"/>
                  </a:moveTo>
                  <a:lnTo>
                    <a:pt x="46395" y="56147"/>
                  </a:lnTo>
                  <a:lnTo>
                    <a:pt x="40131" y="548259"/>
                  </a:lnTo>
                  <a:lnTo>
                    <a:pt x="59943" y="548513"/>
                  </a:lnTo>
                  <a:lnTo>
                    <a:pt x="66207" y="56431"/>
                  </a:lnTo>
                  <a:lnTo>
                    <a:pt x="56519" y="39321"/>
                  </a:lnTo>
                  <a:close/>
                </a:path>
                <a:path w="111760" h="548639">
                  <a:moveTo>
                    <a:pt x="68033" y="19431"/>
                  </a:moveTo>
                  <a:lnTo>
                    <a:pt x="46862" y="19431"/>
                  </a:lnTo>
                  <a:lnTo>
                    <a:pt x="66675" y="19685"/>
                  </a:lnTo>
                  <a:lnTo>
                    <a:pt x="66207" y="56431"/>
                  </a:lnTo>
                  <a:lnTo>
                    <a:pt x="91567" y="101219"/>
                  </a:lnTo>
                  <a:lnTo>
                    <a:pt x="94233" y="106045"/>
                  </a:lnTo>
                  <a:lnTo>
                    <a:pt x="100330" y="107696"/>
                  </a:lnTo>
                  <a:lnTo>
                    <a:pt x="105156" y="105029"/>
                  </a:lnTo>
                  <a:lnTo>
                    <a:pt x="109855" y="102235"/>
                  </a:lnTo>
                  <a:lnTo>
                    <a:pt x="111506" y="96266"/>
                  </a:lnTo>
                  <a:lnTo>
                    <a:pt x="108838" y="91440"/>
                  </a:lnTo>
                  <a:lnTo>
                    <a:pt x="68033" y="19431"/>
                  </a:lnTo>
                  <a:close/>
                </a:path>
                <a:path w="111760" h="548639">
                  <a:moveTo>
                    <a:pt x="57023" y="0"/>
                  </a:moveTo>
                  <a:lnTo>
                    <a:pt x="2793" y="90170"/>
                  </a:lnTo>
                  <a:lnTo>
                    <a:pt x="0" y="94869"/>
                  </a:lnTo>
                  <a:lnTo>
                    <a:pt x="1524" y="100965"/>
                  </a:lnTo>
                  <a:lnTo>
                    <a:pt x="10922" y="106553"/>
                  </a:lnTo>
                  <a:lnTo>
                    <a:pt x="17018" y="105029"/>
                  </a:lnTo>
                  <a:lnTo>
                    <a:pt x="19812" y="100330"/>
                  </a:lnTo>
                  <a:lnTo>
                    <a:pt x="46395" y="56147"/>
                  </a:lnTo>
                  <a:lnTo>
                    <a:pt x="46862" y="19431"/>
                  </a:lnTo>
                  <a:lnTo>
                    <a:pt x="68033" y="19431"/>
                  </a:lnTo>
                  <a:lnTo>
                    <a:pt x="57023" y="0"/>
                  </a:lnTo>
                  <a:close/>
                </a:path>
                <a:path w="111760" h="548639">
                  <a:moveTo>
                    <a:pt x="66613" y="24511"/>
                  </a:moveTo>
                  <a:lnTo>
                    <a:pt x="48132" y="24511"/>
                  </a:lnTo>
                  <a:lnTo>
                    <a:pt x="65277" y="24765"/>
                  </a:lnTo>
                  <a:lnTo>
                    <a:pt x="56519" y="39321"/>
                  </a:lnTo>
                  <a:lnTo>
                    <a:pt x="66207" y="56431"/>
                  </a:lnTo>
                  <a:lnTo>
                    <a:pt x="66613" y="24511"/>
                  </a:lnTo>
                  <a:close/>
                </a:path>
                <a:path w="111760" h="548639">
                  <a:moveTo>
                    <a:pt x="46862" y="19431"/>
                  </a:moveTo>
                  <a:lnTo>
                    <a:pt x="46395" y="56147"/>
                  </a:lnTo>
                  <a:lnTo>
                    <a:pt x="56519" y="39321"/>
                  </a:lnTo>
                  <a:lnTo>
                    <a:pt x="48132" y="24511"/>
                  </a:lnTo>
                  <a:lnTo>
                    <a:pt x="66613" y="24511"/>
                  </a:lnTo>
                  <a:lnTo>
                    <a:pt x="66675" y="19685"/>
                  </a:lnTo>
                  <a:lnTo>
                    <a:pt x="46862" y="19431"/>
                  </a:lnTo>
                  <a:close/>
                </a:path>
                <a:path w="111760" h="548639">
                  <a:moveTo>
                    <a:pt x="48132" y="24511"/>
                  </a:moveTo>
                  <a:lnTo>
                    <a:pt x="56519" y="39321"/>
                  </a:lnTo>
                  <a:lnTo>
                    <a:pt x="65277" y="24765"/>
                  </a:lnTo>
                  <a:lnTo>
                    <a:pt x="48132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2621279" y="2699003"/>
              <a:ext cx="205739" cy="1783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5903213" y="3657472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2"/>
                  </a:moveTo>
                  <a:lnTo>
                    <a:pt x="598424" y="91693"/>
                  </a:lnTo>
                  <a:lnTo>
                    <a:pt x="593725" y="94360"/>
                  </a:lnTo>
                  <a:lnTo>
                    <a:pt x="592074" y="100456"/>
                  </a:lnTo>
                  <a:lnTo>
                    <a:pt x="594868" y="105156"/>
                  </a:lnTo>
                  <a:lnTo>
                    <a:pt x="597662" y="109981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76" y="65658"/>
                  </a:lnTo>
                  <a:lnTo>
                    <a:pt x="679704" y="65658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2"/>
                  </a:lnTo>
                  <a:close/>
                </a:path>
                <a:path w="699770" h="111760">
                  <a:moveTo>
                    <a:pt x="643055" y="45846"/>
                  </a:moveTo>
                  <a:lnTo>
                    <a:pt x="0" y="45846"/>
                  </a:lnTo>
                  <a:lnTo>
                    <a:pt x="0" y="65658"/>
                  </a:lnTo>
                  <a:lnTo>
                    <a:pt x="643055" y="65658"/>
                  </a:lnTo>
                  <a:lnTo>
                    <a:pt x="660037" y="55752"/>
                  </a:lnTo>
                  <a:lnTo>
                    <a:pt x="643055" y="45846"/>
                  </a:lnTo>
                  <a:close/>
                </a:path>
                <a:path w="699770" h="111760">
                  <a:moveTo>
                    <a:pt x="682276" y="45846"/>
                  </a:moveTo>
                  <a:lnTo>
                    <a:pt x="679704" y="45846"/>
                  </a:lnTo>
                  <a:lnTo>
                    <a:pt x="679704" y="65658"/>
                  </a:lnTo>
                  <a:lnTo>
                    <a:pt x="682276" y="65658"/>
                  </a:lnTo>
                  <a:lnTo>
                    <a:pt x="699262" y="55752"/>
                  </a:lnTo>
                  <a:lnTo>
                    <a:pt x="682276" y="45846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2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4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3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4"/>
                  </a:lnTo>
                  <a:lnTo>
                    <a:pt x="598424" y="19812"/>
                  </a:lnTo>
                  <a:lnTo>
                    <a:pt x="660037" y="55752"/>
                  </a:lnTo>
                  <a:lnTo>
                    <a:pt x="674624" y="47243"/>
                  </a:lnTo>
                  <a:lnTo>
                    <a:pt x="679704" y="47243"/>
                  </a:lnTo>
                  <a:lnTo>
                    <a:pt x="679704" y="45846"/>
                  </a:lnTo>
                  <a:lnTo>
                    <a:pt x="682276" y="45846"/>
                  </a:lnTo>
                  <a:lnTo>
                    <a:pt x="608457" y="2793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6015227" y="3389375"/>
              <a:ext cx="428244" cy="29108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94" name="object 94"/>
          <p:cNvSpPr/>
          <p:nvPr/>
        </p:nvSpPr>
        <p:spPr>
          <a:xfrm>
            <a:off x="1940374" y="4996214"/>
            <a:ext cx="327157" cy="20457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2394394" y="2280301"/>
            <a:ext cx="335020" cy="24118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5585786" y="2280301"/>
            <a:ext cx="331796" cy="24118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4521988" y="2280301"/>
            <a:ext cx="336313" cy="24118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3455060" y="2280301"/>
            <a:ext cx="339581" cy="24118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5358384" y="1348739"/>
            <a:ext cx="746760" cy="871855"/>
            <a:chOff x="5358384" y="1348739"/>
            <a:chExt cx="746760" cy="871855"/>
          </a:xfrm>
        </p:grpSpPr>
        <p:sp>
          <p:nvSpPr>
            <p:cNvPr id="100" name="object 100"/>
            <p:cNvSpPr/>
            <p:nvPr/>
          </p:nvSpPr>
          <p:spPr>
            <a:xfrm>
              <a:off x="5434658" y="1428297"/>
              <a:ext cx="572832" cy="232474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5640197" y="1684781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2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8" y="535431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8" y="19557"/>
                  </a:lnTo>
                  <a:lnTo>
                    <a:pt x="65658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8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535939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8" y="56206"/>
                  </a:lnTo>
                  <a:lnTo>
                    <a:pt x="65658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5368290" y="1358645"/>
              <a:ext cx="727075" cy="326390"/>
            </a:xfrm>
            <a:custGeom>
              <a:avLst/>
              <a:gdLst/>
              <a:ahLst/>
              <a:cxnLst/>
              <a:rect l="l" t="t" r="r" b="b"/>
              <a:pathLst>
                <a:path w="727075" h="326389">
                  <a:moveTo>
                    <a:pt x="0" y="326136"/>
                  </a:moveTo>
                  <a:lnTo>
                    <a:pt x="726948" y="326136"/>
                  </a:lnTo>
                  <a:lnTo>
                    <a:pt x="726948" y="0"/>
                  </a:lnTo>
                  <a:lnTo>
                    <a:pt x="0" y="0"/>
                  </a:lnTo>
                  <a:lnTo>
                    <a:pt x="0" y="326136"/>
                  </a:lnTo>
                  <a:close/>
                </a:path>
              </a:pathLst>
            </a:custGeom>
            <a:ln w="19812">
              <a:solidFill>
                <a:srgbClr val="BA56B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03" name="object 103"/>
          <p:cNvGrpSpPr/>
          <p:nvPr/>
        </p:nvGrpSpPr>
        <p:grpSpPr>
          <a:xfrm>
            <a:off x="4375610" y="1428297"/>
            <a:ext cx="575945" cy="792480"/>
            <a:chOff x="4375610" y="1428297"/>
            <a:chExt cx="575945" cy="792480"/>
          </a:xfrm>
        </p:grpSpPr>
        <p:sp>
          <p:nvSpPr>
            <p:cNvPr id="104" name="object 104"/>
            <p:cNvSpPr/>
            <p:nvPr/>
          </p:nvSpPr>
          <p:spPr>
            <a:xfrm>
              <a:off x="4375610" y="1428297"/>
              <a:ext cx="575796" cy="232474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4571873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2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9" y="535431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535939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06" name="object 106"/>
          <p:cNvGrpSpPr/>
          <p:nvPr/>
        </p:nvGrpSpPr>
        <p:grpSpPr>
          <a:xfrm>
            <a:off x="3313254" y="1428297"/>
            <a:ext cx="573405" cy="792480"/>
            <a:chOff x="3313254" y="1428297"/>
            <a:chExt cx="573405" cy="792480"/>
          </a:xfrm>
        </p:grpSpPr>
        <p:sp>
          <p:nvSpPr>
            <p:cNvPr id="107" name="object 107"/>
            <p:cNvSpPr/>
            <p:nvPr/>
          </p:nvSpPr>
          <p:spPr>
            <a:xfrm>
              <a:off x="3313254" y="1428297"/>
              <a:ext cx="572900" cy="232474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3518788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3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9" y="535431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4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3"/>
                  </a:lnTo>
                  <a:lnTo>
                    <a:pt x="109982" y="101600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535939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09" name="object 109"/>
          <p:cNvGrpSpPr/>
          <p:nvPr/>
        </p:nvGrpSpPr>
        <p:grpSpPr>
          <a:xfrm>
            <a:off x="2222112" y="1428297"/>
            <a:ext cx="573405" cy="792480"/>
            <a:chOff x="2222112" y="1428297"/>
            <a:chExt cx="573405" cy="792480"/>
          </a:xfrm>
        </p:grpSpPr>
        <p:sp>
          <p:nvSpPr>
            <p:cNvPr id="110" name="object 110"/>
            <p:cNvSpPr/>
            <p:nvPr/>
          </p:nvSpPr>
          <p:spPr>
            <a:xfrm>
              <a:off x="2222112" y="1428297"/>
              <a:ext cx="572870" cy="232474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2447417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3" y="39224"/>
                  </a:moveTo>
                  <a:lnTo>
                    <a:pt x="45846" y="56206"/>
                  </a:lnTo>
                  <a:lnTo>
                    <a:pt x="45846" y="535431"/>
                  </a:lnTo>
                  <a:lnTo>
                    <a:pt x="65658" y="535431"/>
                  </a:lnTo>
                  <a:lnTo>
                    <a:pt x="65658" y="56206"/>
                  </a:lnTo>
                  <a:lnTo>
                    <a:pt x="55753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8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0" y="105537"/>
                  </a:lnTo>
                  <a:lnTo>
                    <a:pt x="100456" y="107187"/>
                  </a:lnTo>
                  <a:lnTo>
                    <a:pt x="105156" y="104393"/>
                  </a:lnTo>
                  <a:lnTo>
                    <a:pt x="109981" y="101600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3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535939">
                  <a:moveTo>
                    <a:pt x="65658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5023230" y="852296"/>
            <a:ext cx="140970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=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negative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log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“exams”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868414" y="3475101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114" name="object 114"/>
          <p:cNvSpPr/>
          <p:nvPr/>
        </p:nvSpPr>
        <p:spPr>
          <a:xfrm>
            <a:off x="1320546" y="6169152"/>
            <a:ext cx="814069" cy="86995"/>
          </a:xfrm>
          <a:custGeom>
            <a:avLst/>
            <a:gdLst/>
            <a:ahLst/>
            <a:cxnLst/>
            <a:rect l="l" t="t" r="r" b="b"/>
            <a:pathLst>
              <a:path w="814069" h="86995">
                <a:moveTo>
                  <a:pt x="726947" y="0"/>
                </a:moveTo>
                <a:lnTo>
                  <a:pt x="726947" y="86868"/>
                </a:lnTo>
                <a:lnTo>
                  <a:pt x="784860" y="57912"/>
                </a:lnTo>
                <a:lnTo>
                  <a:pt x="741426" y="57912"/>
                </a:lnTo>
                <a:lnTo>
                  <a:pt x="741426" y="28956"/>
                </a:lnTo>
                <a:lnTo>
                  <a:pt x="784860" y="28956"/>
                </a:lnTo>
                <a:lnTo>
                  <a:pt x="726947" y="0"/>
                </a:lnTo>
                <a:close/>
              </a:path>
              <a:path w="814069" h="86995">
                <a:moveTo>
                  <a:pt x="726947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726947" y="57912"/>
                </a:lnTo>
                <a:lnTo>
                  <a:pt x="726947" y="28956"/>
                </a:lnTo>
                <a:close/>
              </a:path>
              <a:path w="814069" h="86995">
                <a:moveTo>
                  <a:pt x="784860" y="28956"/>
                </a:moveTo>
                <a:lnTo>
                  <a:pt x="741426" y="28956"/>
                </a:lnTo>
                <a:lnTo>
                  <a:pt x="741426" y="57912"/>
                </a:lnTo>
                <a:lnTo>
                  <a:pt x="784860" y="57912"/>
                </a:lnTo>
                <a:lnTo>
                  <a:pt x="813816" y="43434"/>
                </a:lnTo>
                <a:lnTo>
                  <a:pt x="784860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98831" y="1337818"/>
            <a:ext cx="1042035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Loss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12700" marR="5715" lvl="0" indent="28575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edic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ed 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</a:t>
            </a: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dists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1320546" y="1478280"/>
            <a:ext cx="694690" cy="86995"/>
          </a:xfrm>
          <a:custGeom>
            <a:avLst/>
            <a:gdLst/>
            <a:ahLst/>
            <a:cxnLst/>
            <a:rect l="l" t="t" r="r" b="b"/>
            <a:pathLst>
              <a:path w="694689" h="86994">
                <a:moveTo>
                  <a:pt x="607441" y="0"/>
                </a:moveTo>
                <a:lnTo>
                  <a:pt x="607441" y="86868"/>
                </a:lnTo>
                <a:lnTo>
                  <a:pt x="665353" y="57912"/>
                </a:lnTo>
                <a:lnTo>
                  <a:pt x="621918" y="57912"/>
                </a:lnTo>
                <a:lnTo>
                  <a:pt x="621918" y="28956"/>
                </a:lnTo>
                <a:lnTo>
                  <a:pt x="665353" y="28956"/>
                </a:lnTo>
                <a:lnTo>
                  <a:pt x="607441" y="0"/>
                </a:lnTo>
                <a:close/>
              </a:path>
              <a:path w="694689" h="86994">
                <a:moveTo>
                  <a:pt x="607441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607441" y="57912"/>
                </a:lnTo>
                <a:lnTo>
                  <a:pt x="607441" y="28956"/>
                </a:lnTo>
                <a:close/>
              </a:path>
              <a:path w="694689" h="86994">
                <a:moveTo>
                  <a:pt x="665353" y="28956"/>
                </a:moveTo>
                <a:lnTo>
                  <a:pt x="621918" y="28956"/>
                </a:lnTo>
                <a:lnTo>
                  <a:pt x="621918" y="57912"/>
                </a:lnTo>
                <a:lnTo>
                  <a:pt x="665353" y="57912"/>
                </a:lnTo>
                <a:lnTo>
                  <a:pt x="694309" y="43434"/>
                </a:lnTo>
                <a:lnTo>
                  <a:pt x="665353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1320546" y="2363723"/>
            <a:ext cx="814069" cy="86995"/>
          </a:xfrm>
          <a:custGeom>
            <a:avLst/>
            <a:gdLst/>
            <a:ahLst/>
            <a:cxnLst/>
            <a:rect l="l" t="t" r="r" b="b"/>
            <a:pathLst>
              <a:path w="814069" h="86994">
                <a:moveTo>
                  <a:pt x="726947" y="0"/>
                </a:moveTo>
                <a:lnTo>
                  <a:pt x="726947" y="86867"/>
                </a:lnTo>
                <a:lnTo>
                  <a:pt x="784860" y="57912"/>
                </a:lnTo>
                <a:lnTo>
                  <a:pt x="741426" y="57912"/>
                </a:lnTo>
                <a:lnTo>
                  <a:pt x="741426" y="28955"/>
                </a:lnTo>
                <a:lnTo>
                  <a:pt x="784859" y="28955"/>
                </a:lnTo>
                <a:lnTo>
                  <a:pt x="726947" y="0"/>
                </a:lnTo>
                <a:close/>
              </a:path>
              <a:path w="814069" h="86994">
                <a:moveTo>
                  <a:pt x="726947" y="28955"/>
                </a:moveTo>
                <a:lnTo>
                  <a:pt x="0" y="28955"/>
                </a:lnTo>
                <a:lnTo>
                  <a:pt x="0" y="57912"/>
                </a:lnTo>
                <a:lnTo>
                  <a:pt x="726947" y="57912"/>
                </a:lnTo>
                <a:lnTo>
                  <a:pt x="726947" y="28955"/>
                </a:lnTo>
                <a:close/>
              </a:path>
              <a:path w="814069" h="86994">
                <a:moveTo>
                  <a:pt x="784859" y="28955"/>
                </a:moveTo>
                <a:lnTo>
                  <a:pt x="741426" y="28955"/>
                </a:lnTo>
                <a:lnTo>
                  <a:pt x="741426" y="57912"/>
                </a:lnTo>
                <a:lnTo>
                  <a:pt x="784860" y="57912"/>
                </a:lnTo>
                <a:lnTo>
                  <a:pt x="813816" y="43434"/>
                </a:lnTo>
                <a:lnTo>
                  <a:pt x="784859" y="28955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58140" y="6092367"/>
            <a:ext cx="882015" cy="263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3510" marR="0" lvl="0" indent="0" algn="l" defTabSz="914400" rtl="0" eaLnBrk="1" fontAlgn="auto" latinLnBrk="0" hangingPunct="1"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Corpus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2348864" y="6101435"/>
            <a:ext cx="328930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143250" y="6101435"/>
            <a:ext cx="812800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students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4281296" y="6101435"/>
            <a:ext cx="71437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open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5496305" y="6101435"/>
            <a:ext cx="45910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6521957" y="6101435"/>
            <a:ext cx="61277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r>
              <a:rPr kumimoji="0" sz="18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x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ams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7642352" y="6101435"/>
            <a:ext cx="18351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0606823-9998-4226-BFB6-7D8A5A61F880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39" y="249377"/>
            <a:ext cx="660375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Training </a:t>
            </a:r>
            <a:r>
              <a:rPr dirty="0"/>
              <a:t>a RNN Language</a:t>
            </a:r>
            <a:r>
              <a:rPr spc="-135" dirty="0"/>
              <a:t> </a:t>
            </a:r>
            <a:r>
              <a:rPr spc="-5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2334910" y="6358525"/>
            <a:ext cx="371617" cy="21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36691" y="6372440"/>
            <a:ext cx="384048" cy="2226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60875" y="6372440"/>
            <a:ext cx="385381" cy="222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72776" y="6367802"/>
            <a:ext cx="385303" cy="2272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13737" y="2582417"/>
            <a:ext cx="5589270" cy="3483610"/>
            <a:chOff x="1013737" y="2582417"/>
            <a:chExt cx="5589270" cy="3483610"/>
          </a:xfrm>
        </p:grpSpPr>
        <p:sp>
          <p:nvSpPr>
            <p:cNvPr id="8" name="object 8"/>
            <p:cNvSpPr/>
            <p:nvPr/>
          </p:nvSpPr>
          <p:spPr>
            <a:xfrm>
              <a:off x="3025478" y="4972966"/>
              <a:ext cx="328619" cy="20457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97580" y="4744211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497580" y="4951475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497580" y="515873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497580" y="536600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391661" y="4662677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894588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8"/>
                  </a:lnTo>
                  <a:lnTo>
                    <a:pt x="60960" y="955548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8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518788" y="5618175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3" y="39237"/>
                  </a:moveTo>
                  <a:lnTo>
                    <a:pt x="45847" y="56219"/>
                  </a:lnTo>
                  <a:lnTo>
                    <a:pt x="45847" y="438111"/>
                  </a:lnTo>
                  <a:lnTo>
                    <a:pt x="65659" y="438111"/>
                  </a:lnTo>
                  <a:lnTo>
                    <a:pt x="65659" y="56219"/>
                  </a:lnTo>
                  <a:lnTo>
                    <a:pt x="55753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4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5" y="105587"/>
                  </a:lnTo>
                  <a:lnTo>
                    <a:pt x="19812" y="100850"/>
                  </a:lnTo>
                  <a:lnTo>
                    <a:pt x="45847" y="56219"/>
                  </a:lnTo>
                  <a:lnTo>
                    <a:pt x="45847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9" y="19659"/>
                  </a:lnTo>
                  <a:lnTo>
                    <a:pt x="65659" y="56219"/>
                  </a:lnTo>
                  <a:lnTo>
                    <a:pt x="91694" y="100850"/>
                  </a:lnTo>
                  <a:lnTo>
                    <a:pt x="94361" y="105587"/>
                  </a:lnTo>
                  <a:lnTo>
                    <a:pt x="100457" y="107175"/>
                  </a:lnTo>
                  <a:lnTo>
                    <a:pt x="105156" y="104419"/>
                  </a:lnTo>
                  <a:lnTo>
                    <a:pt x="109982" y="101663"/>
                  </a:lnTo>
                  <a:lnTo>
                    <a:pt x="111506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9" y="19659"/>
                  </a:moveTo>
                  <a:lnTo>
                    <a:pt x="45847" y="19659"/>
                  </a:lnTo>
                  <a:lnTo>
                    <a:pt x="45847" y="56219"/>
                  </a:lnTo>
                  <a:lnTo>
                    <a:pt x="55753" y="39237"/>
                  </a:lnTo>
                  <a:lnTo>
                    <a:pt x="47244" y="24650"/>
                  </a:lnTo>
                  <a:lnTo>
                    <a:pt x="65659" y="24650"/>
                  </a:lnTo>
                  <a:lnTo>
                    <a:pt x="65659" y="19659"/>
                  </a:lnTo>
                  <a:close/>
                </a:path>
                <a:path w="111760" h="438150">
                  <a:moveTo>
                    <a:pt x="65659" y="24650"/>
                  </a:moveTo>
                  <a:lnTo>
                    <a:pt x="64262" y="24650"/>
                  </a:lnTo>
                  <a:lnTo>
                    <a:pt x="55753" y="39237"/>
                  </a:lnTo>
                  <a:lnTo>
                    <a:pt x="65659" y="56219"/>
                  </a:lnTo>
                  <a:lnTo>
                    <a:pt x="65659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4" y="24650"/>
                  </a:lnTo>
                  <a:lnTo>
                    <a:pt x="55753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98163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633509" y="4380225"/>
              <a:ext cx="327219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526408" y="4235957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427354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427354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2429255" y="4713732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429255" y="4920995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429255" y="5128260"/>
              <a:ext cx="166116" cy="1569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429255" y="5335523"/>
              <a:ext cx="166116" cy="156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323337" y="4630673"/>
              <a:ext cx="365760" cy="957580"/>
            </a:xfrm>
            <a:custGeom>
              <a:avLst/>
              <a:gdLst/>
              <a:ahLst/>
              <a:cxnLst/>
              <a:rect l="l" t="t" r="r" b="b"/>
              <a:pathLst>
                <a:path w="365760" h="957579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896112"/>
                  </a:lnTo>
                  <a:lnTo>
                    <a:pt x="360967" y="919835"/>
                  </a:lnTo>
                  <a:lnTo>
                    <a:pt x="347900" y="939212"/>
                  </a:lnTo>
                  <a:lnTo>
                    <a:pt x="328523" y="952279"/>
                  </a:lnTo>
                  <a:lnTo>
                    <a:pt x="304800" y="957072"/>
                  </a:lnTo>
                  <a:lnTo>
                    <a:pt x="60960" y="957072"/>
                  </a:lnTo>
                  <a:lnTo>
                    <a:pt x="37236" y="952279"/>
                  </a:lnTo>
                  <a:lnTo>
                    <a:pt x="17859" y="939212"/>
                  </a:lnTo>
                  <a:lnTo>
                    <a:pt x="4792" y="919835"/>
                  </a:lnTo>
                  <a:lnTo>
                    <a:pt x="0" y="896112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452115" y="5587745"/>
              <a:ext cx="111760" cy="438784"/>
            </a:xfrm>
            <a:custGeom>
              <a:avLst/>
              <a:gdLst/>
              <a:ahLst/>
              <a:cxnLst/>
              <a:rect l="l" t="t" r="r" b="b"/>
              <a:pathLst>
                <a:path w="111760" h="438785">
                  <a:moveTo>
                    <a:pt x="54792" y="39300"/>
                  </a:moveTo>
                  <a:lnTo>
                    <a:pt x="45199" y="56397"/>
                  </a:lnTo>
                  <a:lnTo>
                    <a:pt x="51688" y="438226"/>
                  </a:lnTo>
                  <a:lnTo>
                    <a:pt x="71500" y="437895"/>
                  </a:lnTo>
                  <a:lnTo>
                    <a:pt x="65013" y="56161"/>
                  </a:lnTo>
                  <a:lnTo>
                    <a:pt x="54792" y="39300"/>
                  </a:lnTo>
                  <a:close/>
                </a:path>
                <a:path w="111760" h="438785">
                  <a:moveTo>
                    <a:pt x="54101" y="0"/>
                  </a:moveTo>
                  <a:lnTo>
                    <a:pt x="0" y="96481"/>
                  </a:lnTo>
                  <a:lnTo>
                    <a:pt x="1650" y="102527"/>
                  </a:lnTo>
                  <a:lnTo>
                    <a:pt x="6476" y="105194"/>
                  </a:lnTo>
                  <a:lnTo>
                    <a:pt x="11175" y="107873"/>
                  </a:lnTo>
                  <a:lnTo>
                    <a:pt x="17271" y="106171"/>
                  </a:lnTo>
                  <a:lnTo>
                    <a:pt x="45199" y="56397"/>
                  </a:lnTo>
                  <a:lnTo>
                    <a:pt x="44576" y="19773"/>
                  </a:lnTo>
                  <a:lnTo>
                    <a:pt x="64388" y="19443"/>
                  </a:lnTo>
                  <a:lnTo>
                    <a:pt x="65885" y="19443"/>
                  </a:lnTo>
                  <a:lnTo>
                    <a:pt x="54101" y="0"/>
                  </a:lnTo>
                  <a:close/>
                </a:path>
                <a:path w="111760" h="438785">
                  <a:moveTo>
                    <a:pt x="65885" y="19443"/>
                  </a:moveTo>
                  <a:lnTo>
                    <a:pt x="64388" y="19443"/>
                  </a:lnTo>
                  <a:lnTo>
                    <a:pt x="65013" y="56161"/>
                  </a:lnTo>
                  <a:lnTo>
                    <a:pt x="91693" y="100177"/>
                  </a:lnTo>
                  <a:lnTo>
                    <a:pt x="94487" y="104851"/>
                  </a:lnTo>
                  <a:lnTo>
                    <a:pt x="100583" y="106349"/>
                  </a:lnTo>
                  <a:lnTo>
                    <a:pt x="109981" y="100672"/>
                  </a:lnTo>
                  <a:lnTo>
                    <a:pt x="111506" y="94589"/>
                  </a:lnTo>
                  <a:lnTo>
                    <a:pt x="108584" y="89903"/>
                  </a:lnTo>
                  <a:lnTo>
                    <a:pt x="65885" y="19443"/>
                  </a:lnTo>
                  <a:close/>
                </a:path>
                <a:path w="111760" h="438785">
                  <a:moveTo>
                    <a:pt x="64388" y="19443"/>
                  </a:moveTo>
                  <a:lnTo>
                    <a:pt x="44576" y="19773"/>
                  </a:lnTo>
                  <a:lnTo>
                    <a:pt x="45199" y="56397"/>
                  </a:lnTo>
                  <a:lnTo>
                    <a:pt x="54792" y="39300"/>
                  </a:lnTo>
                  <a:lnTo>
                    <a:pt x="45973" y="24752"/>
                  </a:lnTo>
                  <a:lnTo>
                    <a:pt x="63118" y="24460"/>
                  </a:lnTo>
                  <a:lnTo>
                    <a:pt x="64474" y="24460"/>
                  </a:lnTo>
                  <a:lnTo>
                    <a:pt x="64388" y="19443"/>
                  </a:lnTo>
                  <a:close/>
                </a:path>
                <a:path w="111760" h="438785">
                  <a:moveTo>
                    <a:pt x="64474" y="24460"/>
                  </a:moveTo>
                  <a:lnTo>
                    <a:pt x="63118" y="24460"/>
                  </a:lnTo>
                  <a:lnTo>
                    <a:pt x="54792" y="39300"/>
                  </a:lnTo>
                  <a:lnTo>
                    <a:pt x="65013" y="56161"/>
                  </a:lnTo>
                  <a:lnTo>
                    <a:pt x="64474" y="24460"/>
                  </a:lnTo>
                  <a:close/>
                </a:path>
                <a:path w="111760" h="438785">
                  <a:moveTo>
                    <a:pt x="63118" y="24460"/>
                  </a:moveTo>
                  <a:lnTo>
                    <a:pt x="45973" y="24752"/>
                  </a:lnTo>
                  <a:lnTo>
                    <a:pt x="54792" y="39300"/>
                  </a:lnTo>
                  <a:lnTo>
                    <a:pt x="63118" y="2446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546603" y="5731763"/>
              <a:ext cx="234695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565332" y="4380225"/>
              <a:ext cx="328522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2161275" y="2944677"/>
              <a:ext cx="318272" cy="18597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2436875" y="3224783"/>
              <a:ext cx="166116" cy="17373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2436875" y="3456431"/>
              <a:ext cx="166116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2436875" y="3689603"/>
              <a:ext cx="166116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436875" y="3921251"/>
              <a:ext cx="166116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30958" y="3131057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1011935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60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5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1632966" y="3645280"/>
              <a:ext cx="935355" cy="986155"/>
            </a:xfrm>
            <a:custGeom>
              <a:avLst/>
              <a:gdLst/>
              <a:ahLst/>
              <a:cxnLst/>
              <a:rect l="l" t="t" r="r" b="b"/>
              <a:pathLst>
                <a:path w="935355" h="986154">
                  <a:moveTo>
                    <a:pt x="699249" y="55765"/>
                  </a:moveTo>
                  <a:lnTo>
                    <a:pt x="682269" y="45847"/>
                  </a:lnTo>
                  <a:lnTo>
                    <a:pt x="608457" y="2794"/>
                  </a:lnTo>
                  <a:lnTo>
                    <a:pt x="603758" y="0"/>
                  </a:ln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43026" y="45847"/>
                  </a:lnTo>
                  <a:lnTo>
                    <a:pt x="0" y="45847"/>
                  </a:lnTo>
                  <a:lnTo>
                    <a:pt x="0" y="65659"/>
                  </a:lnTo>
                  <a:lnTo>
                    <a:pt x="643051" y="65659"/>
                  </a:lnTo>
                  <a:lnTo>
                    <a:pt x="660031" y="55765"/>
                  </a:ln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69" y="65659"/>
                  </a:lnTo>
                  <a:lnTo>
                    <a:pt x="699249" y="55765"/>
                  </a:lnTo>
                  <a:close/>
                </a:path>
                <a:path w="935355" h="986154">
                  <a:moveTo>
                    <a:pt x="934847" y="655193"/>
                  </a:moveTo>
                  <a:lnTo>
                    <a:pt x="932180" y="650367"/>
                  </a:lnTo>
                  <a:lnTo>
                    <a:pt x="891641" y="578104"/>
                  </a:lnTo>
                  <a:lnTo>
                    <a:pt x="880745" y="558673"/>
                  </a:lnTo>
                  <a:lnTo>
                    <a:pt x="826135" y="648589"/>
                  </a:lnTo>
                  <a:lnTo>
                    <a:pt x="823341" y="653288"/>
                  </a:lnTo>
                  <a:lnTo>
                    <a:pt x="824738" y="659384"/>
                  </a:lnTo>
                  <a:lnTo>
                    <a:pt x="834136" y="664972"/>
                  </a:lnTo>
                  <a:lnTo>
                    <a:pt x="840232" y="663575"/>
                  </a:lnTo>
                  <a:lnTo>
                    <a:pt x="843026" y="658876"/>
                  </a:lnTo>
                  <a:lnTo>
                    <a:pt x="869810" y="614794"/>
                  </a:lnTo>
                  <a:lnTo>
                    <a:pt x="863346" y="985393"/>
                  </a:lnTo>
                  <a:lnTo>
                    <a:pt x="883158" y="985774"/>
                  </a:lnTo>
                  <a:lnTo>
                    <a:pt x="889622" y="615188"/>
                  </a:lnTo>
                  <a:lnTo>
                    <a:pt x="914781" y="660146"/>
                  </a:lnTo>
                  <a:lnTo>
                    <a:pt x="917575" y="664845"/>
                  </a:lnTo>
                  <a:lnTo>
                    <a:pt x="923544" y="666623"/>
                  </a:lnTo>
                  <a:lnTo>
                    <a:pt x="928370" y="663829"/>
                  </a:lnTo>
                  <a:lnTo>
                    <a:pt x="933069" y="661162"/>
                  </a:lnTo>
                  <a:lnTo>
                    <a:pt x="934847" y="65519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746503" y="3374135"/>
              <a:ext cx="426719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013737" y="2963001"/>
              <a:ext cx="308976" cy="17592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1363979" y="3227831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1363979" y="3461003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1363979" y="3692651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1363979" y="3925823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1258061" y="3135629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2699765" y="3643756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3" y="91694"/>
                  </a:lnTo>
                  <a:lnTo>
                    <a:pt x="593724" y="94361"/>
                  </a:lnTo>
                  <a:lnTo>
                    <a:pt x="592073" y="100457"/>
                  </a:lnTo>
                  <a:lnTo>
                    <a:pt x="594868" y="105156"/>
                  </a:lnTo>
                  <a:lnTo>
                    <a:pt x="597661" y="109982"/>
                  </a:lnTo>
                  <a:lnTo>
                    <a:pt x="603757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3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1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3" y="47244"/>
                  </a:moveTo>
                  <a:lnTo>
                    <a:pt x="660037" y="55753"/>
                  </a:lnTo>
                  <a:lnTo>
                    <a:pt x="674623" y="64262"/>
                  </a:lnTo>
                  <a:lnTo>
                    <a:pt x="674623" y="47244"/>
                  </a:lnTo>
                  <a:close/>
                </a:path>
                <a:path w="699770" h="111760">
                  <a:moveTo>
                    <a:pt x="679704" y="47244"/>
                  </a:moveTo>
                  <a:lnTo>
                    <a:pt x="674623" y="47244"/>
                  </a:lnTo>
                  <a:lnTo>
                    <a:pt x="674623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1" y="1524"/>
                  </a:lnTo>
                  <a:lnTo>
                    <a:pt x="594868" y="6350"/>
                  </a:lnTo>
                  <a:lnTo>
                    <a:pt x="592073" y="11049"/>
                  </a:lnTo>
                  <a:lnTo>
                    <a:pt x="593724" y="17145"/>
                  </a:lnTo>
                  <a:lnTo>
                    <a:pt x="598423" y="19812"/>
                  </a:lnTo>
                  <a:lnTo>
                    <a:pt x="660037" y="55753"/>
                  </a:lnTo>
                  <a:lnTo>
                    <a:pt x="674623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2813303" y="3374135"/>
              <a:ext cx="426719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3179216" y="2926079"/>
              <a:ext cx="327317" cy="21387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3505199" y="3255263"/>
              <a:ext cx="166115" cy="17525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3505199" y="348843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3505199" y="3720083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3505199" y="395325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3399281" y="3163061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59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4233762" y="2926079"/>
              <a:ext cx="330490" cy="21387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4456938" y="317220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3757421" y="3652900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3"/>
                  </a:lnTo>
                  <a:lnTo>
                    <a:pt x="593725" y="94361"/>
                  </a:lnTo>
                  <a:lnTo>
                    <a:pt x="592074" y="100456"/>
                  </a:lnTo>
                  <a:lnTo>
                    <a:pt x="594867" y="105156"/>
                  </a:lnTo>
                  <a:lnTo>
                    <a:pt x="597662" y="109981"/>
                  </a:lnTo>
                  <a:lnTo>
                    <a:pt x="603757" y="111506"/>
                  </a:lnTo>
                  <a:lnTo>
                    <a:pt x="608456" y="108712"/>
                  </a:lnTo>
                  <a:lnTo>
                    <a:pt x="682276" y="65659"/>
                  </a:lnTo>
                  <a:lnTo>
                    <a:pt x="679703" y="65659"/>
                  </a:lnTo>
                  <a:lnTo>
                    <a:pt x="679703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3" y="45847"/>
                  </a:lnTo>
                  <a:lnTo>
                    <a:pt x="679703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3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3" y="64262"/>
                  </a:lnTo>
                  <a:lnTo>
                    <a:pt x="679703" y="47243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2" y="1524"/>
                  </a:lnTo>
                  <a:lnTo>
                    <a:pt x="594867" y="6350"/>
                  </a:lnTo>
                  <a:lnTo>
                    <a:pt x="592074" y="11049"/>
                  </a:lnTo>
                  <a:lnTo>
                    <a:pt x="593725" y="17144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3"/>
                  </a:lnTo>
                  <a:lnTo>
                    <a:pt x="679703" y="47243"/>
                  </a:lnTo>
                  <a:lnTo>
                    <a:pt x="679703" y="45847"/>
                  </a:lnTo>
                  <a:lnTo>
                    <a:pt x="682276" y="45847"/>
                  </a:lnTo>
                  <a:lnTo>
                    <a:pt x="608456" y="2793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3869436" y="3374135"/>
              <a:ext cx="428243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4094987" y="4972966"/>
              <a:ext cx="329184" cy="204577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4553712" y="4753355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4553712" y="496061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4553712" y="516788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4553712" y="5375147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4449318" y="4671822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894587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7"/>
                  </a:lnTo>
                  <a:lnTo>
                    <a:pt x="60960" y="955547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7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576444" y="5627319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2" y="39237"/>
                  </a:moveTo>
                  <a:lnTo>
                    <a:pt x="45846" y="56219"/>
                  </a:lnTo>
                  <a:lnTo>
                    <a:pt x="45846" y="438111"/>
                  </a:lnTo>
                  <a:lnTo>
                    <a:pt x="65658" y="438111"/>
                  </a:lnTo>
                  <a:lnTo>
                    <a:pt x="65658" y="56219"/>
                  </a:lnTo>
                  <a:lnTo>
                    <a:pt x="55752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3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4" y="105575"/>
                  </a:lnTo>
                  <a:lnTo>
                    <a:pt x="19812" y="100850"/>
                  </a:lnTo>
                  <a:lnTo>
                    <a:pt x="45846" y="56219"/>
                  </a:lnTo>
                  <a:lnTo>
                    <a:pt x="45846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8" y="19659"/>
                  </a:lnTo>
                  <a:lnTo>
                    <a:pt x="65659" y="56219"/>
                  </a:lnTo>
                  <a:lnTo>
                    <a:pt x="91693" y="100850"/>
                  </a:lnTo>
                  <a:lnTo>
                    <a:pt x="94360" y="105587"/>
                  </a:lnTo>
                  <a:lnTo>
                    <a:pt x="100456" y="107175"/>
                  </a:lnTo>
                  <a:lnTo>
                    <a:pt x="105155" y="104419"/>
                  </a:lnTo>
                  <a:lnTo>
                    <a:pt x="109981" y="101663"/>
                  </a:lnTo>
                  <a:lnTo>
                    <a:pt x="111505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8" y="19659"/>
                  </a:moveTo>
                  <a:lnTo>
                    <a:pt x="45846" y="19659"/>
                  </a:lnTo>
                  <a:lnTo>
                    <a:pt x="45846" y="56219"/>
                  </a:lnTo>
                  <a:lnTo>
                    <a:pt x="55752" y="39237"/>
                  </a:lnTo>
                  <a:lnTo>
                    <a:pt x="47243" y="24650"/>
                  </a:lnTo>
                  <a:lnTo>
                    <a:pt x="65658" y="24650"/>
                  </a:lnTo>
                  <a:lnTo>
                    <a:pt x="65658" y="19659"/>
                  </a:lnTo>
                  <a:close/>
                </a:path>
                <a:path w="111760" h="438150">
                  <a:moveTo>
                    <a:pt x="65658" y="24650"/>
                  </a:moveTo>
                  <a:lnTo>
                    <a:pt x="64262" y="24650"/>
                  </a:lnTo>
                  <a:lnTo>
                    <a:pt x="55752" y="39237"/>
                  </a:lnTo>
                  <a:lnTo>
                    <a:pt x="65659" y="56219"/>
                  </a:lnTo>
                  <a:lnTo>
                    <a:pt x="65658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3" y="24650"/>
                  </a:lnTo>
                  <a:lnTo>
                    <a:pt x="55752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655819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4691165" y="4380225"/>
              <a:ext cx="327219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4584064" y="4245101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3" y="39224"/>
                  </a:moveTo>
                  <a:lnTo>
                    <a:pt x="45847" y="56206"/>
                  </a:lnTo>
                  <a:lnTo>
                    <a:pt x="45847" y="426974"/>
                  </a:lnTo>
                  <a:lnTo>
                    <a:pt x="65659" y="426974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3"/>
                  </a:lnTo>
                  <a:lnTo>
                    <a:pt x="109982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60" h="427354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427354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4561332" y="3264407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4561332" y="3497579"/>
              <a:ext cx="166115" cy="17373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4561332" y="3729227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4561332" y="3962400"/>
              <a:ext cx="166115" cy="17373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4833365" y="3643756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3"/>
                  </a:move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70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70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70" h="111760">
                  <a:moveTo>
                    <a:pt x="674624" y="47244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4"/>
                  </a:lnTo>
                  <a:close/>
                </a:path>
                <a:path w="699770" h="111760">
                  <a:moveTo>
                    <a:pt x="679704" y="47244"/>
                  </a:moveTo>
                  <a:lnTo>
                    <a:pt x="674624" y="47244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4946903" y="3374135"/>
              <a:ext cx="426720" cy="292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5314336" y="2949327"/>
              <a:ext cx="321340" cy="190629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5638800" y="3255263"/>
              <a:ext cx="166115" cy="17525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5638800" y="348843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5638800" y="3720083"/>
              <a:ext cx="166115" cy="1752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5638800" y="3953255"/>
              <a:ext cx="166115" cy="1737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5172730" y="4972966"/>
              <a:ext cx="331649" cy="204577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5631180" y="4744211"/>
              <a:ext cx="166115" cy="15849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5631180" y="4951475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5631180" y="5158739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5631180" y="5366003"/>
              <a:ext cx="166115" cy="158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5525262" y="4662677"/>
              <a:ext cx="365760" cy="955675"/>
            </a:xfrm>
            <a:custGeom>
              <a:avLst/>
              <a:gdLst/>
              <a:ahLst/>
              <a:cxnLst/>
              <a:rect l="l" t="t" r="r" b="b"/>
              <a:pathLst>
                <a:path w="365760" h="955675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894588"/>
                  </a:lnTo>
                  <a:lnTo>
                    <a:pt x="360967" y="918316"/>
                  </a:lnTo>
                  <a:lnTo>
                    <a:pt x="347900" y="937693"/>
                  </a:lnTo>
                  <a:lnTo>
                    <a:pt x="328523" y="950757"/>
                  </a:lnTo>
                  <a:lnTo>
                    <a:pt x="304800" y="955548"/>
                  </a:lnTo>
                  <a:lnTo>
                    <a:pt x="60960" y="955548"/>
                  </a:lnTo>
                  <a:lnTo>
                    <a:pt x="37236" y="950757"/>
                  </a:lnTo>
                  <a:lnTo>
                    <a:pt x="17859" y="937693"/>
                  </a:lnTo>
                  <a:lnTo>
                    <a:pt x="4792" y="918316"/>
                  </a:lnTo>
                  <a:lnTo>
                    <a:pt x="0" y="894588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0046B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5652388" y="5618175"/>
              <a:ext cx="111760" cy="438150"/>
            </a:xfrm>
            <a:custGeom>
              <a:avLst/>
              <a:gdLst/>
              <a:ahLst/>
              <a:cxnLst/>
              <a:rect l="l" t="t" r="r" b="b"/>
              <a:pathLst>
                <a:path w="111760" h="438150">
                  <a:moveTo>
                    <a:pt x="55753" y="39237"/>
                  </a:moveTo>
                  <a:lnTo>
                    <a:pt x="45847" y="56219"/>
                  </a:lnTo>
                  <a:lnTo>
                    <a:pt x="45847" y="438111"/>
                  </a:lnTo>
                  <a:lnTo>
                    <a:pt x="65659" y="438111"/>
                  </a:lnTo>
                  <a:lnTo>
                    <a:pt x="65659" y="56219"/>
                  </a:lnTo>
                  <a:lnTo>
                    <a:pt x="55753" y="39237"/>
                  </a:lnTo>
                  <a:close/>
                </a:path>
                <a:path w="111760" h="438150">
                  <a:moveTo>
                    <a:pt x="55752" y="0"/>
                  </a:moveTo>
                  <a:lnTo>
                    <a:pt x="2794" y="90868"/>
                  </a:lnTo>
                  <a:lnTo>
                    <a:pt x="0" y="95592"/>
                  </a:lnTo>
                  <a:lnTo>
                    <a:pt x="1524" y="101663"/>
                  </a:lnTo>
                  <a:lnTo>
                    <a:pt x="6350" y="104419"/>
                  </a:lnTo>
                  <a:lnTo>
                    <a:pt x="11049" y="107175"/>
                  </a:lnTo>
                  <a:lnTo>
                    <a:pt x="17145" y="105587"/>
                  </a:lnTo>
                  <a:lnTo>
                    <a:pt x="19812" y="100850"/>
                  </a:lnTo>
                  <a:lnTo>
                    <a:pt x="45847" y="56219"/>
                  </a:lnTo>
                  <a:lnTo>
                    <a:pt x="45847" y="19659"/>
                  </a:lnTo>
                  <a:lnTo>
                    <a:pt x="67210" y="19659"/>
                  </a:lnTo>
                  <a:lnTo>
                    <a:pt x="55752" y="0"/>
                  </a:lnTo>
                  <a:close/>
                </a:path>
                <a:path w="111760" h="438150">
                  <a:moveTo>
                    <a:pt x="67210" y="19659"/>
                  </a:moveTo>
                  <a:lnTo>
                    <a:pt x="65659" y="19659"/>
                  </a:lnTo>
                  <a:lnTo>
                    <a:pt x="65659" y="56219"/>
                  </a:lnTo>
                  <a:lnTo>
                    <a:pt x="91694" y="100850"/>
                  </a:lnTo>
                  <a:lnTo>
                    <a:pt x="94361" y="105587"/>
                  </a:lnTo>
                  <a:lnTo>
                    <a:pt x="100457" y="107175"/>
                  </a:lnTo>
                  <a:lnTo>
                    <a:pt x="105156" y="104419"/>
                  </a:lnTo>
                  <a:lnTo>
                    <a:pt x="109982" y="101663"/>
                  </a:lnTo>
                  <a:lnTo>
                    <a:pt x="111506" y="95592"/>
                  </a:lnTo>
                  <a:lnTo>
                    <a:pt x="108712" y="90868"/>
                  </a:lnTo>
                  <a:lnTo>
                    <a:pt x="67210" y="19659"/>
                  </a:lnTo>
                  <a:close/>
                </a:path>
                <a:path w="111760" h="438150">
                  <a:moveTo>
                    <a:pt x="65659" y="19659"/>
                  </a:moveTo>
                  <a:lnTo>
                    <a:pt x="45847" y="19659"/>
                  </a:lnTo>
                  <a:lnTo>
                    <a:pt x="45847" y="56219"/>
                  </a:lnTo>
                  <a:lnTo>
                    <a:pt x="55753" y="39237"/>
                  </a:lnTo>
                  <a:lnTo>
                    <a:pt x="47244" y="24650"/>
                  </a:lnTo>
                  <a:lnTo>
                    <a:pt x="65659" y="24650"/>
                  </a:lnTo>
                  <a:lnTo>
                    <a:pt x="65659" y="19659"/>
                  </a:lnTo>
                  <a:close/>
                </a:path>
                <a:path w="111760" h="438150">
                  <a:moveTo>
                    <a:pt x="65659" y="24650"/>
                  </a:moveTo>
                  <a:lnTo>
                    <a:pt x="64262" y="24650"/>
                  </a:lnTo>
                  <a:lnTo>
                    <a:pt x="55753" y="39237"/>
                  </a:lnTo>
                  <a:lnTo>
                    <a:pt x="65659" y="56219"/>
                  </a:lnTo>
                  <a:lnTo>
                    <a:pt x="65659" y="24650"/>
                  </a:lnTo>
                  <a:close/>
                </a:path>
                <a:path w="111760" h="438150">
                  <a:moveTo>
                    <a:pt x="64262" y="24650"/>
                  </a:moveTo>
                  <a:lnTo>
                    <a:pt x="47244" y="24650"/>
                  </a:lnTo>
                  <a:lnTo>
                    <a:pt x="55753" y="39237"/>
                  </a:lnTo>
                  <a:lnTo>
                    <a:pt x="64262" y="246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5731763" y="5731763"/>
              <a:ext cx="236220" cy="2788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5767256" y="4380225"/>
              <a:ext cx="328522" cy="2023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5660008" y="4235957"/>
              <a:ext cx="111760" cy="427355"/>
            </a:xfrm>
            <a:custGeom>
              <a:avLst/>
              <a:gdLst/>
              <a:ahLst/>
              <a:cxnLst/>
              <a:rect l="l" t="t" r="r" b="b"/>
              <a:pathLst>
                <a:path w="111760" h="427354">
                  <a:moveTo>
                    <a:pt x="55752" y="39224"/>
                  </a:moveTo>
                  <a:lnTo>
                    <a:pt x="45846" y="56206"/>
                  </a:lnTo>
                  <a:lnTo>
                    <a:pt x="45846" y="426974"/>
                  </a:lnTo>
                  <a:lnTo>
                    <a:pt x="65658" y="426974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427354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427354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427354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427354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427354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5532882" y="3163061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59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5660008" y="2582417"/>
              <a:ext cx="111760" cy="579755"/>
            </a:xfrm>
            <a:custGeom>
              <a:avLst/>
              <a:gdLst/>
              <a:ahLst/>
              <a:cxnLst/>
              <a:rect l="l" t="t" r="r" b="b"/>
              <a:pathLst>
                <a:path w="111760" h="579755">
                  <a:moveTo>
                    <a:pt x="55752" y="39224"/>
                  </a:moveTo>
                  <a:lnTo>
                    <a:pt x="45846" y="56206"/>
                  </a:lnTo>
                  <a:lnTo>
                    <a:pt x="45846" y="579247"/>
                  </a:lnTo>
                  <a:lnTo>
                    <a:pt x="65658" y="579247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579755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579755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579755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8"/>
                  </a:lnTo>
                  <a:close/>
                </a:path>
                <a:path w="111760" h="579755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579755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5815583" y="2700527"/>
              <a:ext cx="205739" cy="1783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4584064" y="2582417"/>
              <a:ext cx="111760" cy="588645"/>
            </a:xfrm>
            <a:custGeom>
              <a:avLst/>
              <a:gdLst/>
              <a:ahLst/>
              <a:cxnLst/>
              <a:rect l="l" t="t" r="r" b="b"/>
              <a:pathLst>
                <a:path w="111760" h="588644">
                  <a:moveTo>
                    <a:pt x="55753" y="39224"/>
                  </a:moveTo>
                  <a:lnTo>
                    <a:pt x="45847" y="56206"/>
                  </a:lnTo>
                  <a:lnTo>
                    <a:pt x="45847" y="588518"/>
                  </a:lnTo>
                  <a:lnTo>
                    <a:pt x="65659" y="588518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588644">
                  <a:moveTo>
                    <a:pt x="55752" y="0"/>
                  </a:move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588644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4"/>
                  </a:lnTo>
                  <a:lnTo>
                    <a:pt x="109982" y="101600"/>
                  </a:lnTo>
                  <a:lnTo>
                    <a:pt x="111506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588644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60" h="588644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88644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4748783" y="2708382"/>
              <a:ext cx="205739" cy="17945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3531488" y="2582417"/>
              <a:ext cx="111760" cy="579755"/>
            </a:xfrm>
            <a:custGeom>
              <a:avLst/>
              <a:gdLst/>
              <a:ahLst/>
              <a:cxnLst/>
              <a:rect l="l" t="t" r="r" b="b"/>
              <a:pathLst>
                <a:path w="111760" h="579755">
                  <a:moveTo>
                    <a:pt x="56291" y="39284"/>
                  </a:moveTo>
                  <a:lnTo>
                    <a:pt x="46226" y="56165"/>
                  </a:lnTo>
                  <a:lnTo>
                    <a:pt x="40766" y="579247"/>
                  </a:lnTo>
                  <a:lnTo>
                    <a:pt x="60578" y="579374"/>
                  </a:lnTo>
                  <a:lnTo>
                    <a:pt x="66037" y="56400"/>
                  </a:lnTo>
                  <a:lnTo>
                    <a:pt x="56291" y="39284"/>
                  </a:lnTo>
                  <a:close/>
                </a:path>
                <a:path w="111760" h="579755">
                  <a:moveTo>
                    <a:pt x="67921" y="19558"/>
                  </a:moveTo>
                  <a:lnTo>
                    <a:pt x="46609" y="19558"/>
                  </a:lnTo>
                  <a:lnTo>
                    <a:pt x="66421" y="19685"/>
                  </a:lnTo>
                  <a:lnTo>
                    <a:pt x="66037" y="56400"/>
                  </a:lnTo>
                  <a:lnTo>
                    <a:pt x="94234" y="105918"/>
                  </a:lnTo>
                  <a:lnTo>
                    <a:pt x="100330" y="107569"/>
                  </a:lnTo>
                  <a:lnTo>
                    <a:pt x="105028" y="104902"/>
                  </a:lnTo>
                  <a:lnTo>
                    <a:pt x="109855" y="102235"/>
                  </a:lnTo>
                  <a:lnTo>
                    <a:pt x="111506" y="96139"/>
                  </a:lnTo>
                  <a:lnTo>
                    <a:pt x="108838" y="91312"/>
                  </a:lnTo>
                  <a:lnTo>
                    <a:pt x="67921" y="19558"/>
                  </a:lnTo>
                  <a:close/>
                </a:path>
                <a:path w="111760" h="579755">
                  <a:moveTo>
                    <a:pt x="56769" y="0"/>
                  </a:moveTo>
                  <a:lnTo>
                    <a:pt x="0" y="94996"/>
                  </a:lnTo>
                  <a:lnTo>
                    <a:pt x="1524" y="101092"/>
                  </a:lnTo>
                  <a:lnTo>
                    <a:pt x="10922" y="106680"/>
                  </a:lnTo>
                  <a:lnTo>
                    <a:pt x="17018" y="105156"/>
                  </a:lnTo>
                  <a:lnTo>
                    <a:pt x="46226" y="56165"/>
                  </a:lnTo>
                  <a:lnTo>
                    <a:pt x="46609" y="19558"/>
                  </a:lnTo>
                  <a:lnTo>
                    <a:pt x="67921" y="19558"/>
                  </a:lnTo>
                  <a:lnTo>
                    <a:pt x="56769" y="0"/>
                  </a:lnTo>
                  <a:close/>
                </a:path>
                <a:path w="111760" h="579755">
                  <a:moveTo>
                    <a:pt x="66370" y="24511"/>
                  </a:moveTo>
                  <a:lnTo>
                    <a:pt x="47878" y="24511"/>
                  </a:lnTo>
                  <a:lnTo>
                    <a:pt x="65024" y="24637"/>
                  </a:lnTo>
                  <a:lnTo>
                    <a:pt x="56291" y="39284"/>
                  </a:lnTo>
                  <a:lnTo>
                    <a:pt x="66037" y="56400"/>
                  </a:lnTo>
                  <a:lnTo>
                    <a:pt x="66370" y="24511"/>
                  </a:lnTo>
                  <a:close/>
                </a:path>
                <a:path w="111760" h="579755">
                  <a:moveTo>
                    <a:pt x="46609" y="19558"/>
                  </a:moveTo>
                  <a:lnTo>
                    <a:pt x="46226" y="56165"/>
                  </a:lnTo>
                  <a:lnTo>
                    <a:pt x="56291" y="39284"/>
                  </a:lnTo>
                  <a:lnTo>
                    <a:pt x="47878" y="24511"/>
                  </a:lnTo>
                  <a:lnTo>
                    <a:pt x="66370" y="24511"/>
                  </a:lnTo>
                  <a:lnTo>
                    <a:pt x="66421" y="19685"/>
                  </a:lnTo>
                  <a:lnTo>
                    <a:pt x="46609" y="19558"/>
                  </a:lnTo>
                  <a:close/>
                </a:path>
                <a:path w="111760" h="579755">
                  <a:moveTo>
                    <a:pt x="47878" y="24511"/>
                  </a:moveTo>
                  <a:lnTo>
                    <a:pt x="56291" y="39284"/>
                  </a:lnTo>
                  <a:lnTo>
                    <a:pt x="65024" y="24637"/>
                  </a:lnTo>
                  <a:lnTo>
                    <a:pt x="47878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3688080" y="2708382"/>
              <a:ext cx="205739" cy="17945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2463800" y="2582417"/>
              <a:ext cx="111760" cy="548640"/>
            </a:xfrm>
            <a:custGeom>
              <a:avLst/>
              <a:gdLst/>
              <a:ahLst/>
              <a:cxnLst/>
              <a:rect l="l" t="t" r="r" b="b"/>
              <a:pathLst>
                <a:path w="111760" h="548639">
                  <a:moveTo>
                    <a:pt x="56519" y="39321"/>
                  </a:moveTo>
                  <a:lnTo>
                    <a:pt x="46395" y="56147"/>
                  </a:lnTo>
                  <a:lnTo>
                    <a:pt x="40131" y="548259"/>
                  </a:lnTo>
                  <a:lnTo>
                    <a:pt x="59943" y="548513"/>
                  </a:lnTo>
                  <a:lnTo>
                    <a:pt x="66207" y="56431"/>
                  </a:lnTo>
                  <a:lnTo>
                    <a:pt x="56519" y="39321"/>
                  </a:lnTo>
                  <a:close/>
                </a:path>
                <a:path w="111760" h="548639">
                  <a:moveTo>
                    <a:pt x="68033" y="19431"/>
                  </a:moveTo>
                  <a:lnTo>
                    <a:pt x="46862" y="19431"/>
                  </a:lnTo>
                  <a:lnTo>
                    <a:pt x="66675" y="19685"/>
                  </a:lnTo>
                  <a:lnTo>
                    <a:pt x="66207" y="56431"/>
                  </a:lnTo>
                  <a:lnTo>
                    <a:pt x="91567" y="101219"/>
                  </a:lnTo>
                  <a:lnTo>
                    <a:pt x="94233" y="106045"/>
                  </a:lnTo>
                  <a:lnTo>
                    <a:pt x="100330" y="107696"/>
                  </a:lnTo>
                  <a:lnTo>
                    <a:pt x="105156" y="105029"/>
                  </a:lnTo>
                  <a:lnTo>
                    <a:pt x="109855" y="102235"/>
                  </a:lnTo>
                  <a:lnTo>
                    <a:pt x="111506" y="96266"/>
                  </a:lnTo>
                  <a:lnTo>
                    <a:pt x="108838" y="91440"/>
                  </a:lnTo>
                  <a:lnTo>
                    <a:pt x="68033" y="19431"/>
                  </a:lnTo>
                  <a:close/>
                </a:path>
                <a:path w="111760" h="548639">
                  <a:moveTo>
                    <a:pt x="57023" y="0"/>
                  </a:moveTo>
                  <a:lnTo>
                    <a:pt x="2793" y="90170"/>
                  </a:lnTo>
                  <a:lnTo>
                    <a:pt x="0" y="94869"/>
                  </a:lnTo>
                  <a:lnTo>
                    <a:pt x="1524" y="100965"/>
                  </a:lnTo>
                  <a:lnTo>
                    <a:pt x="10922" y="106553"/>
                  </a:lnTo>
                  <a:lnTo>
                    <a:pt x="17018" y="105029"/>
                  </a:lnTo>
                  <a:lnTo>
                    <a:pt x="19812" y="100330"/>
                  </a:lnTo>
                  <a:lnTo>
                    <a:pt x="46395" y="56147"/>
                  </a:lnTo>
                  <a:lnTo>
                    <a:pt x="46862" y="19431"/>
                  </a:lnTo>
                  <a:lnTo>
                    <a:pt x="68033" y="19431"/>
                  </a:lnTo>
                  <a:lnTo>
                    <a:pt x="57023" y="0"/>
                  </a:lnTo>
                  <a:close/>
                </a:path>
                <a:path w="111760" h="548639">
                  <a:moveTo>
                    <a:pt x="66613" y="24511"/>
                  </a:moveTo>
                  <a:lnTo>
                    <a:pt x="48132" y="24511"/>
                  </a:lnTo>
                  <a:lnTo>
                    <a:pt x="65277" y="24765"/>
                  </a:lnTo>
                  <a:lnTo>
                    <a:pt x="56519" y="39321"/>
                  </a:lnTo>
                  <a:lnTo>
                    <a:pt x="66207" y="56431"/>
                  </a:lnTo>
                  <a:lnTo>
                    <a:pt x="66613" y="24511"/>
                  </a:lnTo>
                  <a:close/>
                </a:path>
                <a:path w="111760" h="548639">
                  <a:moveTo>
                    <a:pt x="46862" y="19431"/>
                  </a:moveTo>
                  <a:lnTo>
                    <a:pt x="46395" y="56147"/>
                  </a:lnTo>
                  <a:lnTo>
                    <a:pt x="56519" y="39321"/>
                  </a:lnTo>
                  <a:lnTo>
                    <a:pt x="48132" y="24511"/>
                  </a:lnTo>
                  <a:lnTo>
                    <a:pt x="66613" y="24511"/>
                  </a:lnTo>
                  <a:lnTo>
                    <a:pt x="66675" y="19685"/>
                  </a:lnTo>
                  <a:lnTo>
                    <a:pt x="46862" y="19431"/>
                  </a:lnTo>
                  <a:close/>
                </a:path>
                <a:path w="111760" h="548639">
                  <a:moveTo>
                    <a:pt x="48132" y="24511"/>
                  </a:moveTo>
                  <a:lnTo>
                    <a:pt x="56519" y="39321"/>
                  </a:lnTo>
                  <a:lnTo>
                    <a:pt x="65277" y="24765"/>
                  </a:lnTo>
                  <a:lnTo>
                    <a:pt x="48132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2621279" y="2699003"/>
              <a:ext cx="205739" cy="1783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5903213" y="3657472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2"/>
                  </a:moveTo>
                  <a:lnTo>
                    <a:pt x="598424" y="91693"/>
                  </a:lnTo>
                  <a:lnTo>
                    <a:pt x="593725" y="94360"/>
                  </a:lnTo>
                  <a:lnTo>
                    <a:pt x="592074" y="100456"/>
                  </a:lnTo>
                  <a:lnTo>
                    <a:pt x="594868" y="105156"/>
                  </a:lnTo>
                  <a:lnTo>
                    <a:pt x="597662" y="109981"/>
                  </a:lnTo>
                  <a:lnTo>
                    <a:pt x="603758" y="111506"/>
                  </a:lnTo>
                  <a:lnTo>
                    <a:pt x="608457" y="108712"/>
                  </a:lnTo>
                  <a:lnTo>
                    <a:pt x="682276" y="65658"/>
                  </a:lnTo>
                  <a:lnTo>
                    <a:pt x="679704" y="65658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2"/>
                  </a:lnTo>
                  <a:close/>
                </a:path>
                <a:path w="699770" h="111760">
                  <a:moveTo>
                    <a:pt x="643055" y="45846"/>
                  </a:moveTo>
                  <a:lnTo>
                    <a:pt x="0" y="45846"/>
                  </a:lnTo>
                  <a:lnTo>
                    <a:pt x="0" y="65658"/>
                  </a:lnTo>
                  <a:lnTo>
                    <a:pt x="643055" y="65658"/>
                  </a:lnTo>
                  <a:lnTo>
                    <a:pt x="660037" y="55752"/>
                  </a:lnTo>
                  <a:lnTo>
                    <a:pt x="643055" y="45846"/>
                  </a:lnTo>
                  <a:close/>
                </a:path>
                <a:path w="699770" h="111760">
                  <a:moveTo>
                    <a:pt x="682276" y="45846"/>
                  </a:moveTo>
                  <a:lnTo>
                    <a:pt x="679704" y="45846"/>
                  </a:lnTo>
                  <a:lnTo>
                    <a:pt x="679704" y="65658"/>
                  </a:lnTo>
                  <a:lnTo>
                    <a:pt x="682276" y="65658"/>
                  </a:lnTo>
                  <a:lnTo>
                    <a:pt x="699262" y="55752"/>
                  </a:lnTo>
                  <a:lnTo>
                    <a:pt x="682276" y="45846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2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4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3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4"/>
                  </a:lnTo>
                  <a:lnTo>
                    <a:pt x="598424" y="19812"/>
                  </a:lnTo>
                  <a:lnTo>
                    <a:pt x="660037" y="55752"/>
                  </a:lnTo>
                  <a:lnTo>
                    <a:pt x="674624" y="47243"/>
                  </a:lnTo>
                  <a:lnTo>
                    <a:pt x="679704" y="47243"/>
                  </a:lnTo>
                  <a:lnTo>
                    <a:pt x="679704" y="45846"/>
                  </a:lnTo>
                  <a:lnTo>
                    <a:pt x="682276" y="45846"/>
                  </a:lnTo>
                  <a:lnTo>
                    <a:pt x="608457" y="2793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6015227" y="3389375"/>
              <a:ext cx="428244" cy="29108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94" name="object 94"/>
          <p:cNvSpPr/>
          <p:nvPr/>
        </p:nvSpPr>
        <p:spPr>
          <a:xfrm>
            <a:off x="1940374" y="4996214"/>
            <a:ext cx="327157" cy="20457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2394394" y="2280301"/>
            <a:ext cx="335020" cy="24118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5585786" y="2280301"/>
            <a:ext cx="331796" cy="24118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4521988" y="2280301"/>
            <a:ext cx="336313" cy="24118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3455060" y="2280301"/>
            <a:ext cx="339581" cy="24118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5434658" y="1428297"/>
            <a:ext cx="573405" cy="792480"/>
            <a:chOff x="5434658" y="1428297"/>
            <a:chExt cx="573405" cy="792480"/>
          </a:xfrm>
        </p:grpSpPr>
        <p:sp>
          <p:nvSpPr>
            <p:cNvPr id="100" name="object 100"/>
            <p:cNvSpPr/>
            <p:nvPr/>
          </p:nvSpPr>
          <p:spPr>
            <a:xfrm>
              <a:off x="5434658" y="1428297"/>
              <a:ext cx="572832" cy="232474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5640196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2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8" y="535431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8" y="19557"/>
                  </a:lnTo>
                  <a:lnTo>
                    <a:pt x="65658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8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535939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8" y="56206"/>
                  </a:lnTo>
                  <a:lnTo>
                    <a:pt x="65658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02" name="object 102"/>
          <p:cNvGrpSpPr/>
          <p:nvPr/>
        </p:nvGrpSpPr>
        <p:grpSpPr>
          <a:xfrm>
            <a:off x="4375610" y="1428297"/>
            <a:ext cx="575945" cy="792480"/>
            <a:chOff x="4375610" y="1428297"/>
            <a:chExt cx="575945" cy="792480"/>
          </a:xfrm>
        </p:grpSpPr>
        <p:sp>
          <p:nvSpPr>
            <p:cNvPr id="103" name="object 103"/>
            <p:cNvSpPr/>
            <p:nvPr/>
          </p:nvSpPr>
          <p:spPr>
            <a:xfrm>
              <a:off x="4375610" y="1428297"/>
              <a:ext cx="575796" cy="232474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4571873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2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9" y="535431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535939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05" name="object 105"/>
          <p:cNvGrpSpPr/>
          <p:nvPr/>
        </p:nvGrpSpPr>
        <p:grpSpPr>
          <a:xfrm>
            <a:off x="3313254" y="1428297"/>
            <a:ext cx="573405" cy="792480"/>
            <a:chOff x="3313254" y="1428297"/>
            <a:chExt cx="573405" cy="792480"/>
          </a:xfrm>
        </p:grpSpPr>
        <p:sp>
          <p:nvSpPr>
            <p:cNvPr id="106" name="object 106"/>
            <p:cNvSpPr/>
            <p:nvPr/>
          </p:nvSpPr>
          <p:spPr>
            <a:xfrm>
              <a:off x="3313254" y="1428297"/>
              <a:ext cx="572900" cy="232474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3518788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3" y="39224"/>
                  </a:moveTo>
                  <a:lnTo>
                    <a:pt x="45847" y="56206"/>
                  </a:lnTo>
                  <a:lnTo>
                    <a:pt x="45847" y="535431"/>
                  </a:lnTo>
                  <a:lnTo>
                    <a:pt x="65659" y="535431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4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3"/>
                  </a:lnTo>
                  <a:lnTo>
                    <a:pt x="109982" y="101600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535939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08" name="object 108"/>
          <p:cNvGrpSpPr/>
          <p:nvPr/>
        </p:nvGrpSpPr>
        <p:grpSpPr>
          <a:xfrm>
            <a:off x="2222112" y="1428297"/>
            <a:ext cx="573405" cy="792480"/>
            <a:chOff x="2222112" y="1428297"/>
            <a:chExt cx="573405" cy="792480"/>
          </a:xfrm>
        </p:grpSpPr>
        <p:sp>
          <p:nvSpPr>
            <p:cNvPr id="109" name="object 109"/>
            <p:cNvSpPr/>
            <p:nvPr/>
          </p:nvSpPr>
          <p:spPr>
            <a:xfrm>
              <a:off x="2222112" y="1428297"/>
              <a:ext cx="572870" cy="232474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2447417" y="1684782"/>
              <a:ext cx="111760" cy="535940"/>
            </a:xfrm>
            <a:custGeom>
              <a:avLst/>
              <a:gdLst/>
              <a:ahLst/>
              <a:cxnLst/>
              <a:rect l="l" t="t" r="r" b="b"/>
              <a:pathLst>
                <a:path w="111760" h="535939">
                  <a:moveTo>
                    <a:pt x="55753" y="39224"/>
                  </a:moveTo>
                  <a:lnTo>
                    <a:pt x="45846" y="56206"/>
                  </a:lnTo>
                  <a:lnTo>
                    <a:pt x="45846" y="535431"/>
                  </a:lnTo>
                  <a:lnTo>
                    <a:pt x="65658" y="535431"/>
                  </a:lnTo>
                  <a:lnTo>
                    <a:pt x="65658" y="56206"/>
                  </a:lnTo>
                  <a:lnTo>
                    <a:pt x="55753" y="39224"/>
                  </a:lnTo>
                  <a:close/>
                </a:path>
                <a:path w="111760" h="535939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535939">
                  <a:moveTo>
                    <a:pt x="67159" y="19557"/>
                  </a:moveTo>
                  <a:lnTo>
                    <a:pt x="65658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0" y="105537"/>
                  </a:lnTo>
                  <a:lnTo>
                    <a:pt x="100456" y="107187"/>
                  </a:lnTo>
                  <a:lnTo>
                    <a:pt x="105156" y="104393"/>
                  </a:lnTo>
                  <a:lnTo>
                    <a:pt x="109981" y="101600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535939">
                  <a:moveTo>
                    <a:pt x="65658" y="19557"/>
                  </a:moveTo>
                  <a:lnTo>
                    <a:pt x="45846" y="19557"/>
                  </a:lnTo>
                  <a:lnTo>
                    <a:pt x="45846" y="56206"/>
                  </a:lnTo>
                  <a:lnTo>
                    <a:pt x="55753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7"/>
                  </a:lnTo>
                  <a:close/>
                </a:path>
                <a:path w="111760" h="535939">
                  <a:moveTo>
                    <a:pt x="65658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535939">
                  <a:moveTo>
                    <a:pt x="64262" y="24637"/>
                  </a:moveTo>
                  <a:lnTo>
                    <a:pt x="47243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11" name="object 111"/>
          <p:cNvSpPr/>
          <p:nvPr/>
        </p:nvSpPr>
        <p:spPr>
          <a:xfrm>
            <a:off x="7295390" y="1274669"/>
            <a:ext cx="1606098" cy="53770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991357" y="1365326"/>
            <a:ext cx="139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+</a:t>
            </a:r>
          </a:p>
        </p:txBody>
      </p:sp>
      <p:sp>
        <p:nvSpPr>
          <p:cNvPr id="113" name="object 113"/>
          <p:cNvSpPr txBox="1"/>
          <p:nvPr/>
        </p:nvSpPr>
        <p:spPr>
          <a:xfrm>
            <a:off x="4047514" y="1365326"/>
            <a:ext cx="139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+</a:t>
            </a:r>
          </a:p>
        </p:txBody>
      </p:sp>
      <p:sp>
        <p:nvSpPr>
          <p:cNvPr id="114" name="object 114"/>
          <p:cNvSpPr txBox="1"/>
          <p:nvPr/>
        </p:nvSpPr>
        <p:spPr>
          <a:xfrm>
            <a:off x="5155173" y="1365326"/>
            <a:ext cx="139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+</a:t>
            </a:r>
          </a:p>
        </p:txBody>
      </p:sp>
      <p:sp>
        <p:nvSpPr>
          <p:cNvPr id="115" name="object 115"/>
          <p:cNvSpPr txBox="1"/>
          <p:nvPr/>
        </p:nvSpPr>
        <p:spPr>
          <a:xfrm>
            <a:off x="6211329" y="1365326"/>
            <a:ext cx="77597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64897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+ …	=</a:t>
            </a:r>
          </a:p>
        </p:txBody>
      </p:sp>
      <p:sp>
        <p:nvSpPr>
          <p:cNvPr id="116" name="object 116"/>
          <p:cNvSpPr txBox="1"/>
          <p:nvPr/>
        </p:nvSpPr>
        <p:spPr>
          <a:xfrm>
            <a:off x="6868414" y="3475101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117" name="object 117"/>
          <p:cNvSpPr/>
          <p:nvPr/>
        </p:nvSpPr>
        <p:spPr>
          <a:xfrm>
            <a:off x="1320546" y="6169152"/>
            <a:ext cx="814069" cy="86995"/>
          </a:xfrm>
          <a:custGeom>
            <a:avLst/>
            <a:gdLst/>
            <a:ahLst/>
            <a:cxnLst/>
            <a:rect l="l" t="t" r="r" b="b"/>
            <a:pathLst>
              <a:path w="814069" h="86995">
                <a:moveTo>
                  <a:pt x="726947" y="0"/>
                </a:moveTo>
                <a:lnTo>
                  <a:pt x="726947" y="86868"/>
                </a:lnTo>
                <a:lnTo>
                  <a:pt x="784860" y="57912"/>
                </a:lnTo>
                <a:lnTo>
                  <a:pt x="741426" y="57912"/>
                </a:lnTo>
                <a:lnTo>
                  <a:pt x="741426" y="28956"/>
                </a:lnTo>
                <a:lnTo>
                  <a:pt x="784860" y="28956"/>
                </a:lnTo>
                <a:lnTo>
                  <a:pt x="726947" y="0"/>
                </a:lnTo>
                <a:close/>
              </a:path>
              <a:path w="814069" h="86995">
                <a:moveTo>
                  <a:pt x="726947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726947" y="57912"/>
                </a:lnTo>
                <a:lnTo>
                  <a:pt x="726947" y="28956"/>
                </a:lnTo>
                <a:close/>
              </a:path>
              <a:path w="814069" h="86995">
                <a:moveTo>
                  <a:pt x="784860" y="28956"/>
                </a:moveTo>
                <a:lnTo>
                  <a:pt x="741426" y="28956"/>
                </a:lnTo>
                <a:lnTo>
                  <a:pt x="741426" y="57912"/>
                </a:lnTo>
                <a:lnTo>
                  <a:pt x="784860" y="57912"/>
                </a:lnTo>
                <a:lnTo>
                  <a:pt x="813816" y="43434"/>
                </a:lnTo>
                <a:lnTo>
                  <a:pt x="784860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665172" y="1337818"/>
            <a:ext cx="57579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Loss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1320546" y="1478280"/>
            <a:ext cx="694690" cy="86995"/>
          </a:xfrm>
          <a:custGeom>
            <a:avLst/>
            <a:gdLst/>
            <a:ahLst/>
            <a:cxnLst/>
            <a:rect l="l" t="t" r="r" b="b"/>
            <a:pathLst>
              <a:path w="694689" h="86994">
                <a:moveTo>
                  <a:pt x="607441" y="0"/>
                </a:moveTo>
                <a:lnTo>
                  <a:pt x="607441" y="86868"/>
                </a:lnTo>
                <a:lnTo>
                  <a:pt x="665353" y="57912"/>
                </a:lnTo>
                <a:lnTo>
                  <a:pt x="621918" y="57912"/>
                </a:lnTo>
                <a:lnTo>
                  <a:pt x="621918" y="28956"/>
                </a:lnTo>
                <a:lnTo>
                  <a:pt x="665353" y="28956"/>
                </a:lnTo>
                <a:lnTo>
                  <a:pt x="607441" y="0"/>
                </a:lnTo>
                <a:close/>
              </a:path>
              <a:path w="694689" h="86994">
                <a:moveTo>
                  <a:pt x="607441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607441" y="57912"/>
                </a:lnTo>
                <a:lnTo>
                  <a:pt x="607441" y="28956"/>
                </a:lnTo>
                <a:close/>
              </a:path>
              <a:path w="694689" h="86994">
                <a:moveTo>
                  <a:pt x="665353" y="28956"/>
                </a:moveTo>
                <a:lnTo>
                  <a:pt x="621918" y="28956"/>
                </a:lnTo>
                <a:lnTo>
                  <a:pt x="621918" y="57912"/>
                </a:lnTo>
                <a:lnTo>
                  <a:pt x="665353" y="57912"/>
                </a:lnTo>
                <a:lnTo>
                  <a:pt x="694309" y="43434"/>
                </a:lnTo>
                <a:lnTo>
                  <a:pt x="665353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98831" y="2069083"/>
            <a:ext cx="104140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lvl="0" indent="28575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edic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ed 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dists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1320546" y="2363723"/>
            <a:ext cx="814069" cy="86995"/>
          </a:xfrm>
          <a:custGeom>
            <a:avLst/>
            <a:gdLst/>
            <a:ahLst/>
            <a:cxnLst/>
            <a:rect l="l" t="t" r="r" b="b"/>
            <a:pathLst>
              <a:path w="814069" h="86994">
                <a:moveTo>
                  <a:pt x="726947" y="0"/>
                </a:moveTo>
                <a:lnTo>
                  <a:pt x="726947" y="86867"/>
                </a:lnTo>
                <a:lnTo>
                  <a:pt x="784860" y="57912"/>
                </a:lnTo>
                <a:lnTo>
                  <a:pt x="741426" y="57912"/>
                </a:lnTo>
                <a:lnTo>
                  <a:pt x="741426" y="28955"/>
                </a:lnTo>
                <a:lnTo>
                  <a:pt x="784859" y="28955"/>
                </a:lnTo>
                <a:lnTo>
                  <a:pt x="726947" y="0"/>
                </a:lnTo>
                <a:close/>
              </a:path>
              <a:path w="814069" h="86994">
                <a:moveTo>
                  <a:pt x="726947" y="28955"/>
                </a:moveTo>
                <a:lnTo>
                  <a:pt x="0" y="28955"/>
                </a:lnTo>
                <a:lnTo>
                  <a:pt x="0" y="57912"/>
                </a:lnTo>
                <a:lnTo>
                  <a:pt x="726947" y="57912"/>
                </a:lnTo>
                <a:lnTo>
                  <a:pt x="726947" y="28955"/>
                </a:lnTo>
                <a:close/>
              </a:path>
              <a:path w="814069" h="86994">
                <a:moveTo>
                  <a:pt x="784859" y="28955"/>
                </a:moveTo>
                <a:lnTo>
                  <a:pt x="741426" y="28955"/>
                </a:lnTo>
                <a:lnTo>
                  <a:pt x="741426" y="57912"/>
                </a:lnTo>
                <a:lnTo>
                  <a:pt x="784860" y="57912"/>
                </a:lnTo>
                <a:lnTo>
                  <a:pt x="813816" y="43434"/>
                </a:lnTo>
                <a:lnTo>
                  <a:pt x="784859" y="28955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358140" y="6092367"/>
            <a:ext cx="882015" cy="263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3510" marR="0" lvl="0" indent="0" algn="l" defTabSz="914400" rtl="0" eaLnBrk="1" fontAlgn="auto" latinLnBrk="0" hangingPunct="1"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Corpus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348864" y="6101435"/>
            <a:ext cx="328930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143250" y="6101435"/>
            <a:ext cx="812800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students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281296" y="6101435"/>
            <a:ext cx="71437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open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5496305" y="6101435"/>
            <a:ext cx="45910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6521957" y="6101435"/>
            <a:ext cx="61277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r>
              <a:rPr kumimoji="0" sz="18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x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ams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7642352" y="6101435"/>
            <a:ext cx="183515" cy="23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CF30857-C7A5-4F67-B944-C0E2F87B293B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56189" y="1832235"/>
            <a:ext cx="496409" cy="185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24445" y="1832235"/>
            <a:ext cx="497996" cy="1859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75785" y="1832235"/>
            <a:ext cx="495207" cy="1859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44545" y="1498853"/>
            <a:ext cx="4968240" cy="1625600"/>
            <a:chOff x="2844545" y="1498853"/>
            <a:chExt cx="4968240" cy="1625600"/>
          </a:xfrm>
        </p:grpSpPr>
        <p:sp>
          <p:nvSpPr>
            <p:cNvPr id="6" name="object 6"/>
            <p:cNvSpPr/>
            <p:nvPr/>
          </p:nvSpPr>
          <p:spPr>
            <a:xfrm>
              <a:off x="6542958" y="1832235"/>
              <a:ext cx="291876" cy="1859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646931" y="2101595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646931" y="2334767"/>
              <a:ext cx="166115" cy="1737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646931" y="2566415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646931" y="2799587"/>
              <a:ext cx="166115" cy="1737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542537" y="2009393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1011935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60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5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909821" y="2520568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2"/>
                  </a:moveTo>
                  <a:lnTo>
                    <a:pt x="598424" y="91693"/>
                  </a:lnTo>
                  <a:lnTo>
                    <a:pt x="593725" y="94360"/>
                  </a:lnTo>
                  <a:lnTo>
                    <a:pt x="592074" y="100456"/>
                  </a:lnTo>
                  <a:lnTo>
                    <a:pt x="594867" y="105155"/>
                  </a:lnTo>
                  <a:lnTo>
                    <a:pt x="597662" y="109981"/>
                  </a:lnTo>
                  <a:lnTo>
                    <a:pt x="603757" y="111505"/>
                  </a:lnTo>
                  <a:lnTo>
                    <a:pt x="608456" y="108711"/>
                  </a:lnTo>
                  <a:lnTo>
                    <a:pt x="682276" y="65658"/>
                  </a:lnTo>
                  <a:lnTo>
                    <a:pt x="679703" y="65658"/>
                  </a:lnTo>
                  <a:lnTo>
                    <a:pt x="679703" y="64261"/>
                  </a:lnTo>
                  <a:lnTo>
                    <a:pt x="674624" y="64261"/>
                  </a:lnTo>
                  <a:lnTo>
                    <a:pt x="660037" y="55752"/>
                  </a:lnTo>
                  <a:close/>
                </a:path>
                <a:path w="699770" h="111760">
                  <a:moveTo>
                    <a:pt x="643055" y="45846"/>
                  </a:moveTo>
                  <a:lnTo>
                    <a:pt x="0" y="45846"/>
                  </a:lnTo>
                  <a:lnTo>
                    <a:pt x="0" y="65658"/>
                  </a:lnTo>
                  <a:lnTo>
                    <a:pt x="643055" y="65658"/>
                  </a:lnTo>
                  <a:lnTo>
                    <a:pt x="660037" y="55752"/>
                  </a:lnTo>
                  <a:lnTo>
                    <a:pt x="643055" y="45846"/>
                  </a:lnTo>
                  <a:close/>
                </a:path>
                <a:path w="699770" h="111760">
                  <a:moveTo>
                    <a:pt x="682276" y="45846"/>
                  </a:moveTo>
                  <a:lnTo>
                    <a:pt x="679703" y="45846"/>
                  </a:lnTo>
                  <a:lnTo>
                    <a:pt x="679703" y="65658"/>
                  </a:lnTo>
                  <a:lnTo>
                    <a:pt x="682276" y="65658"/>
                  </a:lnTo>
                  <a:lnTo>
                    <a:pt x="699262" y="55752"/>
                  </a:lnTo>
                  <a:lnTo>
                    <a:pt x="682276" y="45846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2"/>
                  </a:lnTo>
                  <a:lnTo>
                    <a:pt x="674624" y="64261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3" y="47243"/>
                  </a:moveTo>
                  <a:lnTo>
                    <a:pt x="674624" y="47243"/>
                  </a:lnTo>
                  <a:lnTo>
                    <a:pt x="674624" y="64261"/>
                  </a:lnTo>
                  <a:lnTo>
                    <a:pt x="679703" y="64261"/>
                  </a:lnTo>
                  <a:lnTo>
                    <a:pt x="679703" y="47243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2" y="1523"/>
                  </a:lnTo>
                  <a:lnTo>
                    <a:pt x="594867" y="6350"/>
                  </a:lnTo>
                  <a:lnTo>
                    <a:pt x="592074" y="11048"/>
                  </a:lnTo>
                  <a:lnTo>
                    <a:pt x="593725" y="17144"/>
                  </a:lnTo>
                  <a:lnTo>
                    <a:pt x="598424" y="19811"/>
                  </a:lnTo>
                  <a:lnTo>
                    <a:pt x="660037" y="55752"/>
                  </a:lnTo>
                  <a:lnTo>
                    <a:pt x="674624" y="47243"/>
                  </a:lnTo>
                  <a:lnTo>
                    <a:pt x="679703" y="47243"/>
                  </a:lnTo>
                  <a:lnTo>
                    <a:pt x="679703" y="45846"/>
                  </a:lnTo>
                  <a:lnTo>
                    <a:pt x="682276" y="45846"/>
                  </a:lnTo>
                  <a:lnTo>
                    <a:pt x="608456" y="2793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023359" y="2250947"/>
              <a:ext cx="426720" cy="29260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715255" y="2132075"/>
              <a:ext cx="166115" cy="17525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715255" y="2365247"/>
              <a:ext cx="166115" cy="17525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715255" y="2596895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715255" y="2830067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609338" y="2039873"/>
              <a:ext cx="1423670" cy="1074420"/>
            </a:xfrm>
            <a:custGeom>
              <a:avLst/>
              <a:gdLst/>
              <a:ahLst/>
              <a:cxnLst/>
              <a:rect l="l" t="t" r="r" b="b"/>
              <a:pathLst>
                <a:path w="1423670" h="107442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  <a:path w="1423670" h="1074420">
                  <a:moveTo>
                    <a:pt x="1362456" y="0"/>
                  </a:moveTo>
                  <a:lnTo>
                    <a:pt x="1386179" y="4792"/>
                  </a:lnTo>
                  <a:lnTo>
                    <a:pt x="1405556" y="17859"/>
                  </a:lnTo>
                  <a:lnTo>
                    <a:pt x="1418623" y="37236"/>
                  </a:lnTo>
                  <a:lnTo>
                    <a:pt x="1423415" y="60960"/>
                  </a:lnTo>
                  <a:lnTo>
                    <a:pt x="1423415" y="1013460"/>
                  </a:lnTo>
                  <a:lnTo>
                    <a:pt x="1418623" y="1037183"/>
                  </a:lnTo>
                  <a:lnTo>
                    <a:pt x="1405556" y="1056560"/>
                  </a:lnTo>
                  <a:lnTo>
                    <a:pt x="1386179" y="1069627"/>
                  </a:lnTo>
                  <a:lnTo>
                    <a:pt x="1362456" y="1074420"/>
                  </a:lnTo>
                  <a:lnTo>
                    <a:pt x="1118615" y="1074420"/>
                  </a:lnTo>
                  <a:lnTo>
                    <a:pt x="1094892" y="1069627"/>
                  </a:lnTo>
                  <a:lnTo>
                    <a:pt x="1075515" y="1056560"/>
                  </a:lnTo>
                  <a:lnTo>
                    <a:pt x="1062448" y="1037183"/>
                  </a:lnTo>
                  <a:lnTo>
                    <a:pt x="1057656" y="1013460"/>
                  </a:lnTo>
                  <a:lnTo>
                    <a:pt x="1057656" y="60960"/>
                  </a:lnTo>
                  <a:lnTo>
                    <a:pt x="1062448" y="37236"/>
                  </a:lnTo>
                  <a:lnTo>
                    <a:pt x="1075515" y="17859"/>
                  </a:lnTo>
                  <a:lnTo>
                    <a:pt x="1094892" y="4792"/>
                  </a:lnTo>
                  <a:lnTo>
                    <a:pt x="1118615" y="0"/>
                  </a:lnTo>
                  <a:lnTo>
                    <a:pt x="1362456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4967477" y="2520568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2"/>
                  </a:moveTo>
                  <a:lnTo>
                    <a:pt x="598424" y="91693"/>
                  </a:lnTo>
                  <a:lnTo>
                    <a:pt x="593725" y="94360"/>
                  </a:lnTo>
                  <a:lnTo>
                    <a:pt x="592074" y="100456"/>
                  </a:lnTo>
                  <a:lnTo>
                    <a:pt x="594868" y="105155"/>
                  </a:lnTo>
                  <a:lnTo>
                    <a:pt x="597662" y="109981"/>
                  </a:lnTo>
                  <a:lnTo>
                    <a:pt x="603758" y="111505"/>
                  </a:lnTo>
                  <a:lnTo>
                    <a:pt x="608457" y="108711"/>
                  </a:lnTo>
                  <a:lnTo>
                    <a:pt x="682276" y="65658"/>
                  </a:lnTo>
                  <a:lnTo>
                    <a:pt x="679704" y="65658"/>
                  </a:lnTo>
                  <a:lnTo>
                    <a:pt x="679704" y="64261"/>
                  </a:lnTo>
                  <a:lnTo>
                    <a:pt x="674624" y="64261"/>
                  </a:lnTo>
                  <a:lnTo>
                    <a:pt x="660037" y="55752"/>
                  </a:lnTo>
                  <a:close/>
                </a:path>
                <a:path w="699770" h="111760">
                  <a:moveTo>
                    <a:pt x="643055" y="45846"/>
                  </a:moveTo>
                  <a:lnTo>
                    <a:pt x="0" y="45846"/>
                  </a:lnTo>
                  <a:lnTo>
                    <a:pt x="0" y="65658"/>
                  </a:lnTo>
                  <a:lnTo>
                    <a:pt x="643055" y="65658"/>
                  </a:lnTo>
                  <a:lnTo>
                    <a:pt x="660037" y="55752"/>
                  </a:lnTo>
                  <a:lnTo>
                    <a:pt x="643055" y="45846"/>
                  </a:lnTo>
                  <a:close/>
                </a:path>
                <a:path w="699770" h="111760">
                  <a:moveTo>
                    <a:pt x="682276" y="45846"/>
                  </a:moveTo>
                  <a:lnTo>
                    <a:pt x="679704" y="45846"/>
                  </a:lnTo>
                  <a:lnTo>
                    <a:pt x="679704" y="65658"/>
                  </a:lnTo>
                  <a:lnTo>
                    <a:pt x="682276" y="65658"/>
                  </a:lnTo>
                  <a:lnTo>
                    <a:pt x="699262" y="55752"/>
                  </a:lnTo>
                  <a:lnTo>
                    <a:pt x="682276" y="45846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2"/>
                  </a:lnTo>
                  <a:lnTo>
                    <a:pt x="674624" y="64261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4" y="47243"/>
                  </a:moveTo>
                  <a:lnTo>
                    <a:pt x="674624" y="47243"/>
                  </a:lnTo>
                  <a:lnTo>
                    <a:pt x="674624" y="64261"/>
                  </a:lnTo>
                  <a:lnTo>
                    <a:pt x="679704" y="64261"/>
                  </a:lnTo>
                  <a:lnTo>
                    <a:pt x="679704" y="47243"/>
                  </a:lnTo>
                  <a:close/>
                </a:path>
                <a:path w="699770" h="111760">
                  <a:moveTo>
                    <a:pt x="603758" y="0"/>
                  </a:moveTo>
                  <a:lnTo>
                    <a:pt x="597662" y="1523"/>
                  </a:lnTo>
                  <a:lnTo>
                    <a:pt x="594868" y="6350"/>
                  </a:lnTo>
                  <a:lnTo>
                    <a:pt x="592074" y="11048"/>
                  </a:lnTo>
                  <a:lnTo>
                    <a:pt x="593725" y="17144"/>
                  </a:lnTo>
                  <a:lnTo>
                    <a:pt x="598424" y="19811"/>
                  </a:lnTo>
                  <a:lnTo>
                    <a:pt x="660037" y="55752"/>
                  </a:lnTo>
                  <a:lnTo>
                    <a:pt x="674624" y="47243"/>
                  </a:lnTo>
                  <a:lnTo>
                    <a:pt x="679704" y="47243"/>
                  </a:lnTo>
                  <a:lnTo>
                    <a:pt x="679704" y="45846"/>
                  </a:lnTo>
                  <a:lnTo>
                    <a:pt x="682276" y="45846"/>
                  </a:lnTo>
                  <a:lnTo>
                    <a:pt x="608457" y="2793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5081016" y="2243327"/>
              <a:ext cx="426720" cy="29260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5772911" y="2141219"/>
              <a:ext cx="166115" cy="17525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5772911" y="2374391"/>
              <a:ext cx="166115" cy="17525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5772911" y="2607563"/>
              <a:ext cx="166115" cy="1737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5772911" y="2839211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6044945" y="2520568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2"/>
                  </a:moveTo>
                  <a:lnTo>
                    <a:pt x="598424" y="91693"/>
                  </a:lnTo>
                  <a:lnTo>
                    <a:pt x="593725" y="94360"/>
                  </a:lnTo>
                  <a:lnTo>
                    <a:pt x="592074" y="100456"/>
                  </a:lnTo>
                  <a:lnTo>
                    <a:pt x="594868" y="105155"/>
                  </a:lnTo>
                  <a:lnTo>
                    <a:pt x="597661" y="109981"/>
                  </a:lnTo>
                  <a:lnTo>
                    <a:pt x="603757" y="111505"/>
                  </a:lnTo>
                  <a:lnTo>
                    <a:pt x="608456" y="108711"/>
                  </a:lnTo>
                  <a:lnTo>
                    <a:pt x="682276" y="65658"/>
                  </a:lnTo>
                  <a:lnTo>
                    <a:pt x="679703" y="65658"/>
                  </a:lnTo>
                  <a:lnTo>
                    <a:pt x="679703" y="64261"/>
                  </a:lnTo>
                  <a:lnTo>
                    <a:pt x="674624" y="64261"/>
                  </a:lnTo>
                  <a:lnTo>
                    <a:pt x="660037" y="55752"/>
                  </a:lnTo>
                  <a:close/>
                </a:path>
                <a:path w="699770" h="111760">
                  <a:moveTo>
                    <a:pt x="643055" y="45846"/>
                  </a:moveTo>
                  <a:lnTo>
                    <a:pt x="0" y="45846"/>
                  </a:lnTo>
                  <a:lnTo>
                    <a:pt x="0" y="65658"/>
                  </a:lnTo>
                  <a:lnTo>
                    <a:pt x="643055" y="65658"/>
                  </a:lnTo>
                  <a:lnTo>
                    <a:pt x="660037" y="55752"/>
                  </a:lnTo>
                  <a:lnTo>
                    <a:pt x="643055" y="45846"/>
                  </a:lnTo>
                  <a:close/>
                </a:path>
                <a:path w="699770" h="111760">
                  <a:moveTo>
                    <a:pt x="682276" y="45846"/>
                  </a:moveTo>
                  <a:lnTo>
                    <a:pt x="679703" y="45846"/>
                  </a:lnTo>
                  <a:lnTo>
                    <a:pt x="679703" y="65658"/>
                  </a:lnTo>
                  <a:lnTo>
                    <a:pt x="682276" y="65658"/>
                  </a:lnTo>
                  <a:lnTo>
                    <a:pt x="699261" y="55752"/>
                  </a:lnTo>
                  <a:lnTo>
                    <a:pt x="682276" y="45846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2"/>
                  </a:lnTo>
                  <a:lnTo>
                    <a:pt x="674624" y="64261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3" y="47243"/>
                  </a:moveTo>
                  <a:lnTo>
                    <a:pt x="674624" y="47243"/>
                  </a:lnTo>
                  <a:lnTo>
                    <a:pt x="674624" y="64261"/>
                  </a:lnTo>
                  <a:lnTo>
                    <a:pt x="679703" y="64261"/>
                  </a:lnTo>
                  <a:lnTo>
                    <a:pt x="679703" y="47243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1" y="1523"/>
                  </a:lnTo>
                  <a:lnTo>
                    <a:pt x="594868" y="6350"/>
                  </a:lnTo>
                  <a:lnTo>
                    <a:pt x="592074" y="11048"/>
                  </a:lnTo>
                  <a:lnTo>
                    <a:pt x="593725" y="17144"/>
                  </a:lnTo>
                  <a:lnTo>
                    <a:pt x="598424" y="19811"/>
                  </a:lnTo>
                  <a:lnTo>
                    <a:pt x="660037" y="55752"/>
                  </a:lnTo>
                  <a:lnTo>
                    <a:pt x="674624" y="47243"/>
                  </a:lnTo>
                  <a:lnTo>
                    <a:pt x="679703" y="47243"/>
                  </a:lnTo>
                  <a:lnTo>
                    <a:pt x="679703" y="45846"/>
                  </a:lnTo>
                  <a:lnTo>
                    <a:pt x="682276" y="45846"/>
                  </a:lnTo>
                  <a:lnTo>
                    <a:pt x="608456" y="2793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6156960" y="2250947"/>
              <a:ext cx="426719" cy="29260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6848855" y="2132075"/>
              <a:ext cx="166116" cy="17525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6848855" y="2365247"/>
              <a:ext cx="166116" cy="17525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848855" y="2596895"/>
              <a:ext cx="166116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848855" y="2830067"/>
              <a:ext cx="166116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742937" y="2039873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6867017" y="1498853"/>
              <a:ext cx="945515" cy="1147445"/>
            </a:xfrm>
            <a:custGeom>
              <a:avLst/>
              <a:gdLst/>
              <a:ahLst/>
              <a:cxnLst/>
              <a:rect l="l" t="t" r="r" b="b"/>
              <a:pathLst>
                <a:path w="945515" h="1147445">
                  <a:moveTo>
                    <a:pt x="111506" y="95504"/>
                  </a:moveTo>
                  <a:lnTo>
                    <a:pt x="108712" y="90805"/>
                  </a:lnTo>
                  <a:lnTo>
                    <a:pt x="67157" y="19558"/>
                  </a:lnTo>
                  <a:lnTo>
                    <a:pt x="55753" y="0"/>
                  </a:ln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5" y="105537"/>
                  </a:lnTo>
                  <a:lnTo>
                    <a:pt x="19812" y="100838"/>
                  </a:lnTo>
                  <a:lnTo>
                    <a:pt x="45834" y="56210"/>
                  </a:lnTo>
                  <a:lnTo>
                    <a:pt x="45847" y="19558"/>
                  </a:lnTo>
                  <a:lnTo>
                    <a:pt x="45847" y="56210"/>
                  </a:lnTo>
                  <a:lnTo>
                    <a:pt x="45847" y="535432"/>
                  </a:lnTo>
                  <a:lnTo>
                    <a:pt x="65659" y="535432"/>
                  </a:lnTo>
                  <a:lnTo>
                    <a:pt x="65659" y="56210"/>
                  </a:lnTo>
                  <a:lnTo>
                    <a:pt x="91694" y="100838"/>
                  </a:lnTo>
                  <a:lnTo>
                    <a:pt x="94361" y="105537"/>
                  </a:lnTo>
                  <a:lnTo>
                    <a:pt x="100457" y="107188"/>
                  </a:lnTo>
                  <a:lnTo>
                    <a:pt x="105156" y="104394"/>
                  </a:lnTo>
                  <a:lnTo>
                    <a:pt x="109982" y="101600"/>
                  </a:lnTo>
                  <a:lnTo>
                    <a:pt x="111506" y="95504"/>
                  </a:lnTo>
                  <a:close/>
                </a:path>
                <a:path w="945515" h="1147445">
                  <a:moveTo>
                    <a:pt x="945515" y="1091184"/>
                  </a:moveTo>
                  <a:lnTo>
                    <a:pt x="928522" y="1081278"/>
                  </a:lnTo>
                  <a:lnTo>
                    <a:pt x="854710" y="1038225"/>
                  </a:lnTo>
                  <a:lnTo>
                    <a:pt x="850011" y="1035431"/>
                  </a:lnTo>
                  <a:lnTo>
                    <a:pt x="843915" y="1036955"/>
                  </a:lnTo>
                  <a:lnTo>
                    <a:pt x="841121" y="1041781"/>
                  </a:lnTo>
                  <a:lnTo>
                    <a:pt x="838327" y="1046480"/>
                  </a:lnTo>
                  <a:lnTo>
                    <a:pt x="839978" y="1052576"/>
                  </a:lnTo>
                  <a:lnTo>
                    <a:pt x="844677" y="1055243"/>
                  </a:lnTo>
                  <a:lnTo>
                    <a:pt x="889292" y="1081278"/>
                  </a:lnTo>
                  <a:lnTo>
                    <a:pt x="246253" y="1081278"/>
                  </a:lnTo>
                  <a:lnTo>
                    <a:pt x="246253" y="1101090"/>
                  </a:lnTo>
                  <a:lnTo>
                    <a:pt x="889292" y="1101090"/>
                  </a:lnTo>
                  <a:lnTo>
                    <a:pt x="844677" y="1127125"/>
                  </a:lnTo>
                  <a:lnTo>
                    <a:pt x="839978" y="1129792"/>
                  </a:lnTo>
                  <a:lnTo>
                    <a:pt x="838327" y="1135888"/>
                  </a:lnTo>
                  <a:lnTo>
                    <a:pt x="841121" y="1140587"/>
                  </a:lnTo>
                  <a:lnTo>
                    <a:pt x="843915" y="1145413"/>
                  </a:lnTo>
                  <a:lnTo>
                    <a:pt x="850011" y="1146937"/>
                  </a:lnTo>
                  <a:lnTo>
                    <a:pt x="854710" y="1144143"/>
                  </a:lnTo>
                  <a:lnTo>
                    <a:pt x="928522" y="1101090"/>
                  </a:lnTo>
                  <a:lnTo>
                    <a:pt x="945515" y="109118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226807" y="2266187"/>
              <a:ext cx="426720" cy="29260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2844545" y="2517520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70" h="111760">
                  <a:moveTo>
                    <a:pt x="660037" y="55752"/>
                  </a:moveTo>
                  <a:lnTo>
                    <a:pt x="598424" y="91693"/>
                  </a:lnTo>
                  <a:lnTo>
                    <a:pt x="593725" y="94361"/>
                  </a:lnTo>
                  <a:lnTo>
                    <a:pt x="592074" y="100456"/>
                  </a:lnTo>
                  <a:lnTo>
                    <a:pt x="594868" y="105155"/>
                  </a:lnTo>
                  <a:lnTo>
                    <a:pt x="597662" y="109981"/>
                  </a:lnTo>
                  <a:lnTo>
                    <a:pt x="603757" y="111505"/>
                  </a:lnTo>
                  <a:lnTo>
                    <a:pt x="608457" y="108712"/>
                  </a:lnTo>
                  <a:lnTo>
                    <a:pt x="682276" y="65658"/>
                  </a:lnTo>
                  <a:lnTo>
                    <a:pt x="679704" y="65658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2"/>
                  </a:lnTo>
                  <a:close/>
                </a:path>
                <a:path w="699770" h="111760">
                  <a:moveTo>
                    <a:pt x="643055" y="45846"/>
                  </a:moveTo>
                  <a:lnTo>
                    <a:pt x="0" y="45846"/>
                  </a:lnTo>
                  <a:lnTo>
                    <a:pt x="0" y="65658"/>
                  </a:lnTo>
                  <a:lnTo>
                    <a:pt x="643055" y="65658"/>
                  </a:lnTo>
                  <a:lnTo>
                    <a:pt x="660037" y="55752"/>
                  </a:lnTo>
                  <a:lnTo>
                    <a:pt x="643055" y="45846"/>
                  </a:lnTo>
                  <a:close/>
                </a:path>
                <a:path w="699770" h="111760">
                  <a:moveTo>
                    <a:pt x="682276" y="45846"/>
                  </a:moveTo>
                  <a:lnTo>
                    <a:pt x="679704" y="45846"/>
                  </a:lnTo>
                  <a:lnTo>
                    <a:pt x="679704" y="65658"/>
                  </a:lnTo>
                  <a:lnTo>
                    <a:pt x="682276" y="65658"/>
                  </a:lnTo>
                  <a:lnTo>
                    <a:pt x="699262" y="55752"/>
                  </a:lnTo>
                  <a:lnTo>
                    <a:pt x="682276" y="45846"/>
                  </a:lnTo>
                  <a:close/>
                </a:path>
                <a:path w="699770" h="111760">
                  <a:moveTo>
                    <a:pt x="674624" y="47243"/>
                  </a:moveTo>
                  <a:lnTo>
                    <a:pt x="660037" y="55752"/>
                  </a:lnTo>
                  <a:lnTo>
                    <a:pt x="674624" y="64262"/>
                  </a:lnTo>
                  <a:lnTo>
                    <a:pt x="674624" y="47243"/>
                  </a:lnTo>
                  <a:close/>
                </a:path>
                <a:path w="699770" h="111760">
                  <a:moveTo>
                    <a:pt x="679704" y="47243"/>
                  </a:moveTo>
                  <a:lnTo>
                    <a:pt x="674624" y="47243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3"/>
                  </a:lnTo>
                  <a:close/>
                </a:path>
                <a:path w="699770" h="111760">
                  <a:moveTo>
                    <a:pt x="603757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4"/>
                  </a:lnTo>
                  <a:lnTo>
                    <a:pt x="598424" y="19812"/>
                  </a:lnTo>
                  <a:lnTo>
                    <a:pt x="660037" y="55752"/>
                  </a:lnTo>
                  <a:lnTo>
                    <a:pt x="674624" y="47243"/>
                  </a:lnTo>
                  <a:lnTo>
                    <a:pt x="679704" y="47243"/>
                  </a:lnTo>
                  <a:lnTo>
                    <a:pt x="679704" y="45846"/>
                  </a:lnTo>
                  <a:lnTo>
                    <a:pt x="682276" y="45846"/>
                  </a:lnTo>
                  <a:lnTo>
                    <a:pt x="608457" y="2793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2958083" y="2246375"/>
              <a:ext cx="426719" cy="29260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587452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Backpropagation </a:t>
            </a:r>
            <a:r>
              <a:rPr spc="-5" dirty="0"/>
              <a:t>for</a:t>
            </a:r>
            <a:r>
              <a:rPr spc="-110" dirty="0"/>
              <a:t> </a:t>
            </a:r>
            <a:r>
              <a:rPr dirty="0"/>
              <a:t>RNNs</a:t>
            </a:r>
          </a:p>
        </p:txBody>
      </p:sp>
      <p:grpSp>
        <p:nvGrpSpPr>
          <p:cNvPr id="37" name="object 37"/>
          <p:cNvGrpSpPr/>
          <p:nvPr/>
        </p:nvGrpSpPr>
        <p:grpSpPr>
          <a:xfrm>
            <a:off x="751609" y="1839813"/>
            <a:ext cx="1320165" cy="1256030"/>
            <a:chOff x="751609" y="1839813"/>
            <a:chExt cx="1320165" cy="1256030"/>
          </a:xfrm>
        </p:grpSpPr>
        <p:sp>
          <p:nvSpPr>
            <p:cNvPr id="38" name="object 38"/>
            <p:cNvSpPr/>
            <p:nvPr/>
          </p:nvSpPr>
          <p:spPr>
            <a:xfrm>
              <a:off x="751609" y="1839813"/>
              <a:ext cx="308976" cy="17592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1372362" y="2522093"/>
              <a:ext cx="699770" cy="111760"/>
            </a:xfrm>
            <a:custGeom>
              <a:avLst/>
              <a:gdLst/>
              <a:ahLst/>
              <a:cxnLst/>
              <a:rect l="l" t="t" r="r" b="b"/>
              <a:pathLst>
                <a:path w="699769" h="111760">
                  <a:moveTo>
                    <a:pt x="660037" y="55753"/>
                  </a:moveTo>
                  <a:lnTo>
                    <a:pt x="598424" y="91694"/>
                  </a:lnTo>
                  <a:lnTo>
                    <a:pt x="593725" y="94361"/>
                  </a:lnTo>
                  <a:lnTo>
                    <a:pt x="592074" y="100457"/>
                  </a:lnTo>
                  <a:lnTo>
                    <a:pt x="594868" y="105156"/>
                  </a:lnTo>
                  <a:lnTo>
                    <a:pt x="597662" y="109982"/>
                  </a:lnTo>
                  <a:lnTo>
                    <a:pt x="603757" y="111506"/>
                  </a:lnTo>
                  <a:lnTo>
                    <a:pt x="608457" y="108712"/>
                  </a:lnTo>
                  <a:lnTo>
                    <a:pt x="682276" y="65659"/>
                  </a:lnTo>
                  <a:lnTo>
                    <a:pt x="679704" y="65659"/>
                  </a:lnTo>
                  <a:lnTo>
                    <a:pt x="679704" y="64262"/>
                  </a:lnTo>
                  <a:lnTo>
                    <a:pt x="674624" y="64262"/>
                  </a:lnTo>
                  <a:lnTo>
                    <a:pt x="660037" y="55753"/>
                  </a:lnTo>
                  <a:close/>
                </a:path>
                <a:path w="699769" h="111760">
                  <a:moveTo>
                    <a:pt x="643055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643055" y="65659"/>
                  </a:lnTo>
                  <a:lnTo>
                    <a:pt x="660037" y="55753"/>
                  </a:lnTo>
                  <a:lnTo>
                    <a:pt x="643055" y="45847"/>
                  </a:lnTo>
                  <a:close/>
                </a:path>
                <a:path w="699769" h="111760">
                  <a:moveTo>
                    <a:pt x="682276" y="45847"/>
                  </a:moveTo>
                  <a:lnTo>
                    <a:pt x="679704" y="45847"/>
                  </a:lnTo>
                  <a:lnTo>
                    <a:pt x="679704" y="65659"/>
                  </a:lnTo>
                  <a:lnTo>
                    <a:pt x="682276" y="65659"/>
                  </a:lnTo>
                  <a:lnTo>
                    <a:pt x="699262" y="55753"/>
                  </a:lnTo>
                  <a:lnTo>
                    <a:pt x="682276" y="45847"/>
                  </a:lnTo>
                  <a:close/>
                </a:path>
                <a:path w="699769" h="111760">
                  <a:moveTo>
                    <a:pt x="674624" y="47244"/>
                  </a:moveTo>
                  <a:lnTo>
                    <a:pt x="660037" y="55753"/>
                  </a:lnTo>
                  <a:lnTo>
                    <a:pt x="674624" y="64262"/>
                  </a:lnTo>
                  <a:lnTo>
                    <a:pt x="674624" y="47244"/>
                  </a:lnTo>
                  <a:close/>
                </a:path>
                <a:path w="699769" h="111760">
                  <a:moveTo>
                    <a:pt x="679704" y="47244"/>
                  </a:moveTo>
                  <a:lnTo>
                    <a:pt x="674624" y="47244"/>
                  </a:lnTo>
                  <a:lnTo>
                    <a:pt x="674624" y="64262"/>
                  </a:lnTo>
                  <a:lnTo>
                    <a:pt x="679704" y="64262"/>
                  </a:lnTo>
                  <a:lnTo>
                    <a:pt x="679704" y="47244"/>
                  </a:lnTo>
                  <a:close/>
                </a:path>
                <a:path w="699769" h="111760">
                  <a:moveTo>
                    <a:pt x="603757" y="0"/>
                  </a:moveTo>
                  <a:lnTo>
                    <a:pt x="597662" y="1524"/>
                  </a:lnTo>
                  <a:lnTo>
                    <a:pt x="594868" y="6350"/>
                  </a:lnTo>
                  <a:lnTo>
                    <a:pt x="592074" y="11049"/>
                  </a:lnTo>
                  <a:lnTo>
                    <a:pt x="593725" y="17145"/>
                  </a:lnTo>
                  <a:lnTo>
                    <a:pt x="598424" y="19812"/>
                  </a:lnTo>
                  <a:lnTo>
                    <a:pt x="660037" y="55753"/>
                  </a:lnTo>
                  <a:lnTo>
                    <a:pt x="674624" y="47244"/>
                  </a:lnTo>
                  <a:lnTo>
                    <a:pt x="679704" y="47244"/>
                  </a:lnTo>
                  <a:lnTo>
                    <a:pt x="679704" y="45847"/>
                  </a:lnTo>
                  <a:lnTo>
                    <a:pt x="682276" y="45847"/>
                  </a:lnTo>
                  <a:lnTo>
                    <a:pt x="608457" y="2794"/>
                  </a:lnTo>
                  <a:lnTo>
                    <a:pt x="60375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1485900" y="2250948"/>
              <a:ext cx="426719" cy="29260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1101852" y="2106168"/>
              <a:ext cx="166115" cy="17373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1101852" y="2337816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1101852" y="2570988"/>
              <a:ext cx="166115" cy="17373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1101852" y="2802636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997458" y="2012442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1" y="1068103"/>
                  </a:lnTo>
                  <a:lnTo>
                    <a:pt x="17854" y="1055036"/>
                  </a:lnTo>
                  <a:lnTo>
                    <a:pt x="4790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0" y="37236"/>
                  </a:lnTo>
                  <a:lnTo>
                    <a:pt x="17854" y="17859"/>
                  </a:lnTo>
                  <a:lnTo>
                    <a:pt x="37231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079105" y="2352294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47" name="object 47"/>
          <p:cNvSpPr/>
          <p:nvPr/>
        </p:nvSpPr>
        <p:spPr>
          <a:xfrm>
            <a:off x="6666324" y="1222446"/>
            <a:ext cx="506759" cy="22511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301620" y="2352294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565200" y="3649471"/>
            <a:ext cx="3584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Question: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What’s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derivative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925948" y="3649471"/>
            <a:ext cx="339915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w.r.t.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repeated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weight</a:t>
            </a:r>
            <a:r>
              <a:rPr kumimoji="0" sz="20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matrix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815362" y="3649471"/>
            <a:ext cx="1435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?</a:t>
            </a:r>
          </a:p>
        </p:txBody>
      </p:sp>
      <p:sp>
        <p:nvSpPr>
          <p:cNvPr id="52" name="object 52"/>
          <p:cNvSpPr/>
          <p:nvPr/>
        </p:nvSpPr>
        <p:spPr>
          <a:xfrm>
            <a:off x="4226114" y="3711462"/>
            <a:ext cx="614056" cy="26896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8388423" y="3734743"/>
            <a:ext cx="354567" cy="209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67944" y="4950917"/>
            <a:ext cx="893444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An</a:t>
            </a:r>
            <a:r>
              <a:rPr kumimoji="0" sz="2000" b="1" i="0" u="heavy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s</a:t>
            </a:r>
            <a:r>
              <a:rPr kumimoji="0" sz="2000" b="1" i="0" u="heavy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w</a:t>
            </a:r>
            <a:r>
              <a:rPr kumimoji="0" sz="2000" b="1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er: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644491" y="4812873"/>
            <a:ext cx="2518988" cy="81513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837938" y="4624578"/>
            <a:ext cx="3811904" cy="862415"/>
          </a:xfrm>
          <a:prstGeom prst="rect">
            <a:avLst/>
          </a:prstGeom>
          <a:ln w="28955">
            <a:solidFill>
              <a:srgbClr val="BA56BD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713105" marR="139065" lvl="0" indent="-567055" algn="l" defTabSz="914400" rtl="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“The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gradient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w.r.t.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repeated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weight  is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sum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gradient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6604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w.r.t.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each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time it</a:t>
            </a:r>
            <a:r>
              <a:rPr kumimoji="0" sz="1800" b="0" i="0" u="none" strike="noStrike" kern="1200" cap="none" spc="6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appears”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83C6E9-ABD1-4764-96B0-836098F7DF3B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 animBg="1"/>
      <p:bldP spid="5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8713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Multivariable Chain</a:t>
            </a:r>
            <a:r>
              <a:rPr spc="-85" dirty="0"/>
              <a:t> </a:t>
            </a:r>
            <a:r>
              <a:rPr dirty="0"/>
              <a:t>Rule</a:t>
            </a:r>
          </a:p>
        </p:txBody>
      </p:sp>
      <p:sp>
        <p:nvSpPr>
          <p:cNvPr id="3" name="object 3"/>
          <p:cNvSpPr/>
          <p:nvPr/>
        </p:nvSpPr>
        <p:spPr>
          <a:xfrm>
            <a:off x="1631623" y="1090105"/>
            <a:ext cx="6129020" cy="15016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90216" y="2996183"/>
            <a:ext cx="4150360" cy="2833370"/>
            <a:chOff x="2490216" y="2996183"/>
            <a:chExt cx="4150360" cy="2833370"/>
          </a:xfrm>
        </p:grpSpPr>
        <p:sp>
          <p:nvSpPr>
            <p:cNvPr id="5" name="object 5"/>
            <p:cNvSpPr/>
            <p:nvPr/>
          </p:nvSpPr>
          <p:spPr>
            <a:xfrm>
              <a:off x="2838685" y="3219897"/>
              <a:ext cx="3501447" cy="21984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496312" y="3002279"/>
              <a:ext cx="4137660" cy="2821305"/>
            </a:xfrm>
            <a:custGeom>
              <a:avLst/>
              <a:gdLst/>
              <a:ahLst/>
              <a:cxnLst/>
              <a:rect l="l" t="t" r="r" b="b"/>
              <a:pathLst>
                <a:path w="4137659" h="2821304">
                  <a:moveTo>
                    <a:pt x="0" y="2820924"/>
                  </a:moveTo>
                  <a:lnTo>
                    <a:pt x="4137660" y="2820924"/>
                  </a:lnTo>
                  <a:lnTo>
                    <a:pt x="4137660" y="0"/>
                  </a:lnTo>
                  <a:lnTo>
                    <a:pt x="0" y="0"/>
                  </a:lnTo>
                  <a:lnTo>
                    <a:pt x="0" y="282092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1645" y="5965875"/>
            <a:ext cx="8698865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sng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Source: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sng" strike="noStrike" kern="1200" cap="none" spc="-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Carlito"/>
                <a:hlinkClick r:id="rId4"/>
              </a:rPr>
              <a:t>https://www.khanacademy.org/math/multivariable-calculus/multivariable-derivatives/differentiating-vector-valued-functions/a/multivariable-chain-rule-simple-version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964E67-D634-4BC0-B791-2B0B0C6B247E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39" y="249377"/>
            <a:ext cx="8205983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Backpropagation </a:t>
            </a:r>
            <a:r>
              <a:rPr spc="-5" dirty="0"/>
              <a:t>for </a:t>
            </a:r>
            <a:r>
              <a:rPr dirty="0"/>
              <a:t>RNNs: </a:t>
            </a:r>
            <a:r>
              <a:rPr spc="-5" dirty="0"/>
              <a:t>Proof</a:t>
            </a:r>
            <a:r>
              <a:rPr spc="-90" dirty="0"/>
              <a:t> </a:t>
            </a:r>
            <a:r>
              <a:rPr dirty="0"/>
              <a:t>sketch</a:t>
            </a:r>
          </a:p>
        </p:txBody>
      </p:sp>
      <p:sp>
        <p:nvSpPr>
          <p:cNvPr id="3" name="object 3"/>
          <p:cNvSpPr/>
          <p:nvPr/>
        </p:nvSpPr>
        <p:spPr>
          <a:xfrm>
            <a:off x="1631623" y="1090105"/>
            <a:ext cx="6129020" cy="15016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2037" y="3179586"/>
            <a:ext cx="3930015" cy="1247140"/>
            <a:chOff x="872037" y="3179586"/>
            <a:chExt cx="3930015" cy="1247140"/>
          </a:xfrm>
        </p:grpSpPr>
        <p:sp>
          <p:nvSpPr>
            <p:cNvPr id="5" name="object 5"/>
            <p:cNvSpPr/>
            <p:nvPr/>
          </p:nvSpPr>
          <p:spPr>
            <a:xfrm>
              <a:off x="2667063" y="3179586"/>
              <a:ext cx="614056" cy="26896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083359" y="4162622"/>
              <a:ext cx="518083" cy="2639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72037" y="4162622"/>
              <a:ext cx="510135" cy="26390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303927" y="4162622"/>
              <a:ext cx="497856" cy="26390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68294" y="4134992"/>
            <a:ext cx="17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1060703" y="3456178"/>
            <a:ext cx="3506470" cy="1929130"/>
            <a:chOff x="1060703" y="3456178"/>
            <a:chExt cx="3506470" cy="1929130"/>
          </a:xfrm>
        </p:grpSpPr>
        <p:sp>
          <p:nvSpPr>
            <p:cNvPr id="11" name="object 11"/>
            <p:cNvSpPr/>
            <p:nvPr/>
          </p:nvSpPr>
          <p:spPr>
            <a:xfrm>
              <a:off x="1104328" y="3456178"/>
              <a:ext cx="3463290" cy="667385"/>
            </a:xfrm>
            <a:custGeom>
              <a:avLst/>
              <a:gdLst/>
              <a:ahLst/>
              <a:cxnLst/>
              <a:rect l="l" t="t" r="r" b="b"/>
              <a:pathLst>
                <a:path w="3463290" h="667385">
                  <a:moveTo>
                    <a:pt x="3462718" y="654939"/>
                  </a:moveTo>
                  <a:lnTo>
                    <a:pt x="1940394" y="33870"/>
                  </a:lnTo>
                  <a:lnTo>
                    <a:pt x="1942350" y="29083"/>
                  </a:lnTo>
                  <a:lnTo>
                    <a:pt x="1952434" y="4445"/>
                  </a:lnTo>
                  <a:lnTo>
                    <a:pt x="1867623" y="10922"/>
                  </a:lnTo>
                  <a:lnTo>
                    <a:pt x="1783270" y="0"/>
                  </a:lnTo>
                  <a:lnTo>
                    <a:pt x="1793684" y="29984"/>
                  </a:lnTo>
                  <a:lnTo>
                    <a:pt x="0" y="654812"/>
                  </a:lnTo>
                  <a:lnTo>
                    <a:pt x="4178" y="666877"/>
                  </a:lnTo>
                  <a:lnTo>
                    <a:pt x="1791766" y="44183"/>
                  </a:lnTo>
                  <a:lnTo>
                    <a:pt x="1802117" y="54279"/>
                  </a:lnTo>
                  <a:lnTo>
                    <a:pt x="1805686" y="64528"/>
                  </a:lnTo>
                  <a:lnTo>
                    <a:pt x="1228915" y="656463"/>
                  </a:lnTo>
                  <a:lnTo>
                    <a:pt x="1238059" y="665226"/>
                  </a:lnTo>
                  <a:lnTo>
                    <a:pt x="1818208" y="69938"/>
                  </a:lnTo>
                  <a:lnTo>
                    <a:pt x="1840928" y="92075"/>
                  </a:lnTo>
                  <a:lnTo>
                    <a:pt x="1853730" y="51943"/>
                  </a:lnTo>
                  <a:lnTo>
                    <a:pt x="1866392" y="12293"/>
                  </a:lnTo>
                  <a:lnTo>
                    <a:pt x="1867585" y="11061"/>
                  </a:lnTo>
                  <a:lnTo>
                    <a:pt x="1923605" y="74942"/>
                  </a:lnTo>
                  <a:lnTo>
                    <a:pt x="1935607" y="45567"/>
                  </a:lnTo>
                  <a:lnTo>
                    <a:pt x="3457892" y="666750"/>
                  </a:lnTo>
                  <a:lnTo>
                    <a:pt x="3462718" y="654939"/>
                  </a:lnTo>
                  <a:close/>
                </a:path>
              </a:pathLst>
            </a:custGeom>
            <a:solidFill>
              <a:srgbClr val="398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859288" y="5228155"/>
              <a:ext cx="266354" cy="15711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060704" y="4471289"/>
              <a:ext cx="3503929" cy="685165"/>
            </a:xfrm>
            <a:custGeom>
              <a:avLst/>
              <a:gdLst/>
              <a:ahLst/>
              <a:cxnLst/>
              <a:rect l="l" t="t" r="r" b="b"/>
              <a:pathLst>
                <a:path w="3503929" h="685164">
                  <a:moveTo>
                    <a:pt x="3503930" y="10795"/>
                  </a:moveTo>
                  <a:lnTo>
                    <a:pt x="3418967" y="5080"/>
                  </a:lnTo>
                  <a:lnTo>
                    <a:pt x="3431235" y="34391"/>
                  </a:lnTo>
                  <a:lnTo>
                    <a:pt x="1912188" y="671766"/>
                  </a:lnTo>
                  <a:lnTo>
                    <a:pt x="1334071" y="61760"/>
                  </a:lnTo>
                  <a:lnTo>
                    <a:pt x="1343736" y="52578"/>
                  </a:lnTo>
                  <a:lnTo>
                    <a:pt x="1357122" y="39878"/>
                  </a:lnTo>
                  <a:lnTo>
                    <a:pt x="1277112" y="10795"/>
                  </a:lnTo>
                  <a:lnTo>
                    <a:pt x="1301877" y="92329"/>
                  </a:lnTo>
                  <a:lnTo>
                    <a:pt x="1324940" y="70421"/>
                  </a:lnTo>
                  <a:lnTo>
                    <a:pt x="1887969" y="664616"/>
                  </a:lnTo>
                  <a:lnTo>
                    <a:pt x="74002" y="29984"/>
                  </a:lnTo>
                  <a:lnTo>
                    <a:pt x="75476" y="25781"/>
                  </a:lnTo>
                  <a:lnTo>
                    <a:pt x="84505" y="0"/>
                  </a:lnTo>
                  <a:lnTo>
                    <a:pt x="0" y="10795"/>
                  </a:lnTo>
                  <a:lnTo>
                    <a:pt x="59347" y="71882"/>
                  </a:lnTo>
                  <a:lnTo>
                    <a:pt x="69824" y="41922"/>
                  </a:lnTo>
                  <a:lnTo>
                    <a:pt x="1908048" y="685038"/>
                  </a:lnTo>
                  <a:lnTo>
                    <a:pt x="1909940" y="679640"/>
                  </a:lnTo>
                  <a:lnTo>
                    <a:pt x="1910930" y="678688"/>
                  </a:lnTo>
                  <a:lnTo>
                    <a:pt x="1913509" y="684911"/>
                  </a:lnTo>
                  <a:lnTo>
                    <a:pt x="3436162" y="46164"/>
                  </a:lnTo>
                  <a:lnTo>
                    <a:pt x="3448431" y="75438"/>
                  </a:lnTo>
                  <a:lnTo>
                    <a:pt x="3487890" y="29464"/>
                  </a:lnTo>
                  <a:lnTo>
                    <a:pt x="3503930" y="10795"/>
                  </a:lnTo>
                  <a:close/>
                </a:path>
              </a:pathLst>
            </a:custGeom>
            <a:solidFill>
              <a:srgbClr val="398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29081" y="2967990"/>
            <a:ext cx="1461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In </a:t>
            </a:r>
            <a:r>
              <a:rPr kumimoji="0" sz="1800" b="0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our</a:t>
            </a:r>
            <a:r>
              <a:rPr kumimoji="0" sz="1800" b="0" i="0" u="heavy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heavy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example: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7718" y="2872485"/>
            <a:ext cx="8308340" cy="2801620"/>
            <a:chOff x="537718" y="2872485"/>
            <a:chExt cx="8308340" cy="2801620"/>
          </a:xfrm>
        </p:grpSpPr>
        <p:sp>
          <p:nvSpPr>
            <p:cNvPr id="16" name="object 16"/>
            <p:cNvSpPr/>
            <p:nvPr/>
          </p:nvSpPr>
          <p:spPr>
            <a:xfrm>
              <a:off x="544068" y="2878835"/>
              <a:ext cx="8295640" cy="2788920"/>
            </a:xfrm>
            <a:custGeom>
              <a:avLst/>
              <a:gdLst/>
              <a:ahLst/>
              <a:cxnLst/>
              <a:rect l="l" t="t" r="r" b="b"/>
              <a:pathLst>
                <a:path w="8295640" h="2788920">
                  <a:moveTo>
                    <a:pt x="0" y="2788920"/>
                  </a:moveTo>
                  <a:lnTo>
                    <a:pt x="8295132" y="2788920"/>
                  </a:lnTo>
                  <a:lnTo>
                    <a:pt x="8295132" y="0"/>
                  </a:lnTo>
                  <a:lnTo>
                    <a:pt x="0" y="0"/>
                  </a:lnTo>
                  <a:lnTo>
                    <a:pt x="0" y="278892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593418" y="4746625"/>
              <a:ext cx="560878" cy="31368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609317" y="4772151"/>
              <a:ext cx="564414" cy="29019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557525" y="4549266"/>
              <a:ext cx="456692" cy="46736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5225865" y="3738532"/>
              <a:ext cx="2744593" cy="66552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7130034" y="3624833"/>
              <a:ext cx="914400" cy="835660"/>
            </a:xfrm>
            <a:custGeom>
              <a:avLst/>
              <a:gdLst/>
              <a:ahLst/>
              <a:cxnLst/>
              <a:rect l="l" t="t" r="r" b="b"/>
              <a:pathLst>
                <a:path w="914400" h="835660">
                  <a:moveTo>
                    <a:pt x="0" y="835151"/>
                  </a:moveTo>
                  <a:lnTo>
                    <a:pt x="914400" y="835151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835151"/>
                  </a:lnTo>
                  <a:close/>
                </a:path>
              </a:pathLst>
            </a:custGeom>
            <a:ln w="19811">
              <a:solidFill>
                <a:srgbClr val="BA56B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205984" y="2963417"/>
            <a:ext cx="320992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Apply the </a:t>
            </a:r>
            <a:r>
              <a:rPr kumimoji="0" sz="1800" b="0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multivariable chain</a:t>
            </a:r>
            <a:r>
              <a:rPr kumimoji="0" sz="1800" b="0" i="0" u="heavy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rule: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2205990" marR="0" lvl="0" indent="0" algn="l" defTabSz="914400" rtl="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=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1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783933" y="4648413"/>
            <a:ext cx="1390594" cy="66221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1645" y="5965875"/>
            <a:ext cx="8698865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sng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Source: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sng" strike="noStrike" kern="1200" cap="none" spc="-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Carlito"/>
                <a:hlinkClick r:id="rId13"/>
              </a:rPr>
              <a:t>https://www.khanacademy.org/math/multivariable-calculus/multivariable-derivatives/differentiating-vector-valued-functions/a/multivariable-chain-rule-simple-version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925880-B6EA-46A9-BEDF-07EF4C389001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56189" y="1797183"/>
            <a:ext cx="496409" cy="185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24445" y="1797183"/>
            <a:ext cx="497996" cy="1859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75785" y="1797183"/>
            <a:ext cx="495207" cy="1859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03398" y="1146047"/>
            <a:ext cx="5065013" cy="1936497"/>
            <a:chOff x="2803398" y="1146047"/>
            <a:chExt cx="5065013" cy="1936497"/>
          </a:xfrm>
        </p:grpSpPr>
        <p:sp>
          <p:nvSpPr>
            <p:cNvPr id="6" name="object 6"/>
            <p:cNvSpPr/>
            <p:nvPr/>
          </p:nvSpPr>
          <p:spPr>
            <a:xfrm>
              <a:off x="6542958" y="1797183"/>
              <a:ext cx="291876" cy="1859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646932" y="2101595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646932" y="2334767"/>
              <a:ext cx="166115" cy="1737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646932" y="2566415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646932" y="2799587"/>
              <a:ext cx="166115" cy="1737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542538" y="2009394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59"/>
                  </a:lnTo>
                  <a:lnTo>
                    <a:pt x="365760" y="1011935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5"/>
                  </a:lnTo>
                  <a:lnTo>
                    <a:pt x="60960" y="1072895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5"/>
                  </a:lnTo>
                  <a:lnTo>
                    <a:pt x="0" y="60959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908171" y="2484755"/>
              <a:ext cx="702310" cy="111760"/>
            </a:xfrm>
            <a:custGeom>
              <a:avLst/>
              <a:gdLst/>
              <a:ahLst/>
              <a:cxnLst/>
              <a:rect l="l" t="t" r="r" b="b"/>
              <a:pathLst>
                <a:path w="702310" h="111760">
                  <a:moveTo>
                    <a:pt x="685075" y="45212"/>
                  </a:moveTo>
                  <a:lnTo>
                    <a:pt x="682498" y="45212"/>
                  </a:lnTo>
                  <a:lnTo>
                    <a:pt x="682625" y="65024"/>
                  </a:lnTo>
                  <a:lnTo>
                    <a:pt x="646061" y="65330"/>
                  </a:lnTo>
                  <a:lnTo>
                    <a:pt x="597026" y="94487"/>
                  </a:lnTo>
                  <a:lnTo>
                    <a:pt x="595502" y="100584"/>
                  </a:lnTo>
                  <a:lnTo>
                    <a:pt x="601090" y="109982"/>
                  </a:lnTo>
                  <a:lnTo>
                    <a:pt x="607059" y="111506"/>
                  </a:lnTo>
                  <a:lnTo>
                    <a:pt x="702182" y="54991"/>
                  </a:lnTo>
                  <a:lnTo>
                    <a:pt x="685075" y="45212"/>
                  </a:lnTo>
                  <a:close/>
                </a:path>
                <a:path w="702310" h="111760">
                  <a:moveTo>
                    <a:pt x="645800" y="45519"/>
                  </a:moveTo>
                  <a:lnTo>
                    <a:pt x="0" y="50927"/>
                  </a:lnTo>
                  <a:lnTo>
                    <a:pt x="253" y="70739"/>
                  </a:lnTo>
                  <a:lnTo>
                    <a:pt x="646061" y="65330"/>
                  </a:lnTo>
                  <a:lnTo>
                    <a:pt x="662912" y="55309"/>
                  </a:lnTo>
                  <a:lnTo>
                    <a:pt x="645800" y="45519"/>
                  </a:lnTo>
                  <a:close/>
                </a:path>
                <a:path w="702310" h="111760">
                  <a:moveTo>
                    <a:pt x="662912" y="55309"/>
                  </a:moveTo>
                  <a:lnTo>
                    <a:pt x="646061" y="65330"/>
                  </a:lnTo>
                  <a:lnTo>
                    <a:pt x="682625" y="65024"/>
                  </a:lnTo>
                  <a:lnTo>
                    <a:pt x="682616" y="63754"/>
                  </a:lnTo>
                  <a:lnTo>
                    <a:pt x="677671" y="63754"/>
                  </a:lnTo>
                  <a:lnTo>
                    <a:pt x="662912" y="55309"/>
                  </a:lnTo>
                  <a:close/>
                </a:path>
                <a:path w="702310" h="111760">
                  <a:moveTo>
                    <a:pt x="677544" y="46609"/>
                  </a:moveTo>
                  <a:lnTo>
                    <a:pt x="662912" y="55309"/>
                  </a:lnTo>
                  <a:lnTo>
                    <a:pt x="677671" y="63754"/>
                  </a:lnTo>
                  <a:lnTo>
                    <a:pt x="677544" y="46609"/>
                  </a:lnTo>
                  <a:close/>
                </a:path>
                <a:path w="702310" h="111760">
                  <a:moveTo>
                    <a:pt x="682506" y="46609"/>
                  </a:moveTo>
                  <a:lnTo>
                    <a:pt x="677544" y="46609"/>
                  </a:lnTo>
                  <a:lnTo>
                    <a:pt x="677671" y="63754"/>
                  </a:lnTo>
                  <a:lnTo>
                    <a:pt x="682616" y="63754"/>
                  </a:lnTo>
                  <a:lnTo>
                    <a:pt x="682506" y="46609"/>
                  </a:lnTo>
                  <a:close/>
                </a:path>
                <a:path w="702310" h="111760">
                  <a:moveTo>
                    <a:pt x="682498" y="45212"/>
                  </a:moveTo>
                  <a:lnTo>
                    <a:pt x="645800" y="45519"/>
                  </a:lnTo>
                  <a:lnTo>
                    <a:pt x="662912" y="55309"/>
                  </a:lnTo>
                  <a:lnTo>
                    <a:pt x="677544" y="46609"/>
                  </a:lnTo>
                  <a:lnTo>
                    <a:pt x="682506" y="46609"/>
                  </a:lnTo>
                  <a:lnTo>
                    <a:pt x="682498" y="45212"/>
                  </a:lnTo>
                  <a:close/>
                </a:path>
                <a:path w="702310" h="111760">
                  <a:moveTo>
                    <a:pt x="606170" y="0"/>
                  </a:moveTo>
                  <a:lnTo>
                    <a:pt x="600075" y="1650"/>
                  </a:lnTo>
                  <a:lnTo>
                    <a:pt x="597407" y="6477"/>
                  </a:lnTo>
                  <a:lnTo>
                    <a:pt x="594740" y="11175"/>
                  </a:lnTo>
                  <a:lnTo>
                    <a:pt x="596391" y="17272"/>
                  </a:lnTo>
                  <a:lnTo>
                    <a:pt x="645800" y="45519"/>
                  </a:lnTo>
                  <a:lnTo>
                    <a:pt x="685075" y="45212"/>
                  </a:lnTo>
                  <a:lnTo>
                    <a:pt x="610869" y="2794"/>
                  </a:lnTo>
                  <a:lnTo>
                    <a:pt x="60617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069243" y="2238175"/>
              <a:ext cx="353305" cy="20900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715255" y="2132075"/>
              <a:ext cx="166115" cy="17525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715255" y="2365247"/>
              <a:ext cx="166115" cy="17525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715255" y="2596895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715255" y="2830068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609338" y="2000250"/>
              <a:ext cx="1419225" cy="1076325"/>
            </a:xfrm>
            <a:custGeom>
              <a:avLst/>
              <a:gdLst/>
              <a:ahLst/>
              <a:cxnLst/>
              <a:rect l="l" t="t" r="r" b="b"/>
              <a:pathLst>
                <a:path w="1419225" h="1076325">
                  <a:moveTo>
                    <a:pt x="304800" y="3048"/>
                  </a:moveTo>
                  <a:lnTo>
                    <a:pt x="328523" y="7840"/>
                  </a:lnTo>
                  <a:lnTo>
                    <a:pt x="347900" y="20907"/>
                  </a:lnTo>
                  <a:lnTo>
                    <a:pt x="360967" y="40284"/>
                  </a:lnTo>
                  <a:lnTo>
                    <a:pt x="365760" y="64008"/>
                  </a:lnTo>
                  <a:lnTo>
                    <a:pt x="365760" y="1014984"/>
                  </a:lnTo>
                  <a:lnTo>
                    <a:pt x="360967" y="1038707"/>
                  </a:lnTo>
                  <a:lnTo>
                    <a:pt x="347900" y="1058084"/>
                  </a:lnTo>
                  <a:lnTo>
                    <a:pt x="328523" y="1071151"/>
                  </a:lnTo>
                  <a:lnTo>
                    <a:pt x="304800" y="1075944"/>
                  </a:lnTo>
                  <a:lnTo>
                    <a:pt x="60960" y="1075944"/>
                  </a:lnTo>
                  <a:lnTo>
                    <a:pt x="37236" y="1071151"/>
                  </a:lnTo>
                  <a:lnTo>
                    <a:pt x="17859" y="1058084"/>
                  </a:lnTo>
                  <a:lnTo>
                    <a:pt x="4792" y="1038707"/>
                  </a:lnTo>
                  <a:lnTo>
                    <a:pt x="0" y="1014984"/>
                  </a:lnTo>
                  <a:lnTo>
                    <a:pt x="0" y="64008"/>
                  </a:lnTo>
                  <a:lnTo>
                    <a:pt x="4792" y="40284"/>
                  </a:lnTo>
                  <a:lnTo>
                    <a:pt x="17859" y="20907"/>
                  </a:lnTo>
                  <a:lnTo>
                    <a:pt x="37236" y="7840"/>
                  </a:lnTo>
                  <a:lnTo>
                    <a:pt x="60960" y="3048"/>
                  </a:lnTo>
                  <a:lnTo>
                    <a:pt x="304800" y="3048"/>
                  </a:lnTo>
                  <a:close/>
                </a:path>
                <a:path w="1419225" h="1076325">
                  <a:moveTo>
                    <a:pt x="1357884" y="0"/>
                  </a:moveTo>
                  <a:lnTo>
                    <a:pt x="1381607" y="4792"/>
                  </a:lnTo>
                  <a:lnTo>
                    <a:pt x="1400984" y="17859"/>
                  </a:lnTo>
                  <a:lnTo>
                    <a:pt x="1414051" y="37236"/>
                  </a:lnTo>
                  <a:lnTo>
                    <a:pt x="1418844" y="60960"/>
                  </a:lnTo>
                  <a:lnTo>
                    <a:pt x="1418844" y="1011936"/>
                  </a:lnTo>
                  <a:lnTo>
                    <a:pt x="1414051" y="1035659"/>
                  </a:lnTo>
                  <a:lnTo>
                    <a:pt x="1400984" y="1055036"/>
                  </a:lnTo>
                  <a:lnTo>
                    <a:pt x="1381607" y="1068103"/>
                  </a:lnTo>
                  <a:lnTo>
                    <a:pt x="1357884" y="1072896"/>
                  </a:lnTo>
                  <a:lnTo>
                    <a:pt x="1114044" y="1072896"/>
                  </a:lnTo>
                  <a:lnTo>
                    <a:pt x="1090320" y="1068103"/>
                  </a:lnTo>
                  <a:lnTo>
                    <a:pt x="1070943" y="1055036"/>
                  </a:lnTo>
                  <a:lnTo>
                    <a:pt x="1057876" y="1035659"/>
                  </a:lnTo>
                  <a:lnTo>
                    <a:pt x="1053084" y="1011936"/>
                  </a:lnTo>
                  <a:lnTo>
                    <a:pt x="1053084" y="60960"/>
                  </a:lnTo>
                  <a:lnTo>
                    <a:pt x="1057876" y="37236"/>
                  </a:lnTo>
                  <a:lnTo>
                    <a:pt x="1070943" y="17859"/>
                  </a:lnTo>
                  <a:lnTo>
                    <a:pt x="1090320" y="4792"/>
                  </a:lnTo>
                  <a:lnTo>
                    <a:pt x="1114044" y="0"/>
                  </a:lnTo>
                  <a:lnTo>
                    <a:pt x="1357884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4975098" y="2481325"/>
              <a:ext cx="686435" cy="111760"/>
            </a:xfrm>
            <a:custGeom>
              <a:avLst/>
              <a:gdLst/>
              <a:ahLst/>
              <a:cxnLst/>
              <a:rect l="l" t="t" r="r" b="b"/>
              <a:pathLst>
                <a:path w="686435" h="111760">
                  <a:moveTo>
                    <a:pt x="669475" y="45593"/>
                  </a:moveTo>
                  <a:lnTo>
                    <a:pt x="666750" y="45593"/>
                  </a:lnTo>
                  <a:lnTo>
                    <a:pt x="666750" y="65404"/>
                  </a:lnTo>
                  <a:lnTo>
                    <a:pt x="630175" y="65572"/>
                  </a:lnTo>
                  <a:lnTo>
                    <a:pt x="581025" y="94487"/>
                  </a:lnTo>
                  <a:lnTo>
                    <a:pt x="579501" y="100584"/>
                  </a:lnTo>
                  <a:lnTo>
                    <a:pt x="582294" y="105283"/>
                  </a:lnTo>
                  <a:lnTo>
                    <a:pt x="584962" y="109982"/>
                  </a:lnTo>
                  <a:lnTo>
                    <a:pt x="591057" y="111633"/>
                  </a:lnTo>
                  <a:lnTo>
                    <a:pt x="686435" y="55372"/>
                  </a:lnTo>
                  <a:lnTo>
                    <a:pt x="669475" y="45593"/>
                  </a:lnTo>
                  <a:close/>
                </a:path>
                <a:path w="686435" h="111760">
                  <a:moveTo>
                    <a:pt x="630191" y="45760"/>
                  </a:moveTo>
                  <a:lnTo>
                    <a:pt x="0" y="48640"/>
                  </a:lnTo>
                  <a:lnTo>
                    <a:pt x="0" y="68452"/>
                  </a:lnTo>
                  <a:lnTo>
                    <a:pt x="630175" y="65572"/>
                  </a:lnTo>
                  <a:lnTo>
                    <a:pt x="647189" y="55574"/>
                  </a:lnTo>
                  <a:lnTo>
                    <a:pt x="630191" y="45760"/>
                  </a:lnTo>
                  <a:close/>
                </a:path>
                <a:path w="686435" h="111760">
                  <a:moveTo>
                    <a:pt x="647189" y="55574"/>
                  </a:moveTo>
                  <a:lnTo>
                    <a:pt x="630175" y="65572"/>
                  </a:lnTo>
                  <a:lnTo>
                    <a:pt x="666750" y="65404"/>
                  </a:lnTo>
                  <a:lnTo>
                    <a:pt x="666750" y="64008"/>
                  </a:lnTo>
                  <a:lnTo>
                    <a:pt x="661797" y="64008"/>
                  </a:lnTo>
                  <a:lnTo>
                    <a:pt x="647189" y="55574"/>
                  </a:lnTo>
                  <a:close/>
                </a:path>
                <a:path w="686435" h="111760">
                  <a:moveTo>
                    <a:pt x="661797" y="46989"/>
                  </a:moveTo>
                  <a:lnTo>
                    <a:pt x="647189" y="55574"/>
                  </a:lnTo>
                  <a:lnTo>
                    <a:pt x="661797" y="64008"/>
                  </a:lnTo>
                  <a:lnTo>
                    <a:pt x="661797" y="46989"/>
                  </a:lnTo>
                  <a:close/>
                </a:path>
                <a:path w="686435" h="111760">
                  <a:moveTo>
                    <a:pt x="666750" y="46989"/>
                  </a:moveTo>
                  <a:lnTo>
                    <a:pt x="661797" y="46989"/>
                  </a:lnTo>
                  <a:lnTo>
                    <a:pt x="661797" y="64008"/>
                  </a:lnTo>
                  <a:lnTo>
                    <a:pt x="666750" y="64008"/>
                  </a:lnTo>
                  <a:lnTo>
                    <a:pt x="666750" y="46989"/>
                  </a:lnTo>
                  <a:close/>
                </a:path>
                <a:path w="686435" h="111760">
                  <a:moveTo>
                    <a:pt x="666750" y="45593"/>
                  </a:moveTo>
                  <a:lnTo>
                    <a:pt x="630191" y="45760"/>
                  </a:lnTo>
                  <a:lnTo>
                    <a:pt x="647189" y="55574"/>
                  </a:lnTo>
                  <a:lnTo>
                    <a:pt x="661797" y="46989"/>
                  </a:lnTo>
                  <a:lnTo>
                    <a:pt x="666750" y="46989"/>
                  </a:lnTo>
                  <a:lnTo>
                    <a:pt x="666750" y="45593"/>
                  </a:lnTo>
                  <a:close/>
                </a:path>
                <a:path w="686435" h="111760">
                  <a:moveTo>
                    <a:pt x="590550" y="0"/>
                  </a:moveTo>
                  <a:lnTo>
                    <a:pt x="584453" y="1650"/>
                  </a:lnTo>
                  <a:lnTo>
                    <a:pt x="581787" y="6476"/>
                  </a:lnTo>
                  <a:lnTo>
                    <a:pt x="578992" y="11175"/>
                  </a:lnTo>
                  <a:lnTo>
                    <a:pt x="580643" y="17272"/>
                  </a:lnTo>
                  <a:lnTo>
                    <a:pt x="585469" y="19938"/>
                  </a:lnTo>
                  <a:lnTo>
                    <a:pt x="630191" y="45760"/>
                  </a:lnTo>
                  <a:lnTo>
                    <a:pt x="669475" y="45593"/>
                  </a:lnTo>
                  <a:lnTo>
                    <a:pt x="595249" y="2794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5126899" y="2238175"/>
              <a:ext cx="353305" cy="20900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5772912" y="2141219"/>
              <a:ext cx="166115" cy="17525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5772912" y="2374391"/>
              <a:ext cx="166115" cy="17525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5772912" y="2607563"/>
              <a:ext cx="166115" cy="1737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5772912" y="2839212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6028055" y="2475611"/>
              <a:ext cx="716280" cy="111760"/>
            </a:xfrm>
            <a:custGeom>
              <a:avLst/>
              <a:gdLst/>
              <a:ahLst/>
              <a:cxnLst/>
              <a:rect l="l" t="t" r="r" b="b"/>
              <a:pathLst>
                <a:path w="716279" h="111760">
                  <a:moveTo>
                    <a:pt x="698918" y="45212"/>
                  </a:moveTo>
                  <a:lnTo>
                    <a:pt x="696214" y="45212"/>
                  </a:lnTo>
                  <a:lnTo>
                    <a:pt x="696468" y="65024"/>
                  </a:lnTo>
                  <a:lnTo>
                    <a:pt x="659763" y="65338"/>
                  </a:lnTo>
                  <a:lnTo>
                    <a:pt x="610743" y="94487"/>
                  </a:lnTo>
                  <a:lnTo>
                    <a:pt x="609219" y="100584"/>
                  </a:lnTo>
                  <a:lnTo>
                    <a:pt x="614806" y="109981"/>
                  </a:lnTo>
                  <a:lnTo>
                    <a:pt x="620902" y="111505"/>
                  </a:lnTo>
                  <a:lnTo>
                    <a:pt x="716026" y="54990"/>
                  </a:lnTo>
                  <a:lnTo>
                    <a:pt x="698918" y="45212"/>
                  </a:lnTo>
                  <a:close/>
                </a:path>
                <a:path w="716279" h="111760">
                  <a:moveTo>
                    <a:pt x="659529" y="45526"/>
                  </a:moveTo>
                  <a:lnTo>
                    <a:pt x="0" y="51180"/>
                  </a:lnTo>
                  <a:lnTo>
                    <a:pt x="254" y="70992"/>
                  </a:lnTo>
                  <a:lnTo>
                    <a:pt x="659763" y="65338"/>
                  </a:lnTo>
                  <a:lnTo>
                    <a:pt x="676628" y="55309"/>
                  </a:lnTo>
                  <a:lnTo>
                    <a:pt x="659529" y="45526"/>
                  </a:lnTo>
                  <a:close/>
                </a:path>
                <a:path w="716279" h="111760">
                  <a:moveTo>
                    <a:pt x="676628" y="55309"/>
                  </a:moveTo>
                  <a:lnTo>
                    <a:pt x="659763" y="65338"/>
                  </a:lnTo>
                  <a:lnTo>
                    <a:pt x="696468" y="65024"/>
                  </a:lnTo>
                  <a:lnTo>
                    <a:pt x="696451" y="63753"/>
                  </a:lnTo>
                  <a:lnTo>
                    <a:pt x="691388" y="63753"/>
                  </a:lnTo>
                  <a:lnTo>
                    <a:pt x="676628" y="55309"/>
                  </a:lnTo>
                  <a:close/>
                </a:path>
                <a:path w="716279" h="111760">
                  <a:moveTo>
                    <a:pt x="691261" y="46609"/>
                  </a:moveTo>
                  <a:lnTo>
                    <a:pt x="676628" y="55309"/>
                  </a:lnTo>
                  <a:lnTo>
                    <a:pt x="691388" y="63753"/>
                  </a:lnTo>
                  <a:lnTo>
                    <a:pt x="691261" y="46609"/>
                  </a:lnTo>
                  <a:close/>
                </a:path>
                <a:path w="716279" h="111760">
                  <a:moveTo>
                    <a:pt x="696231" y="46609"/>
                  </a:moveTo>
                  <a:lnTo>
                    <a:pt x="691261" y="46609"/>
                  </a:lnTo>
                  <a:lnTo>
                    <a:pt x="691388" y="63753"/>
                  </a:lnTo>
                  <a:lnTo>
                    <a:pt x="696451" y="63753"/>
                  </a:lnTo>
                  <a:lnTo>
                    <a:pt x="696231" y="46609"/>
                  </a:lnTo>
                  <a:close/>
                </a:path>
                <a:path w="716279" h="111760">
                  <a:moveTo>
                    <a:pt x="696214" y="45212"/>
                  </a:moveTo>
                  <a:lnTo>
                    <a:pt x="659529" y="45526"/>
                  </a:lnTo>
                  <a:lnTo>
                    <a:pt x="676628" y="55309"/>
                  </a:lnTo>
                  <a:lnTo>
                    <a:pt x="691261" y="46609"/>
                  </a:lnTo>
                  <a:lnTo>
                    <a:pt x="696231" y="46609"/>
                  </a:lnTo>
                  <a:lnTo>
                    <a:pt x="696214" y="45212"/>
                  </a:lnTo>
                  <a:close/>
                </a:path>
                <a:path w="716279" h="111760">
                  <a:moveTo>
                    <a:pt x="619887" y="0"/>
                  </a:moveTo>
                  <a:lnTo>
                    <a:pt x="613918" y="1650"/>
                  </a:lnTo>
                  <a:lnTo>
                    <a:pt x="611124" y="6476"/>
                  </a:lnTo>
                  <a:lnTo>
                    <a:pt x="608456" y="11175"/>
                  </a:lnTo>
                  <a:lnTo>
                    <a:pt x="610108" y="17272"/>
                  </a:lnTo>
                  <a:lnTo>
                    <a:pt x="659529" y="45526"/>
                  </a:lnTo>
                  <a:lnTo>
                    <a:pt x="698918" y="45212"/>
                  </a:lnTo>
                  <a:lnTo>
                    <a:pt x="61988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6202844" y="2238175"/>
              <a:ext cx="353305" cy="20900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6848856" y="2132075"/>
              <a:ext cx="166116" cy="17525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6848856" y="2365247"/>
              <a:ext cx="166116" cy="17525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848856" y="2596895"/>
              <a:ext cx="166116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848856" y="2830068"/>
              <a:ext cx="166116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742938" y="1994153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6867017" y="1498853"/>
              <a:ext cx="1001394" cy="1087755"/>
            </a:xfrm>
            <a:custGeom>
              <a:avLst/>
              <a:gdLst/>
              <a:ahLst/>
              <a:cxnLst/>
              <a:rect l="l" t="t" r="r" b="b"/>
              <a:pathLst>
                <a:path w="1001395" h="1087755">
                  <a:moveTo>
                    <a:pt x="111506" y="95504"/>
                  </a:moveTo>
                  <a:lnTo>
                    <a:pt x="108712" y="90805"/>
                  </a:lnTo>
                  <a:lnTo>
                    <a:pt x="67157" y="19558"/>
                  </a:lnTo>
                  <a:lnTo>
                    <a:pt x="55753" y="0"/>
                  </a:ln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5" y="105537"/>
                  </a:lnTo>
                  <a:lnTo>
                    <a:pt x="19812" y="100838"/>
                  </a:lnTo>
                  <a:lnTo>
                    <a:pt x="45834" y="56210"/>
                  </a:lnTo>
                  <a:lnTo>
                    <a:pt x="45847" y="19558"/>
                  </a:lnTo>
                  <a:lnTo>
                    <a:pt x="45847" y="56210"/>
                  </a:lnTo>
                  <a:lnTo>
                    <a:pt x="45847" y="535432"/>
                  </a:lnTo>
                  <a:lnTo>
                    <a:pt x="65659" y="535432"/>
                  </a:lnTo>
                  <a:lnTo>
                    <a:pt x="65659" y="56210"/>
                  </a:lnTo>
                  <a:lnTo>
                    <a:pt x="91694" y="100838"/>
                  </a:lnTo>
                  <a:lnTo>
                    <a:pt x="94361" y="105537"/>
                  </a:lnTo>
                  <a:lnTo>
                    <a:pt x="100457" y="107188"/>
                  </a:lnTo>
                  <a:lnTo>
                    <a:pt x="105156" y="104394"/>
                  </a:lnTo>
                  <a:lnTo>
                    <a:pt x="109982" y="101600"/>
                  </a:lnTo>
                  <a:lnTo>
                    <a:pt x="111506" y="95504"/>
                  </a:lnTo>
                  <a:close/>
                </a:path>
                <a:path w="1001395" h="1087755">
                  <a:moveTo>
                    <a:pt x="1001014" y="1031748"/>
                  </a:moveTo>
                  <a:lnTo>
                    <a:pt x="984021" y="1021842"/>
                  </a:lnTo>
                  <a:lnTo>
                    <a:pt x="905383" y="975995"/>
                  </a:lnTo>
                  <a:lnTo>
                    <a:pt x="899414" y="977519"/>
                  </a:lnTo>
                  <a:lnTo>
                    <a:pt x="896620" y="982345"/>
                  </a:lnTo>
                  <a:lnTo>
                    <a:pt x="893826" y="987044"/>
                  </a:lnTo>
                  <a:lnTo>
                    <a:pt x="895477" y="993140"/>
                  </a:lnTo>
                  <a:lnTo>
                    <a:pt x="900176" y="995807"/>
                  </a:lnTo>
                  <a:lnTo>
                    <a:pt x="944791" y="1021842"/>
                  </a:lnTo>
                  <a:lnTo>
                    <a:pt x="241681" y="1021842"/>
                  </a:lnTo>
                  <a:lnTo>
                    <a:pt x="241681" y="1041654"/>
                  </a:lnTo>
                  <a:lnTo>
                    <a:pt x="944791" y="1041654"/>
                  </a:lnTo>
                  <a:lnTo>
                    <a:pt x="900176" y="1067689"/>
                  </a:lnTo>
                  <a:lnTo>
                    <a:pt x="895477" y="1070356"/>
                  </a:lnTo>
                  <a:lnTo>
                    <a:pt x="893826" y="1076452"/>
                  </a:lnTo>
                  <a:lnTo>
                    <a:pt x="896620" y="1081151"/>
                  </a:lnTo>
                  <a:lnTo>
                    <a:pt x="899414" y="1085977"/>
                  </a:lnTo>
                  <a:lnTo>
                    <a:pt x="905383" y="1087501"/>
                  </a:lnTo>
                  <a:lnTo>
                    <a:pt x="984021" y="1041654"/>
                  </a:lnTo>
                  <a:lnTo>
                    <a:pt x="1001014" y="103174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269644" y="2238175"/>
              <a:ext cx="353305" cy="20900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2841498" y="2489200"/>
              <a:ext cx="700405" cy="111760"/>
            </a:xfrm>
            <a:custGeom>
              <a:avLst/>
              <a:gdLst/>
              <a:ahLst/>
              <a:cxnLst/>
              <a:rect l="l" t="t" r="r" b="b"/>
              <a:pathLst>
                <a:path w="700404" h="111760">
                  <a:moveTo>
                    <a:pt x="604647" y="0"/>
                  </a:moveTo>
                  <a:lnTo>
                    <a:pt x="598551" y="1524"/>
                  </a:lnTo>
                  <a:lnTo>
                    <a:pt x="595884" y="6223"/>
                  </a:lnTo>
                  <a:lnTo>
                    <a:pt x="593089" y="10922"/>
                  </a:lnTo>
                  <a:lnTo>
                    <a:pt x="594613" y="17017"/>
                  </a:lnTo>
                  <a:lnTo>
                    <a:pt x="643811" y="45812"/>
                  </a:lnTo>
                  <a:lnTo>
                    <a:pt x="680592" y="45847"/>
                  </a:lnTo>
                  <a:lnTo>
                    <a:pt x="680592" y="65659"/>
                  </a:lnTo>
                  <a:lnTo>
                    <a:pt x="643853" y="65659"/>
                  </a:lnTo>
                  <a:lnTo>
                    <a:pt x="599313" y="91566"/>
                  </a:lnTo>
                  <a:lnTo>
                    <a:pt x="594613" y="94361"/>
                  </a:lnTo>
                  <a:lnTo>
                    <a:pt x="592963" y="100457"/>
                  </a:lnTo>
                  <a:lnTo>
                    <a:pt x="598551" y="109854"/>
                  </a:lnTo>
                  <a:lnTo>
                    <a:pt x="604519" y="111505"/>
                  </a:lnTo>
                  <a:lnTo>
                    <a:pt x="609218" y="108712"/>
                  </a:lnTo>
                  <a:lnTo>
                    <a:pt x="683142" y="65659"/>
                  </a:lnTo>
                  <a:lnTo>
                    <a:pt x="680592" y="65659"/>
                  </a:lnTo>
                  <a:lnTo>
                    <a:pt x="683200" y="65624"/>
                  </a:lnTo>
                  <a:lnTo>
                    <a:pt x="700151" y="55752"/>
                  </a:lnTo>
                  <a:lnTo>
                    <a:pt x="609346" y="2666"/>
                  </a:lnTo>
                  <a:lnTo>
                    <a:pt x="604647" y="0"/>
                  </a:lnTo>
                  <a:close/>
                </a:path>
                <a:path w="700404" h="111760">
                  <a:moveTo>
                    <a:pt x="660829" y="55784"/>
                  </a:moveTo>
                  <a:lnTo>
                    <a:pt x="643912" y="65624"/>
                  </a:lnTo>
                  <a:lnTo>
                    <a:pt x="680592" y="65659"/>
                  </a:lnTo>
                  <a:lnTo>
                    <a:pt x="680592" y="64388"/>
                  </a:lnTo>
                  <a:lnTo>
                    <a:pt x="675513" y="64388"/>
                  </a:lnTo>
                  <a:lnTo>
                    <a:pt x="660829" y="55784"/>
                  </a:lnTo>
                  <a:close/>
                </a:path>
                <a:path w="700404" h="111760">
                  <a:moveTo>
                    <a:pt x="0" y="45212"/>
                  </a:moveTo>
                  <a:lnTo>
                    <a:pt x="0" y="65024"/>
                  </a:lnTo>
                  <a:lnTo>
                    <a:pt x="643912" y="65624"/>
                  </a:lnTo>
                  <a:lnTo>
                    <a:pt x="660829" y="55784"/>
                  </a:lnTo>
                  <a:lnTo>
                    <a:pt x="643811" y="45812"/>
                  </a:lnTo>
                  <a:lnTo>
                    <a:pt x="0" y="45212"/>
                  </a:lnTo>
                  <a:close/>
                </a:path>
                <a:path w="700404" h="111760">
                  <a:moveTo>
                    <a:pt x="675513" y="47244"/>
                  </a:moveTo>
                  <a:lnTo>
                    <a:pt x="660829" y="55784"/>
                  </a:lnTo>
                  <a:lnTo>
                    <a:pt x="675513" y="64388"/>
                  </a:lnTo>
                  <a:lnTo>
                    <a:pt x="675513" y="47244"/>
                  </a:lnTo>
                  <a:close/>
                </a:path>
                <a:path w="700404" h="111760">
                  <a:moveTo>
                    <a:pt x="680592" y="47244"/>
                  </a:moveTo>
                  <a:lnTo>
                    <a:pt x="675513" y="47244"/>
                  </a:lnTo>
                  <a:lnTo>
                    <a:pt x="675513" y="64388"/>
                  </a:lnTo>
                  <a:lnTo>
                    <a:pt x="680592" y="64388"/>
                  </a:lnTo>
                  <a:lnTo>
                    <a:pt x="680592" y="47244"/>
                  </a:lnTo>
                  <a:close/>
                </a:path>
                <a:path w="700404" h="111760">
                  <a:moveTo>
                    <a:pt x="643811" y="45812"/>
                  </a:moveTo>
                  <a:lnTo>
                    <a:pt x="660829" y="55784"/>
                  </a:lnTo>
                  <a:lnTo>
                    <a:pt x="675513" y="47244"/>
                  </a:lnTo>
                  <a:lnTo>
                    <a:pt x="680592" y="47244"/>
                  </a:lnTo>
                  <a:lnTo>
                    <a:pt x="680592" y="45847"/>
                  </a:lnTo>
                  <a:lnTo>
                    <a:pt x="643811" y="4581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3003967" y="2238175"/>
              <a:ext cx="353305" cy="20900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6666325" y="1222446"/>
              <a:ext cx="506759" cy="22511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597396" y="1146047"/>
              <a:ext cx="662940" cy="311150"/>
            </a:xfrm>
            <a:custGeom>
              <a:avLst/>
              <a:gdLst/>
              <a:ahLst/>
              <a:cxnLst/>
              <a:rect l="l" t="t" r="r" b="b"/>
              <a:pathLst>
                <a:path w="662940" h="311150">
                  <a:moveTo>
                    <a:pt x="662940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0" y="310896"/>
                  </a:lnTo>
                  <a:lnTo>
                    <a:pt x="662940" y="310896"/>
                  </a:lnTo>
                  <a:lnTo>
                    <a:pt x="662940" y="216408"/>
                  </a:lnTo>
                  <a:lnTo>
                    <a:pt x="662940" y="0"/>
                  </a:lnTo>
                  <a:close/>
                </a:path>
              </a:pathLst>
            </a:custGeom>
            <a:solidFill>
              <a:srgbClr val="4285F4">
                <a:alpha val="34901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2803398" y="2247264"/>
              <a:ext cx="4194810" cy="584835"/>
            </a:xfrm>
            <a:custGeom>
              <a:avLst/>
              <a:gdLst/>
              <a:ahLst/>
              <a:cxnLst/>
              <a:rect l="l" t="t" r="r" b="b"/>
              <a:pathLst>
                <a:path w="4194809" h="584835">
                  <a:moveTo>
                    <a:pt x="1104773" y="203327"/>
                  </a:moveTo>
                  <a:lnTo>
                    <a:pt x="571500" y="203327"/>
                  </a:lnTo>
                  <a:lnTo>
                    <a:pt x="571500" y="12827"/>
                  </a:lnTo>
                  <a:lnTo>
                    <a:pt x="0" y="298577"/>
                  </a:lnTo>
                  <a:lnTo>
                    <a:pt x="571500" y="584327"/>
                  </a:lnTo>
                  <a:lnTo>
                    <a:pt x="571500" y="393827"/>
                  </a:lnTo>
                  <a:lnTo>
                    <a:pt x="1104773" y="393827"/>
                  </a:lnTo>
                  <a:lnTo>
                    <a:pt x="1104773" y="203327"/>
                  </a:lnTo>
                  <a:close/>
                </a:path>
                <a:path w="4194809" h="584835">
                  <a:moveTo>
                    <a:pt x="3224149" y="384683"/>
                  </a:moveTo>
                  <a:lnTo>
                    <a:pt x="3223514" y="194183"/>
                  </a:lnTo>
                  <a:lnTo>
                    <a:pt x="2742895" y="195668"/>
                  </a:lnTo>
                  <a:lnTo>
                    <a:pt x="2742311" y="5207"/>
                  </a:lnTo>
                  <a:lnTo>
                    <a:pt x="2172703" y="292100"/>
                  </a:lnTo>
                  <a:lnTo>
                    <a:pt x="2172208" y="197231"/>
                  </a:lnTo>
                  <a:lnTo>
                    <a:pt x="1675879" y="200012"/>
                  </a:lnTo>
                  <a:lnTo>
                    <a:pt x="1674876" y="9525"/>
                  </a:lnTo>
                  <a:lnTo>
                    <a:pt x="1104900" y="298323"/>
                  </a:lnTo>
                  <a:lnTo>
                    <a:pt x="1677924" y="581025"/>
                  </a:lnTo>
                  <a:lnTo>
                    <a:pt x="1676908" y="391033"/>
                  </a:lnTo>
                  <a:lnTo>
                    <a:pt x="1676895" y="390512"/>
                  </a:lnTo>
                  <a:lnTo>
                    <a:pt x="2173224" y="387731"/>
                  </a:lnTo>
                  <a:lnTo>
                    <a:pt x="2172716" y="293116"/>
                  </a:lnTo>
                  <a:lnTo>
                    <a:pt x="2744089" y="576707"/>
                  </a:lnTo>
                  <a:lnTo>
                    <a:pt x="2743492" y="386461"/>
                  </a:lnTo>
                  <a:lnTo>
                    <a:pt x="2743492" y="386168"/>
                  </a:lnTo>
                  <a:lnTo>
                    <a:pt x="3224149" y="384683"/>
                  </a:lnTo>
                  <a:close/>
                </a:path>
                <a:path w="4194809" h="584835">
                  <a:moveTo>
                    <a:pt x="4194429" y="378587"/>
                  </a:moveTo>
                  <a:lnTo>
                    <a:pt x="4193286" y="188087"/>
                  </a:lnTo>
                  <a:lnTo>
                    <a:pt x="3795687" y="190550"/>
                  </a:lnTo>
                  <a:lnTo>
                    <a:pt x="3794506" y="0"/>
                  </a:lnTo>
                  <a:lnTo>
                    <a:pt x="3224784" y="289306"/>
                  </a:lnTo>
                  <a:lnTo>
                    <a:pt x="3798049" y="571500"/>
                  </a:lnTo>
                  <a:lnTo>
                    <a:pt x="3796868" y="381635"/>
                  </a:lnTo>
                  <a:lnTo>
                    <a:pt x="3796868" y="381050"/>
                  </a:lnTo>
                  <a:lnTo>
                    <a:pt x="4194429" y="378587"/>
                  </a:lnTo>
                  <a:close/>
                </a:path>
              </a:pathLst>
            </a:custGeom>
            <a:solidFill>
              <a:srgbClr val="4285F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383539" y="249377"/>
            <a:ext cx="5472511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Backpropagation </a:t>
            </a:r>
            <a:r>
              <a:rPr spc="-5" dirty="0"/>
              <a:t>for</a:t>
            </a:r>
            <a:r>
              <a:rPr spc="-110" dirty="0"/>
              <a:t> </a:t>
            </a:r>
            <a:r>
              <a:rPr dirty="0"/>
              <a:t>RNNs</a:t>
            </a:r>
          </a:p>
        </p:txBody>
      </p:sp>
      <p:grpSp>
        <p:nvGrpSpPr>
          <p:cNvPr id="41" name="object 41"/>
          <p:cNvGrpSpPr/>
          <p:nvPr/>
        </p:nvGrpSpPr>
        <p:grpSpPr>
          <a:xfrm>
            <a:off x="751609" y="1801713"/>
            <a:ext cx="1536065" cy="1280160"/>
            <a:chOff x="751609" y="1801713"/>
            <a:chExt cx="1536065" cy="1280160"/>
          </a:xfrm>
        </p:grpSpPr>
        <p:sp>
          <p:nvSpPr>
            <p:cNvPr id="42" name="object 42"/>
            <p:cNvSpPr/>
            <p:nvPr/>
          </p:nvSpPr>
          <p:spPr>
            <a:xfrm>
              <a:off x="751609" y="1801713"/>
              <a:ext cx="308976" cy="17592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1363218" y="2480945"/>
              <a:ext cx="739775" cy="111760"/>
            </a:xfrm>
            <a:custGeom>
              <a:avLst/>
              <a:gdLst/>
              <a:ahLst/>
              <a:cxnLst/>
              <a:rect l="l" t="t" r="r" b="b"/>
              <a:pathLst>
                <a:path w="739775" h="111760">
                  <a:moveTo>
                    <a:pt x="683415" y="65822"/>
                  </a:moveTo>
                  <a:lnTo>
                    <a:pt x="638937" y="91693"/>
                  </a:lnTo>
                  <a:lnTo>
                    <a:pt x="634111" y="94360"/>
                  </a:lnTo>
                  <a:lnTo>
                    <a:pt x="632587" y="100456"/>
                  </a:lnTo>
                  <a:lnTo>
                    <a:pt x="635254" y="105155"/>
                  </a:lnTo>
                  <a:lnTo>
                    <a:pt x="638048" y="109981"/>
                  </a:lnTo>
                  <a:lnTo>
                    <a:pt x="644144" y="111505"/>
                  </a:lnTo>
                  <a:lnTo>
                    <a:pt x="648843" y="108838"/>
                  </a:lnTo>
                  <a:lnTo>
                    <a:pt x="722725" y="65912"/>
                  </a:lnTo>
                  <a:lnTo>
                    <a:pt x="683415" y="65822"/>
                  </a:lnTo>
                  <a:close/>
                </a:path>
                <a:path w="739775" h="111760">
                  <a:moveTo>
                    <a:pt x="700453" y="55911"/>
                  </a:moveTo>
                  <a:lnTo>
                    <a:pt x="683415" y="65822"/>
                  </a:lnTo>
                  <a:lnTo>
                    <a:pt x="720089" y="65912"/>
                  </a:lnTo>
                  <a:lnTo>
                    <a:pt x="720098" y="64515"/>
                  </a:lnTo>
                  <a:lnTo>
                    <a:pt x="715137" y="64515"/>
                  </a:lnTo>
                  <a:lnTo>
                    <a:pt x="700453" y="55911"/>
                  </a:lnTo>
                  <a:close/>
                </a:path>
                <a:path w="739775" h="111760">
                  <a:moveTo>
                    <a:pt x="644398" y="0"/>
                  </a:moveTo>
                  <a:lnTo>
                    <a:pt x="638301" y="1650"/>
                  </a:lnTo>
                  <a:lnTo>
                    <a:pt x="632713" y="11049"/>
                  </a:lnTo>
                  <a:lnTo>
                    <a:pt x="634364" y="17144"/>
                  </a:lnTo>
                  <a:lnTo>
                    <a:pt x="683556" y="46010"/>
                  </a:lnTo>
                  <a:lnTo>
                    <a:pt x="720217" y="46100"/>
                  </a:lnTo>
                  <a:lnTo>
                    <a:pt x="720089" y="65912"/>
                  </a:lnTo>
                  <a:lnTo>
                    <a:pt x="722725" y="65912"/>
                  </a:lnTo>
                  <a:lnTo>
                    <a:pt x="739775" y="56006"/>
                  </a:lnTo>
                  <a:lnTo>
                    <a:pt x="644398" y="0"/>
                  </a:lnTo>
                  <a:close/>
                </a:path>
                <a:path w="739775" h="111760">
                  <a:moveTo>
                    <a:pt x="0" y="44322"/>
                  </a:moveTo>
                  <a:lnTo>
                    <a:pt x="0" y="64134"/>
                  </a:lnTo>
                  <a:lnTo>
                    <a:pt x="683415" y="65822"/>
                  </a:lnTo>
                  <a:lnTo>
                    <a:pt x="700453" y="55911"/>
                  </a:lnTo>
                  <a:lnTo>
                    <a:pt x="683556" y="46010"/>
                  </a:lnTo>
                  <a:lnTo>
                    <a:pt x="0" y="44322"/>
                  </a:lnTo>
                  <a:close/>
                </a:path>
                <a:path w="739775" h="111760">
                  <a:moveTo>
                    <a:pt x="715137" y="47370"/>
                  </a:moveTo>
                  <a:lnTo>
                    <a:pt x="700453" y="55911"/>
                  </a:lnTo>
                  <a:lnTo>
                    <a:pt x="715137" y="64515"/>
                  </a:lnTo>
                  <a:lnTo>
                    <a:pt x="715137" y="47370"/>
                  </a:lnTo>
                  <a:close/>
                </a:path>
                <a:path w="739775" h="111760">
                  <a:moveTo>
                    <a:pt x="720208" y="47370"/>
                  </a:moveTo>
                  <a:lnTo>
                    <a:pt x="715137" y="47370"/>
                  </a:lnTo>
                  <a:lnTo>
                    <a:pt x="715137" y="64515"/>
                  </a:lnTo>
                  <a:lnTo>
                    <a:pt x="720098" y="64515"/>
                  </a:lnTo>
                  <a:lnTo>
                    <a:pt x="720208" y="47370"/>
                  </a:lnTo>
                  <a:close/>
                </a:path>
                <a:path w="739775" h="111760">
                  <a:moveTo>
                    <a:pt x="683556" y="46010"/>
                  </a:moveTo>
                  <a:lnTo>
                    <a:pt x="700453" y="55911"/>
                  </a:lnTo>
                  <a:lnTo>
                    <a:pt x="715137" y="47370"/>
                  </a:lnTo>
                  <a:lnTo>
                    <a:pt x="720208" y="47370"/>
                  </a:lnTo>
                  <a:lnTo>
                    <a:pt x="720217" y="46100"/>
                  </a:lnTo>
                  <a:lnTo>
                    <a:pt x="683556" y="4601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1531783" y="2238175"/>
              <a:ext cx="353305" cy="20900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1101852" y="2092452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1101852" y="2325624"/>
              <a:ext cx="166115" cy="17373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1101852" y="2557272"/>
              <a:ext cx="166115" cy="1752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1101852" y="2790444"/>
              <a:ext cx="166115" cy="17373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997458" y="1998726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1" y="1068103"/>
                  </a:lnTo>
                  <a:lnTo>
                    <a:pt x="17854" y="1055036"/>
                  </a:lnTo>
                  <a:lnTo>
                    <a:pt x="4790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0" y="37236"/>
                  </a:lnTo>
                  <a:lnTo>
                    <a:pt x="17854" y="17859"/>
                  </a:lnTo>
                  <a:lnTo>
                    <a:pt x="37231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1363218" y="2250440"/>
              <a:ext cx="923925" cy="571500"/>
            </a:xfrm>
            <a:custGeom>
              <a:avLst/>
              <a:gdLst/>
              <a:ahLst/>
              <a:cxnLst/>
              <a:rect l="l" t="t" r="r" b="b"/>
              <a:pathLst>
                <a:path w="923925" h="571500">
                  <a:moveTo>
                    <a:pt x="572007" y="0"/>
                  </a:moveTo>
                  <a:lnTo>
                    <a:pt x="0" y="284734"/>
                  </a:lnTo>
                  <a:lnTo>
                    <a:pt x="570992" y="571500"/>
                  </a:lnTo>
                  <a:lnTo>
                    <a:pt x="571330" y="381035"/>
                  </a:lnTo>
                  <a:lnTo>
                    <a:pt x="476123" y="380873"/>
                  </a:lnTo>
                  <a:lnTo>
                    <a:pt x="476376" y="190373"/>
                  </a:lnTo>
                  <a:lnTo>
                    <a:pt x="571669" y="190373"/>
                  </a:lnTo>
                  <a:lnTo>
                    <a:pt x="572007" y="0"/>
                  </a:lnTo>
                  <a:close/>
                </a:path>
                <a:path w="923925" h="571500">
                  <a:moveTo>
                    <a:pt x="571669" y="190535"/>
                  </a:moveTo>
                  <a:lnTo>
                    <a:pt x="571330" y="381035"/>
                  </a:lnTo>
                  <a:lnTo>
                    <a:pt x="923544" y="381635"/>
                  </a:lnTo>
                  <a:lnTo>
                    <a:pt x="923925" y="191135"/>
                  </a:lnTo>
                  <a:lnTo>
                    <a:pt x="571669" y="190535"/>
                  </a:lnTo>
                  <a:close/>
                </a:path>
                <a:path w="923925" h="571500">
                  <a:moveTo>
                    <a:pt x="476376" y="190373"/>
                  </a:moveTo>
                  <a:lnTo>
                    <a:pt x="476123" y="380873"/>
                  </a:lnTo>
                  <a:lnTo>
                    <a:pt x="571330" y="381035"/>
                  </a:lnTo>
                  <a:lnTo>
                    <a:pt x="571669" y="190535"/>
                  </a:lnTo>
                  <a:lnTo>
                    <a:pt x="476376" y="190373"/>
                  </a:lnTo>
                  <a:close/>
                </a:path>
                <a:path w="923925" h="571500">
                  <a:moveTo>
                    <a:pt x="571669" y="190373"/>
                  </a:moveTo>
                  <a:lnTo>
                    <a:pt x="476376" y="190373"/>
                  </a:lnTo>
                  <a:lnTo>
                    <a:pt x="571669" y="190535"/>
                  </a:lnTo>
                  <a:lnTo>
                    <a:pt x="571669" y="190373"/>
                  </a:lnTo>
                  <a:close/>
                </a:path>
              </a:pathLst>
            </a:custGeom>
            <a:solidFill>
              <a:srgbClr val="4285F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079105" y="2352294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2324861" y="2329053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…</a:t>
            </a:r>
          </a:p>
        </p:txBody>
      </p:sp>
      <p:grpSp>
        <p:nvGrpSpPr>
          <p:cNvPr id="53" name="object 53"/>
          <p:cNvGrpSpPr/>
          <p:nvPr/>
        </p:nvGrpSpPr>
        <p:grpSpPr>
          <a:xfrm>
            <a:off x="1644491" y="3996690"/>
            <a:ext cx="2611120" cy="1461135"/>
            <a:chOff x="1644491" y="4625340"/>
            <a:chExt cx="2611120" cy="1461135"/>
          </a:xfrm>
        </p:grpSpPr>
        <p:sp>
          <p:nvSpPr>
            <p:cNvPr id="54" name="object 54"/>
            <p:cNvSpPr/>
            <p:nvPr/>
          </p:nvSpPr>
          <p:spPr>
            <a:xfrm>
              <a:off x="1644491" y="4812873"/>
              <a:ext cx="2518988" cy="81513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2637281" y="4639818"/>
              <a:ext cx="1603375" cy="1132840"/>
            </a:xfrm>
            <a:custGeom>
              <a:avLst/>
              <a:gdLst/>
              <a:ahLst/>
              <a:cxnLst/>
              <a:rect l="l" t="t" r="r" b="b"/>
              <a:pathLst>
                <a:path w="1603375" h="1132839">
                  <a:moveTo>
                    <a:pt x="0" y="1132331"/>
                  </a:moveTo>
                  <a:lnTo>
                    <a:pt x="1603247" y="1132331"/>
                  </a:lnTo>
                  <a:lnTo>
                    <a:pt x="1603247" y="0"/>
                  </a:lnTo>
                  <a:lnTo>
                    <a:pt x="0" y="0"/>
                  </a:lnTo>
                  <a:lnTo>
                    <a:pt x="0" y="1132331"/>
                  </a:lnTo>
                  <a:close/>
                </a:path>
              </a:pathLst>
            </a:custGeom>
            <a:ln w="28956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3397122" y="5772150"/>
              <a:ext cx="86995" cy="314325"/>
            </a:xfrm>
            <a:custGeom>
              <a:avLst/>
              <a:gdLst/>
              <a:ahLst/>
              <a:cxnLst/>
              <a:rect l="l" t="t" r="r" b="b"/>
              <a:pathLst>
                <a:path w="86995" h="314325">
                  <a:moveTo>
                    <a:pt x="57939" y="86566"/>
                  </a:moveTo>
                  <a:lnTo>
                    <a:pt x="28983" y="87129"/>
                  </a:lnTo>
                  <a:lnTo>
                    <a:pt x="33400" y="314185"/>
                  </a:lnTo>
                  <a:lnTo>
                    <a:pt x="62356" y="313626"/>
                  </a:lnTo>
                  <a:lnTo>
                    <a:pt x="57939" y="86566"/>
                  </a:lnTo>
                  <a:close/>
                </a:path>
                <a:path w="86995" h="314325">
                  <a:moveTo>
                    <a:pt x="41782" y="0"/>
                  </a:moveTo>
                  <a:lnTo>
                    <a:pt x="0" y="87693"/>
                  </a:lnTo>
                  <a:lnTo>
                    <a:pt x="28983" y="87129"/>
                  </a:lnTo>
                  <a:lnTo>
                    <a:pt x="28701" y="72656"/>
                  </a:lnTo>
                  <a:lnTo>
                    <a:pt x="57657" y="72097"/>
                  </a:lnTo>
                  <a:lnTo>
                    <a:pt x="79577" y="72097"/>
                  </a:lnTo>
                  <a:lnTo>
                    <a:pt x="41782" y="0"/>
                  </a:lnTo>
                  <a:close/>
                </a:path>
                <a:path w="86995" h="314325">
                  <a:moveTo>
                    <a:pt x="57657" y="72097"/>
                  </a:moveTo>
                  <a:lnTo>
                    <a:pt x="28701" y="72656"/>
                  </a:lnTo>
                  <a:lnTo>
                    <a:pt x="28983" y="87129"/>
                  </a:lnTo>
                  <a:lnTo>
                    <a:pt x="57939" y="86566"/>
                  </a:lnTo>
                  <a:lnTo>
                    <a:pt x="57657" y="72097"/>
                  </a:lnTo>
                  <a:close/>
                </a:path>
                <a:path w="86995" h="314325">
                  <a:moveTo>
                    <a:pt x="79577" y="72097"/>
                  </a:moveTo>
                  <a:lnTo>
                    <a:pt x="57657" y="72097"/>
                  </a:lnTo>
                  <a:lnTo>
                    <a:pt x="57939" y="86566"/>
                  </a:lnTo>
                  <a:lnTo>
                    <a:pt x="86867" y="86004"/>
                  </a:lnTo>
                  <a:lnTo>
                    <a:pt x="79577" y="72097"/>
                  </a:lnTo>
                  <a:close/>
                </a:path>
              </a:pathLst>
            </a:custGeom>
            <a:solidFill>
              <a:srgbClr val="398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2307717" y="5473852"/>
            <a:ext cx="227393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2590" marR="5080" lvl="0" indent="-390525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heavy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>
                  <a:solidFill>
                    <a:srgbClr val="3986FF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Question: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How do</a:t>
            </a:r>
            <a:r>
              <a:rPr kumimoji="0" sz="2000" b="0" i="0" u="none" strike="noStrike" kern="1200" cap="none" spc="-8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we 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calculate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this?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159755" y="3927347"/>
            <a:ext cx="346964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3075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heavy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>
                  <a:solidFill>
                    <a:srgbClr val="3986FF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Answer: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Backpropagate</a:t>
            </a:r>
            <a:r>
              <a:rPr kumimoji="0" sz="2000" b="0" i="0" u="none" strike="noStrike" kern="1200" cap="none" spc="-8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over 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timesteps </a:t>
            </a: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=</a:t>
            </a: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,…,0,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summing  gradients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as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you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go.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This algorithm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called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“backpropagation through</a:t>
            </a:r>
            <a:r>
              <a:rPr kumimoji="0" sz="2000" b="1" i="0" u="none" strike="noStrike" kern="1200" cap="none" spc="-6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time”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108483-686F-4630-AAF1-C88E7369BF9F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608698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Vanishing gradient</a:t>
            </a:r>
            <a:r>
              <a:rPr spc="-80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intuition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AB6D54-52C8-4D93-A59F-573E48EC8118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249377"/>
            <a:ext cx="5628154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Vanishing gradient</a:t>
            </a:r>
            <a:r>
              <a:rPr kumimoji="0" sz="3200" b="1" i="0" u="none" strike="noStrike" kern="1200" cap="none" spc="-8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intuition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6175" y="4177431"/>
            <a:ext cx="830119" cy="549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8675" y="4203572"/>
            <a:ext cx="2139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?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D37FE7-EF71-42A6-9A00-6F87FDC2B7F5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2554" y="2374723"/>
            <a:ext cx="368530" cy="213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93298" y="2351532"/>
            <a:ext cx="382167" cy="245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63947" y="2351532"/>
            <a:ext cx="383348" cy="245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87196" y="821436"/>
            <a:ext cx="6684645" cy="3190240"/>
            <a:chOff x="1187196" y="821436"/>
            <a:chExt cx="6684645" cy="3190240"/>
          </a:xfrm>
        </p:grpSpPr>
        <p:sp>
          <p:nvSpPr>
            <p:cNvPr id="6" name="object 6"/>
            <p:cNvSpPr/>
            <p:nvPr/>
          </p:nvSpPr>
          <p:spPr>
            <a:xfrm>
              <a:off x="6963441" y="2379361"/>
              <a:ext cx="377507" cy="217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575554" y="1213865"/>
              <a:ext cx="1880235" cy="2002155"/>
            </a:xfrm>
            <a:custGeom>
              <a:avLst/>
              <a:gdLst/>
              <a:ahLst/>
              <a:cxnLst/>
              <a:rect l="l" t="t" r="r" b="b"/>
              <a:pathLst>
                <a:path w="1880234" h="2002155">
                  <a:moveTo>
                    <a:pt x="1641221" y="1946148"/>
                  </a:moveTo>
                  <a:lnTo>
                    <a:pt x="1624203" y="1936242"/>
                  </a:lnTo>
                  <a:lnTo>
                    <a:pt x="1550289" y="1893189"/>
                  </a:lnTo>
                  <a:lnTo>
                    <a:pt x="1545590" y="1890395"/>
                  </a:lnTo>
                  <a:lnTo>
                    <a:pt x="1539494" y="1891919"/>
                  </a:lnTo>
                  <a:lnTo>
                    <a:pt x="1536827" y="1896745"/>
                  </a:lnTo>
                  <a:lnTo>
                    <a:pt x="1534033" y="1901444"/>
                  </a:lnTo>
                  <a:lnTo>
                    <a:pt x="1535684" y="1907540"/>
                  </a:lnTo>
                  <a:lnTo>
                    <a:pt x="1540383" y="1910207"/>
                  </a:lnTo>
                  <a:lnTo>
                    <a:pt x="1584998" y="1936242"/>
                  </a:lnTo>
                  <a:lnTo>
                    <a:pt x="0" y="1936242"/>
                  </a:lnTo>
                  <a:lnTo>
                    <a:pt x="0" y="1956054"/>
                  </a:lnTo>
                  <a:lnTo>
                    <a:pt x="1584998" y="1956054"/>
                  </a:lnTo>
                  <a:lnTo>
                    <a:pt x="1540383" y="1982089"/>
                  </a:lnTo>
                  <a:lnTo>
                    <a:pt x="1535684" y="1984756"/>
                  </a:lnTo>
                  <a:lnTo>
                    <a:pt x="1534033" y="1990852"/>
                  </a:lnTo>
                  <a:lnTo>
                    <a:pt x="1536827" y="1995551"/>
                  </a:lnTo>
                  <a:lnTo>
                    <a:pt x="1539494" y="2000377"/>
                  </a:lnTo>
                  <a:lnTo>
                    <a:pt x="1545590" y="2001901"/>
                  </a:lnTo>
                  <a:lnTo>
                    <a:pt x="1550289" y="1999107"/>
                  </a:lnTo>
                  <a:lnTo>
                    <a:pt x="1624203" y="1956054"/>
                  </a:lnTo>
                  <a:lnTo>
                    <a:pt x="1641221" y="1946148"/>
                  </a:lnTo>
                  <a:close/>
                </a:path>
                <a:path w="1880234" h="2002155">
                  <a:moveTo>
                    <a:pt x="1879981" y="95504"/>
                  </a:moveTo>
                  <a:lnTo>
                    <a:pt x="1877187" y="90805"/>
                  </a:lnTo>
                  <a:lnTo>
                    <a:pt x="1835632" y="19558"/>
                  </a:lnTo>
                  <a:lnTo>
                    <a:pt x="1824228" y="0"/>
                  </a:lnTo>
                  <a:lnTo>
                    <a:pt x="1771269" y="90805"/>
                  </a:lnTo>
                  <a:lnTo>
                    <a:pt x="1768475" y="95504"/>
                  </a:lnTo>
                  <a:lnTo>
                    <a:pt x="1769999" y="101600"/>
                  </a:lnTo>
                  <a:lnTo>
                    <a:pt x="1774825" y="104394"/>
                  </a:lnTo>
                  <a:lnTo>
                    <a:pt x="1779524" y="107188"/>
                  </a:lnTo>
                  <a:lnTo>
                    <a:pt x="1785620" y="105537"/>
                  </a:lnTo>
                  <a:lnTo>
                    <a:pt x="1788287" y="100838"/>
                  </a:lnTo>
                  <a:lnTo>
                    <a:pt x="1814322" y="56210"/>
                  </a:lnTo>
                  <a:lnTo>
                    <a:pt x="1814322" y="1408938"/>
                  </a:lnTo>
                  <a:lnTo>
                    <a:pt x="1834134" y="1408938"/>
                  </a:lnTo>
                  <a:lnTo>
                    <a:pt x="1834134" y="56210"/>
                  </a:lnTo>
                  <a:lnTo>
                    <a:pt x="1860169" y="100838"/>
                  </a:lnTo>
                  <a:lnTo>
                    <a:pt x="1862836" y="105537"/>
                  </a:lnTo>
                  <a:lnTo>
                    <a:pt x="1868932" y="107188"/>
                  </a:lnTo>
                  <a:lnTo>
                    <a:pt x="1878330" y="101600"/>
                  </a:lnTo>
                  <a:lnTo>
                    <a:pt x="1879981" y="955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322819" y="2715768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322819" y="2948940"/>
              <a:ext cx="166115" cy="1737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322819" y="3180587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322819" y="3413759"/>
              <a:ext cx="166115" cy="1737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216902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569969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2" y="91693"/>
                  </a:lnTo>
                  <a:lnTo>
                    <a:pt x="1535683" y="94361"/>
                  </a:lnTo>
                  <a:lnTo>
                    <a:pt x="1534032" y="100456"/>
                  </a:lnTo>
                  <a:lnTo>
                    <a:pt x="1536827" y="105155"/>
                  </a:lnTo>
                  <a:lnTo>
                    <a:pt x="1539493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5" y="65659"/>
                  </a:lnTo>
                  <a:lnTo>
                    <a:pt x="1621535" y="64262"/>
                  </a:lnTo>
                  <a:lnTo>
                    <a:pt x="1616582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5" y="45847"/>
                  </a:lnTo>
                  <a:lnTo>
                    <a:pt x="1621535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2" y="47243"/>
                  </a:moveTo>
                  <a:lnTo>
                    <a:pt x="1601996" y="55752"/>
                  </a:lnTo>
                  <a:lnTo>
                    <a:pt x="1616582" y="64262"/>
                  </a:lnTo>
                  <a:lnTo>
                    <a:pt x="1616582" y="47243"/>
                  </a:lnTo>
                  <a:close/>
                </a:path>
                <a:path w="1641475" h="111760">
                  <a:moveTo>
                    <a:pt x="1621535" y="47243"/>
                  </a:moveTo>
                  <a:lnTo>
                    <a:pt x="1616582" y="47243"/>
                  </a:lnTo>
                  <a:lnTo>
                    <a:pt x="1616582" y="64262"/>
                  </a:lnTo>
                  <a:lnTo>
                    <a:pt x="1621535" y="64262"/>
                  </a:lnTo>
                  <a:lnTo>
                    <a:pt x="1621535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3" y="1524"/>
                  </a:lnTo>
                  <a:lnTo>
                    <a:pt x="1536827" y="6350"/>
                  </a:lnTo>
                  <a:lnTo>
                    <a:pt x="1534032" y="11049"/>
                  </a:lnTo>
                  <a:lnTo>
                    <a:pt x="1535683" y="17144"/>
                  </a:lnTo>
                  <a:lnTo>
                    <a:pt x="1540382" y="19812"/>
                  </a:lnTo>
                  <a:lnTo>
                    <a:pt x="1601996" y="55752"/>
                  </a:lnTo>
                  <a:lnTo>
                    <a:pt x="1616582" y="47243"/>
                  </a:lnTo>
                  <a:lnTo>
                    <a:pt x="1621535" y="47243"/>
                  </a:lnTo>
                  <a:lnTo>
                    <a:pt x="1621535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315711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315711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315711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315711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209793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301496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301496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301496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301496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197102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1" y="1068103"/>
                  </a:lnTo>
                  <a:lnTo>
                    <a:pt x="17854" y="1055036"/>
                  </a:lnTo>
                  <a:lnTo>
                    <a:pt x="4790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0" y="37236"/>
                  </a:lnTo>
                  <a:lnTo>
                    <a:pt x="17854" y="17859"/>
                  </a:lnTo>
                  <a:lnTo>
                    <a:pt x="37231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562862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3" y="91693"/>
                  </a:lnTo>
                  <a:lnTo>
                    <a:pt x="1535683" y="94361"/>
                  </a:lnTo>
                  <a:lnTo>
                    <a:pt x="1534033" y="100456"/>
                  </a:lnTo>
                  <a:lnTo>
                    <a:pt x="1536827" y="105155"/>
                  </a:lnTo>
                  <a:lnTo>
                    <a:pt x="1539494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6" y="65659"/>
                  </a:lnTo>
                  <a:lnTo>
                    <a:pt x="1621536" y="64262"/>
                  </a:lnTo>
                  <a:lnTo>
                    <a:pt x="1616583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6" y="45847"/>
                  </a:lnTo>
                  <a:lnTo>
                    <a:pt x="1621536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3" y="47243"/>
                  </a:moveTo>
                  <a:lnTo>
                    <a:pt x="1601996" y="55752"/>
                  </a:lnTo>
                  <a:lnTo>
                    <a:pt x="1616583" y="64262"/>
                  </a:lnTo>
                  <a:lnTo>
                    <a:pt x="1616583" y="47243"/>
                  </a:lnTo>
                  <a:close/>
                </a:path>
                <a:path w="1641475" h="111760">
                  <a:moveTo>
                    <a:pt x="1621536" y="47243"/>
                  </a:moveTo>
                  <a:lnTo>
                    <a:pt x="1616583" y="47243"/>
                  </a:lnTo>
                  <a:lnTo>
                    <a:pt x="1616583" y="64262"/>
                  </a:lnTo>
                  <a:lnTo>
                    <a:pt x="1621536" y="64262"/>
                  </a:lnTo>
                  <a:lnTo>
                    <a:pt x="1621536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4" y="1524"/>
                  </a:lnTo>
                  <a:lnTo>
                    <a:pt x="1536827" y="6350"/>
                  </a:lnTo>
                  <a:lnTo>
                    <a:pt x="1534033" y="11049"/>
                  </a:lnTo>
                  <a:lnTo>
                    <a:pt x="1535683" y="17144"/>
                  </a:lnTo>
                  <a:lnTo>
                    <a:pt x="1540383" y="19812"/>
                  </a:lnTo>
                  <a:lnTo>
                    <a:pt x="1601996" y="55752"/>
                  </a:lnTo>
                  <a:lnTo>
                    <a:pt x="1616583" y="47243"/>
                  </a:lnTo>
                  <a:lnTo>
                    <a:pt x="1621536" y="47243"/>
                  </a:lnTo>
                  <a:lnTo>
                    <a:pt x="1621536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308603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308603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308603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308603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204210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228419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252291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6259288" y="2873078"/>
              <a:ext cx="290818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053144" y="916255"/>
              <a:ext cx="673425" cy="26901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2913888" y="821435"/>
              <a:ext cx="4958080" cy="3190240"/>
            </a:xfrm>
            <a:custGeom>
              <a:avLst/>
              <a:gdLst/>
              <a:ahLst/>
              <a:cxnLst/>
              <a:rect l="l" t="t" r="r" b="b"/>
              <a:pathLst>
                <a:path w="4958080" h="3190240">
                  <a:moveTo>
                    <a:pt x="899160" y="1491996"/>
                  </a:moveTo>
                  <a:lnTo>
                    <a:pt x="0" y="1491996"/>
                  </a:lnTo>
                  <a:lnTo>
                    <a:pt x="0" y="3189732"/>
                  </a:lnTo>
                  <a:lnTo>
                    <a:pt x="899160" y="3189732"/>
                  </a:lnTo>
                  <a:lnTo>
                    <a:pt x="899160" y="1491996"/>
                  </a:lnTo>
                  <a:close/>
                </a:path>
                <a:path w="4958080" h="3190240">
                  <a:moveTo>
                    <a:pt x="4957572" y="0"/>
                  </a:moveTo>
                  <a:lnTo>
                    <a:pt x="4008120" y="0"/>
                  </a:lnTo>
                  <a:lnTo>
                    <a:pt x="4008120" y="350520"/>
                  </a:lnTo>
                  <a:lnTo>
                    <a:pt x="4008120" y="445008"/>
                  </a:lnTo>
                  <a:lnTo>
                    <a:pt x="4957572" y="445008"/>
                  </a:lnTo>
                  <a:lnTo>
                    <a:pt x="4957572" y="350520"/>
                  </a:lnTo>
                  <a:lnTo>
                    <a:pt x="4957572" y="0"/>
                  </a:lnTo>
                  <a:close/>
                </a:path>
              </a:pathLst>
            </a:custGeom>
            <a:solidFill>
              <a:srgbClr val="4285F4">
                <a:alpha val="34901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396734" y="1267205"/>
              <a:ext cx="8255" cy="1923414"/>
            </a:xfrm>
            <a:custGeom>
              <a:avLst/>
              <a:gdLst/>
              <a:ahLst/>
              <a:cxnLst/>
              <a:rect l="l" t="t" r="r" b="b"/>
              <a:pathLst>
                <a:path w="8254" h="1923414">
                  <a:moveTo>
                    <a:pt x="-91122" y="961580"/>
                  </a:moveTo>
                  <a:lnTo>
                    <a:pt x="99377" y="961580"/>
                  </a:lnTo>
                </a:path>
              </a:pathLst>
            </a:custGeom>
            <a:ln w="2113661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3813810" y="2876422"/>
              <a:ext cx="3651250" cy="571500"/>
            </a:xfrm>
            <a:custGeom>
              <a:avLst/>
              <a:gdLst/>
              <a:ahLst/>
              <a:cxnLst/>
              <a:rect l="l" t="t" r="r" b="b"/>
              <a:pathLst>
                <a:path w="3651250" h="571500">
                  <a:moveTo>
                    <a:pt x="570991" y="0"/>
                  </a:moveTo>
                  <a:lnTo>
                    <a:pt x="0" y="286638"/>
                  </a:lnTo>
                  <a:lnTo>
                    <a:pt x="572007" y="571500"/>
                  </a:lnTo>
                  <a:lnTo>
                    <a:pt x="571669" y="381126"/>
                  </a:lnTo>
                  <a:lnTo>
                    <a:pt x="476376" y="381126"/>
                  </a:lnTo>
                  <a:lnTo>
                    <a:pt x="476123" y="190626"/>
                  </a:lnTo>
                  <a:lnTo>
                    <a:pt x="571330" y="190467"/>
                  </a:lnTo>
                  <a:lnTo>
                    <a:pt x="570991" y="0"/>
                  </a:lnTo>
                  <a:close/>
                </a:path>
                <a:path w="3651250" h="571500">
                  <a:moveTo>
                    <a:pt x="571330" y="190467"/>
                  </a:moveTo>
                  <a:lnTo>
                    <a:pt x="476123" y="190626"/>
                  </a:lnTo>
                  <a:lnTo>
                    <a:pt x="476376" y="381126"/>
                  </a:lnTo>
                  <a:lnTo>
                    <a:pt x="571669" y="380966"/>
                  </a:lnTo>
                  <a:lnTo>
                    <a:pt x="571330" y="190467"/>
                  </a:lnTo>
                  <a:close/>
                </a:path>
                <a:path w="3651250" h="571500">
                  <a:moveTo>
                    <a:pt x="571669" y="380966"/>
                  </a:moveTo>
                  <a:lnTo>
                    <a:pt x="476376" y="381126"/>
                  </a:lnTo>
                  <a:lnTo>
                    <a:pt x="571669" y="381126"/>
                  </a:lnTo>
                  <a:lnTo>
                    <a:pt x="571669" y="380966"/>
                  </a:lnTo>
                  <a:close/>
                </a:path>
                <a:path w="3651250" h="571500">
                  <a:moveTo>
                    <a:pt x="3650615" y="185292"/>
                  </a:moveTo>
                  <a:lnTo>
                    <a:pt x="571330" y="190467"/>
                  </a:lnTo>
                  <a:lnTo>
                    <a:pt x="571669" y="380966"/>
                  </a:lnTo>
                  <a:lnTo>
                    <a:pt x="3650995" y="375792"/>
                  </a:lnTo>
                  <a:lnTo>
                    <a:pt x="3650615" y="185292"/>
                  </a:lnTo>
                  <a:close/>
                </a:path>
              </a:pathLst>
            </a:custGeom>
            <a:solidFill>
              <a:srgbClr val="4285F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69624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Vanishing gradient</a:t>
            </a:r>
            <a:r>
              <a:rPr spc="-80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intuition</a:t>
            </a:r>
          </a:p>
        </p:txBody>
      </p:sp>
      <p:sp>
        <p:nvSpPr>
          <p:cNvPr id="38" name="object 38"/>
          <p:cNvSpPr/>
          <p:nvPr/>
        </p:nvSpPr>
        <p:spPr>
          <a:xfrm>
            <a:off x="1106175" y="4177431"/>
            <a:ext cx="830119" cy="5496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210098" y="4183379"/>
            <a:ext cx="735733" cy="6477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109180" y="4190115"/>
            <a:ext cx="556991" cy="54962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86710" y="4965954"/>
            <a:ext cx="1016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chain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rule!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0538F8-0D47-4D07-9D3B-1B3F973DCAE6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2554" y="2374723"/>
            <a:ext cx="368530" cy="213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93298" y="2351532"/>
            <a:ext cx="382167" cy="245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63947" y="2351532"/>
            <a:ext cx="383348" cy="245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87196" y="821436"/>
            <a:ext cx="6684645" cy="3190240"/>
            <a:chOff x="1187196" y="821436"/>
            <a:chExt cx="6684645" cy="3190240"/>
          </a:xfrm>
        </p:grpSpPr>
        <p:sp>
          <p:nvSpPr>
            <p:cNvPr id="6" name="object 6"/>
            <p:cNvSpPr/>
            <p:nvPr/>
          </p:nvSpPr>
          <p:spPr>
            <a:xfrm>
              <a:off x="6963441" y="2379361"/>
              <a:ext cx="377507" cy="217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575554" y="1213865"/>
              <a:ext cx="1880235" cy="2002155"/>
            </a:xfrm>
            <a:custGeom>
              <a:avLst/>
              <a:gdLst/>
              <a:ahLst/>
              <a:cxnLst/>
              <a:rect l="l" t="t" r="r" b="b"/>
              <a:pathLst>
                <a:path w="1880234" h="2002155">
                  <a:moveTo>
                    <a:pt x="1641221" y="1946148"/>
                  </a:moveTo>
                  <a:lnTo>
                    <a:pt x="1624203" y="1936242"/>
                  </a:lnTo>
                  <a:lnTo>
                    <a:pt x="1550289" y="1893189"/>
                  </a:lnTo>
                  <a:lnTo>
                    <a:pt x="1545590" y="1890395"/>
                  </a:lnTo>
                  <a:lnTo>
                    <a:pt x="1539494" y="1891919"/>
                  </a:lnTo>
                  <a:lnTo>
                    <a:pt x="1536827" y="1896745"/>
                  </a:lnTo>
                  <a:lnTo>
                    <a:pt x="1534033" y="1901444"/>
                  </a:lnTo>
                  <a:lnTo>
                    <a:pt x="1535684" y="1907540"/>
                  </a:lnTo>
                  <a:lnTo>
                    <a:pt x="1540383" y="1910207"/>
                  </a:lnTo>
                  <a:lnTo>
                    <a:pt x="1584998" y="1936242"/>
                  </a:lnTo>
                  <a:lnTo>
                    <a:pt x="0" y="1936242"/>
                  </a:lnTo>
                  <a:lnTo>
                    <a:pt x="0" y="1956054"/>
                  </a:lnTo>
                  <a:lnTo>
                    <a:pt x="1584998" y="1956054"/>
                  </a:lnTo>
                  <a:lnTo>
                    <a:pt x="1540383" y="1982089"/>
                  </a:lnTo>
                  <a:lnTo>
                    <a:pt x="1535684" y="1984756"/>
                  </a:lnTo>
                  <a:lnTo>
                    <a:pt x="1534033" y="1990852"/>
                  </a:lnTo>
                  <a:lnTo>
                    <a:pt x="1536827" y="1995551"/>
                  </a:lnTo>
                  <a:lnTo>
                    <a:pt x="1539494" y="2000377"/>
                  </a:lnTo>
                  <a:lnTo>
                    <a:pt x="1545590" y="2001901"/>
                  </a:lnTo>
                  <a:lnTo>
                    <a:pt x="1550289" y="1999107"/>
                  </a:lnTo>
                  <a:lnTo>
                    <a:pt x="1624203" y="1956054"/>
                  </a:lnTo>
                  <a:lnTo>
                    <a:pt x="1641221" y="1946148"/>
                  </a:lnTo>
                  <a:close/>
                </a:path>
                <a:path w="1880234" h="2002155">
                  <a:moveTo>
                    <a:pt x="1879981" y="95504"/>
                  </a:moveTo>
                  <a:lnTo>
                    <a:pt x="1877187" y="90805"/>
                  </a:lnTo>
                  <a:lnTo>
                    <a:pt x="1835632" y="19558"/>
                  </a:lnTo>
                  <a:lnTo>
                    <a:pt x="1824228" y="0"/>
                  </a:lnTo>
                  <a:lnTo>
                    <a:pt x="1771269" y="90805"/>
                  </a:lnTo>
                  <a:lnTo>
                    <a:pt x="1768475" y="95504"/>
                  </a:lnTo>
                  <a:lnTo>
                    <a:pt x="1769999" y="101600"/>
                  </a:lnTo>
                  <a:lnTo>
                    <a:pt x="1774825" y="104394"/>
                  </a:lnTo>
                  <a:lnTo>
                    <a:pt x="1779524" y="107188"/>
                  </a:lnTo>
                  <a:lnTo>
                    <a:pt x="1785620" y="105537"/>
                  </a:lnTo>
                  <a:lnTo>
                    <a:pt x="1788287" y="100838"/>
                  </a:lnTo>
                  <a:lnTo>
                    <a:pt x="1814322" y="56210"/>
                  </a:lnTo>
                  <a:lnTo>
                    <a:pt x="1814322" y="1408938"/>
                  </a:lnTo>
                  <a:lnTo>
                    <a:pt x="1834134" y="1408938"/>
                  </a:lnTo>
                  <a:lnTo>
                    <a:pt x="1834134" y="56210"/>
                  </a:lnTo>
                  <a:lnTo>
                    <a:pt x="1860169" y="100838"/>
                  </a:lnTo>
                  <a:lnTo>
                    <a:pt x="1862836" y="105537"/>
                  </a:lnTo>
                  <a:lnTo>
                    <a:pt x="1868932" y="107188"/>
                  </a:lnTo>
                  <a:lnTo>
                    <a:pt x="1878330" y="101600"/>
                  </a:lnTo>
                  <a:lnTo>
                    <a:pt x="1879981" y="955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322819" y="2715768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322819" y="2948940"/>
              <a:ext cx="166115" cy="1737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322819" y="3180587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322819" y="3413759"/>
              <a:ext cx="166115" cy="1737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216902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569969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2" y="91693"/>
                  </a:lnTo>
                  <a:lnTo>
                    <a:pt x="1535683" y="94361"/>
                  </a:lnTo>
                  <a:lnTo>
                    <a:pt x="1534032" y="100456"/>
                  </a:lnTo>
                  <a:lnTo>
                    <a:pt x="1536827" y="105155"/>
                  </a:lnTo>
                  <a:lnTo>
                    <a:pt x="1539493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5" y="65659"/>
                  </a:lnTo>
                  <a:lnTo>
                    <a:pt x="1621535" y="64262"/>
                  </a:lnTo>
                  <a:lnTo>
                    <a:pt x="1616582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5" y="45847"/>
                  </a:lnTo>
                  <a:lnTo>
                    <a:pt x="1621535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2" y="47243"/>
                  </a:moveTo>
                  <a:lnTo>
                    <a:pt x="1601996" y="55752"/>
                  </a:lnTo>
                  <a:lnTo>
                    <a:pt x="1616582" y="64262"/>
                  </a:lnTo>
                  <a:lnTo>
                    <a:pt x="1616582" y="47243"/>
                  </a:lnTo>
                  <a:close/>
                </a:path>
                <a:path w="1641475" h="111760">
                  <a:moveTo>
                    <a:pt x="1621535" y="47243"/>
                  </a:moveTo>
                  <a:lnTo>
                    <a:pt x="1616582" y="47243"/>
                  </a:lnTo>
                  <a:lnTo>
                    <a:pt x="1616582" y="64262"/>
                  </a:lnTo>
                  <a:lnTo>
                    <a:pt x="1621535" y="64262"/>
                  </a:lnTo>
                  <a:lnTo>
                    <a:pt x="1621535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3" y="1524"/>
                  </a:lnTo>
                  <a:lnTo>
                    <a:pt x="1536827" y="6350"/>
                  </a:lnTo>
                  <a:lnTo>
                    <a:pt x="1534032" y="11049"/>
                  </a:lnTo>
                  <a:lnTo>
                    <a:pt x="1535683" y="17144"/>
                  </a:lnTo>
                  <a:lnTo>
                    <a:pt x="1540382" y="19812"/>
                  </a:lnTo>
                  <a:lnTo>
                    <a:pt x="1601996" y="55752"/>
                  </a:lnTo>
                  <a:lnTo>
                    <a:pt x="1616582" y="47243"/>
                  </a:lnTo>
                  <a:lnTo>
                    <a:pt x="1621535" y="47243"/>
                  </a:lnTo>
                  <a:lnTo>
                    <a:pt x="1621535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315711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315711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315711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315711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209793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301496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301496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301496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301496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197102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1" y="1068103"/>
                  </a:lnTo>
                  <a:lnTo>
                    <a:pt x="17854" y="1055036"/>
                  </a:lnTo>
                  <a:lnTo>
                    <a:pt x="4790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0" y="37236"/>
                  </a:lnTo>
                  <a:lnTo>
                    <a:pt x="17854" y="17859"/>
                  </a:lnTo>
                  <a:lnTo>
                    <a:pt x="37231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562862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3" y="91693"/>
                  </a:lnTo>
                  <a:lnTo>
                    <a:pt x="1535683" y="94361"/>
                  </a:lnTo>
                  <a:lnTo>
                    <a:pt x="1534033" y="100456"/>
                  </a:lnTo>
                  <a:lnTo>
                    <a:pt x="1536827" y="105155"/>
                  </a:lnTo>
                  <a:lnTo>
                    <a:pt x="1539494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6" y="65659"/>
                  </a:lnTo>
                  <a:lnTo>
                    <a:pt x="1621536" y="64262"/>
                  </a:lnTo>
                  <a:lnTo>
                    <a:pt x="1616583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6" y="45847"/>
                  </a:lnTo>
                  <a:lnTo>
                    <a:pt x="1621536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3" y="47243"/>
                  </a:moveTo>
                  <a:lnTo>
                    <a:pt x="1601996" y="55752"/>
                  </a:lnTo>
                  <a:lnTo>
                    <a:pt x="1616583" y="64262"/>
                  </a:lnTo>
                  <a:lnTo>
                    <a:pt x="1616583" y="47243"/>
                  </a:lnTo>
                  <a:close/>
                </a:path>
                <a:path w="1641475" h="111760">
                  <a:moveTo>
                    <a:pt x="1621536" y="47243"/>
                  </a:moveTo>
                  <a:lnTo>
                    <a:pt x="1616583" y="47243"/>
                  </a:lnTo>
                  <a:lnTo>
                    <a:pt x="1616583" y="64262"/>
                  </a:lnTo>
                  <a:lnTo>
                    <a:pt x="1621536" y="64262"/>
                  </a:lnTo>
                  <a:lnTo>
                    <a:pt x="1621536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4" y="1524"/>
                  </a:lnTo>
                  <a:lnTo>
                    <a:pt x="1536827" y="6350"/>
                  </a:lnTo>
                  <a:lnTo>
                    <a:pt x="1534033" y="11049"/>
                  </a:lnTo>
                  <a:lnTo>
                    <a:pt x="1535683" y="17144"/>
                  </a:lnTo>
                  <a:lnTo>
                    <a:pt x="1540383" y="19812"/>
                  </a:lnTo>
                  <a:lnTo>
                    <a:pt x="1601996" y="55752"/>
                  </a:lnTo>
                  <a:lnTo>
                    <a:pt x="1616583" y="47243"/>
                  </a:lnTo>
                  <a:lnTo>
                    <a:pt x="1621536" y="47243"/>
                  </a:lnTo>
                  <a:lnTo>
                    <a:pt x="1621536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308603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308603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308603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308603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204210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228419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252291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6259288" y="2873078"/>
              <a:ext cx="290818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053144" y="916255"/>
              <a:ext cx="673425" cy="26901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4936236" y="821435"/>
              <a:ext cx="2935605" cy="3190240"/>
            </a:xfrm>
            <a:custGeom>
              <a:avLst/>
              <a:gdLst/>
              <a:ahLst/>
              <a:cxnLst/>
              <a:rect l="l" t="t" r="r" b="b"/>
              <a:pathLst>
                <a:path w="2935604" h="3190240">
                  <a:moveTo>
                    <a:pt x="899160" y="1491996"/>
                  </a:moveTo>
                  <a:lnTo>
                    <a:pt x="0" y="1491996"/>
                  </a:lnTo>
                  <a:lnTo>
                    <a:pt x="0" y="3189732"/>
                  </a:lnTo>
                  <a:lnTo>
                    <a:pt x="899160" y="3189732"/>
                  </a:lnTo>
                  <a:lnTo>
                    <a:pt x="899160" y="1491996"/>
                  </a:lnTo>
                  <a:close/>
                </a:path>
                <a:path w="2935604" h="3190240">
                  <a:moveTo>
                    <a:pt x="2935224" y="0"/>
                  </a:moveTo>
                  <a:lnTo>
                    <a:pt x="1985772" y="0"/>
                  </a:lnTo>
                  <a:lnTo>
                    <a:pt x="1985772" y="350520"/>
                  </a:lnTo>
                  <a:lnTo>
                    <a:pt x="1985772" y="445008"/>
                  </a:lnTo>
                  <a:lnTo>
                    <a:pt x="2935224" y="445008"/>
                  </a:lnTo>
                  <a:lnTo>
                    <a:pt x="2935224" y="350520"/>
                  </a:lnTo>
                  <a:lnTo>
                    <a:pt x="2935224" y="0"/>
                  </a:lnTo>
                  <a:close/>
                </a:path>
              </a:pathLst>
            </a:custGeom>
            <a:solidFill>
              <a:srgbClr val="4285F4">
                <a:alpha val="34901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396734" y="1267205"/>
              <a:ext cx="8255" cy="1923414"/>
            </a:xfrm>
            <a:custGeom>
              <a:avLst/>
              <a:gdLst/>
              <a:ahLst/>
              <a:cxnLst/>
              <a:rect l="l" t="t" r="r" b="b"/>
              <a:pathLst>
                <a:path w="8254" h="1923414">
                  <a:moveTo>
                    <a:pt x="-91122" y="961580"/>
                  </a:moveTo>
                  <a:lnTo>
                    <a:pt x="99377" y="961580"/>
                  </a:lnTo>
                </a:path>
              </a:pathLst>
            </a:custGeom>
            <a:ln w="2113661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5836158" y="2874263"/>
              <a:ext cx="1642745" cy="571500"/>
            </a:xfrm>
            <a:custGeom>
              <a:avLst/>
              <a:gdLst/>
              <a:ahLst/>
              <a:cxnLst/>
              <a:rect l="l" t="t" r="r" b="b"/>
              <a:pathLst>
                <a:path w="1642745" h="571500">
                  <a:moveTo>
                    <a:pt x="571500" y="0"/>
                  </a:moveTo>
                  <a:lnTo>
                    <a:pt x="0" y="285750"/>
                  </a:lnTo>
                  <a:lnTo>
                    <a:pt x="571500" y="571500"/>
                  </a:lnTo>
                  <a:lnTo>
                    <a:pt x="571500" y="381000"/>
                  </a:lnTo>
                  <a:lnTo>
                    <a:pt x="476250" y="381000"/>
                  </a:lnTo>
                  <a:lnTo>
                    <a:pt x="476250" y="190500"/>
                  </a:lnTo>
                  <a:lnTo>
                    <a:pt x="571500" y="190500"/>
                  </a:lnTo>
                  <a:lnTo>
                    <a:pt x="571500" y="0"/>
                  </a:lnTo>
                  <a:close/>
                </a:path>
                <a:path w="1642745" h="571500">
                  <a:moveTo>
                    <a:pt x="571500" y="190500"/>
                  </a:moveTo>
                  <a:lnTo>
                    <a:pt x="476250" y="190500"/>
                  </a:lnTo>
                  <a:lnTo>
                    <a:pt x="476250" y="381000"/>
                  </a:lnTo>
                  <a:lnTo>
                    <a:pt x="571500" y="381000"/>
                  </a:lnTo>
                  <a:lnTo>
                    <a:pt x="571500" y="190500"/>
                  </a:lnTo>
                  <a:close/>
                </a:path>
                <a:path w="1642745" h="571500">
                  <a:moveTo>
                    <a:pt x="1642237" y="190500"/>
                  </a:moveTo>
                  <a:lnTo>
                    <a:pt x="571500" y="190500"/>
                  </a:lnTo>
                  <a:lnTo>
                    <a:pt x="571500" y="381000"/>
                  </a:lnTo>
                  <a:lnTo>
                    <a:pt x="1642237" y="381000"/>
                  </a:lnTo>
                  <a:lnTo>
                    <a:pt x="1642237" y="190500"/>
                  </a:lnTo>
                  <a:close/>
                </a:path>
              </a:pathLst>
            </a:custGeom>
            <a:solidFill>
              <a:srgbClr val="4285F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57951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Vanishing gradient</a:t>
            </a:r>
            <a:r>
              <a:rPr spc="-80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intuition</a:t>
            </a:r>
          </a:p>
        </p:txBody>
      </p:sp>
      <p:sp>
        <p:nvSpPr>
          <p:cNvPr id="38" name="object 38"/>
          <p:cNvSpPr/>
          <p:nvPr/>
        </p:nvSpPr>
        <p:spPr>
          <a:xfrm>
            <a:off x="1106175" y="4177431"/>
            <a:ext cx="830119" cy="5496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210098" y="4183379"/>
            <a:ext cx="735733" cy="6477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203991" y="4206728"/>
            <a:ext cx="729877" cy="5461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175859" y="4200539"/>
            <a:ext cx="552903" cy="63358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79721" y="4965954"/>
            <a:ext cx="1016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chain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rule!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9FA112-CF72-48AE-B556-DF685AE07713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2554" y="2374723"/>
            <a:ext cx="368530" cy="213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93298" y="2351532"/>
            <a:ext cx="382167" cy="245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63947" y="2351532"/>
            <a:ext cx="383348" cy="245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87196" y="821436"/>
            <a:ext cx="6684645" cy="3139440"/>
            <a:chOff x="1187196" y="821436"/>
            <a:chExt cx="6684645" cy="3139440"/>
          </a:xfrm>
        </p:grpSpPr>
        <p:sp>
          <p:nvSpPr>
            <p:cNvPr id="6" name="object 6"/>
            <p:cNvSpPr/>
            <p:nvPr/>
          </p:nvSpPr>
          <p:spPr>
            <a:xfrm>
              <a:off x="6963441" y="2379361"/>
              <a:ext cx="377507" cy="217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575554" y="1213865"/>
              <a:ext cx="1880235" cy="2002155"/>
            </a:xfrm>
            <a:custGeom>
              <a:avLst/>
              <a:gdLst/>
              <a:ahLst/>
              <a:cxnLst/>
              <a:rect l="l" t="t" r="r" b="b"/>
              <a:pathLst>
                <a:path w="1880234" h="2002155">
                  <a:moveTo>
                    <a:pt x="1641221" y="1946148"/>
                  </a:moveTo>
                  <a:lnTo>
                    <a:pt x="1624203" y="1936242"/>
                  </a:lnTo>
                  <a:lnTo>
                    <a:pt x="1550289" y="1893189"/>
                  </a:lnTo>
                  <a:lnTo>
                    <a:pt x="1545590" y="1890395"/>
                  </a:lnTo>
                  <a:lnTo>
                    <a:pt x="1539494" y="1891919"/>
                  </a:lnTo>
                  <a:lnTo>
                    <a:pt x="1536827" y="1896745"/>
                  </a:lnTo>
                  <a:lnTo>
                    <a:pt x="1534033" y="1901444"/>
                  </a:lnTo>
                  <a:lnTo>
                    <a:pt x="1535684" y="1907540"/>
                  </a:lnTo>
                  <a:lnTo>
                    <a:pt x="1540383" y="1910207"/>
                  </a:lnTo>
                  <a:lnTo>
                    <a:pt x="1584998" y="1936242"/>
                  </a:lnTo>
                  <a:lnTo>
                    <a:pt x="0" y="1936242"/>
                  </a:lnTo>
                  <a:lnTo>
                    <a:pt x="0" y="1956054"/>
                  </a:lnTo>
                  <a:lnTo>
                    <a:pt x="1584998" y="1956054"/>
                  </a:lnTo>
                  <a:lnTo>
                    <a:pt x="1540383" y="1982089"/>
                  </a:lnTo>
                  <a:lnTo>
                    <a:pt x="1535684" y="1984756"/>
                  </a:lnTo>
                  <a:lnTo>
                    <a:pt x="1534033" y="1990852"/>
                  </a:lnTo>
                  <a:lnTo>
                    <a:pt x="1536827" y="1995551"/>
                  </a:lnTo>
                  <a:lnTo>
                    <a:pt x="1539494" y="2000377"/>
                  </a:lnTo>
                  <a:lnTo>
                    <a:pt x="1545590" y="2001901"/>
                  </a:lnTo>
                  <a:lnTo>
                    <a:pt x="1550289" y="1999107"/>
                  </a:lnTo>
                  <a:lnTo>
                    <a:pt x="1624203" y="1956054"/>
                  </a:lnTo>
                  <a:lnTo>
                    <a:pt x="1641221" y="1946148"/>
                  </a:lnTo>
                  <a:close/>
                </a:path>
                <a:path w="1880234" h="2002155">
                  <a:moveTo>
                    <a:pt x="1879981" y="95504"/>
                  </a:moveTo>
                  <a:lnTo>
                    <a:pt x="1877187" y="90805"/>
                  </a:lnTo>
                  <a:lnTo>
                    <a:pt x="1835632" y="19558"/>
                  </a:lnTo>
                  <a:lnTo>
                    <a:pt x="1824228" y="0"/>
                  </a:lnTo>
                  <a:lnTo>
                    <a:pt x="1771269" y="90805"/>
                  </a:lnTo>
                  <a:lnTo>
                    <a:pt x="1768475" y="95504"/>
                  </a:lnTo>
                  <a:lnTo>
                    <a:pt x="1769999" y="101600"/>
                  </a:lnTo>
                  <a:lnTo>
                    <a:pt x="1774825" y="104394"/>
                  </a:lnTo>
                  <a:lnTo>
                    <a:pt x="1779524" y="107188"/>
                  </a:lnTo>
                  <a:lnTo>
                    <a:pt x="1785620" y="105537"/>
                  </a:lnTo>
                  <a:lnTo>
                    <a:pt x="1788287" y="100838"/>
                  </a:lnTo>
                  <a:lnTo>
                    <a:pt x="1814322" y="56210"/>
                  </a:lnTo>
                  <a:lnTo>
                    <a:pt x="1814322" y="1408938"/>
                  </a:lnTo>
                  <a:lnTo>
                    <a:pt x="1834134" y="1408938"/>
                  </a:lnTo>
                  <a:lnTo>
                    <a:pt x="1834134" y="56210"/>
                  </a:lnTo>
                  <a:lnTo>
                    <a:pt x="1860169" y="100838"/>
                  </a:lnTo>
                  <a:lnTo>
                    <a:pt x="1862836" y="105537"/>
                  </a:lnTo>
                  <a:lnTo>
                    <a:pt x="1868932" y="107188"/>
                  </a:lnTo>
                  <a:lnTo>
                    <a:pt x="1878330" y="101600"/>
                  </a:lnTo>
                  <a:lnTo>
                    <a:pt x="1879981" y="955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322819" y="2715768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322819" y="2948940"/>
              <a:ext cx="166115" cy="1737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322819" y="3180587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322819" y="3413759"/>
              <a:ext cx="166115" cy="1737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216902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569969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2" y="91693"/>
                  </a:lnTo>
                  <a:lnTo>
                    <a:pt x="1535683" y="94361"/>
                  </a:lnTo>
                  <a:lnTo>
                    <a:pt x="1534032" y="100456"/>
                  </a:lnTo>
                  <a:lnTo>
                    <a:pt x="1536827" y="105155"/>
                  </a:lnTo>
                  <a:lnTo>
                    <a:pt x="1539493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5" y="65659"/>
                  </a:lnTo>
                  <a:lnTo>
                    <a:pt x="1621535" y="64262"/>
                  </a:lnTo>
                  <a:lnTo>
                    <a:pt x="1616582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5" y="45847"/>
                  </a:lnTo>
                  <a:lnTo>
                    <a:pt x="1621535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2" y="47243"/>
                  </a:moveTo>
                  <a:lnTo>
                    <a:pt x="1601996" y="55752"/>
                  </a:lnTo>
                  <a:lnTo>
                    <a:pt x="1616582" y="64262"/>
                  </a:lnTo>
                  <a:lnTo>
                    <a:pt x="1616582" y="47243"/>
                  </a:lnTo>
                  <a:close/>
                </a:path>
                <a:path w="1641475" h="111760">
                  <a:moveTo>
                    <a:pt x="1621535" y="47243"/>
                  </a:moveTo>
                  <a:lnTo>
                    <a:pt x="1616582" y="47243"/>
                  </a:lnTo>
                  <a:lnTo>
                    <a:pt x="1616582" y="64262"/>
                  </a:lnTo>
                  <a:lnTo>
                    <a:pt x="1621535" y="64262"/>
                  </a:lnTo>
                  <a:lnTo>
                    <a:pt x="1621535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3" y="1524"/>
                  </a:lnTo>
                  <a:lnTo>
                    <a:pt x="1536827" y="6350"/>
                  </a:lnTo>
                  <a:lnTo>
                    <a:pt x="1534032" y="11049"/>
                  </a:lnTo>
                  <a:lnTo>
                    <a:pt x="1535683" y="17144"/>
                  </a:lnTo>
                  <a:lnTo>
                    <a:pt x="1540382" y="19812"/>
                  </a:lnTo>
                  <a:lnTo>
                    <a:pt x="1601996" y="55752"/>
                  </a:lnTo>
                  <a:lnTo>
                    <a:pt x="1616582" y="47243"/>
                  </a:lnTo>
                  <a:lnTo>
                    <a:pt x="1621535" y="47243"/>
                  </a:lnTo>
                  <a:lnTo>
                    <a:pt x="1621535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315711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315711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315711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315711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209793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301496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301496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301496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301496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197102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1" y="1068103"/>
                  </a:lnTo>
                  <a:lnTo>
                    <a:pt x="17854" y="1055036"/>
                  </a:lnTo>
                  <a:lnTo>
                    <a:pt x="4790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0" y="37236"/>
                  </a:lnTo>
                  <a:lnTo>
                    <a:pt x="17854" y="17859"/>
                  </a:lnTo>
                  <a:lnTo>
                    <a:pt x="37231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562862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3" y="91693"/>
                  </a:lnTo>
                  <a:lnTo>
                    <a:pt x="1535683" y="94361"/>
                  </a:lnTo>
                  <a:lnTo>
                    <a:pt x="1534033" y="100456"/>
                  </a:lnTo>
                  <a:lnTo>
                    <a:pt x="1536827" y="105155"/>
                  </a:lnTo>
                  <a:lnTo>
                    <a:pt x="1539494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6" y="65659"/>
                  </a:lnTo>
                  <a:lnTo>
                    <a:pt x="1621536" y="64262"/>
                  </a:lnTo>
                  <a:lnTo>
                    <a:pt x="1616583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6" y="45847"/>
                  </a:lnTo>
                  <a:lnTo>
                    <a:pt x="1621536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3" y="47243"/>
                  </a:moveTo>
                  <a:lnTo>
                    <a:pt x="1601996" y="55752"/>
                  </a:lnTo>
                  <a:lnTo>
                    <a:pt x="1616583" y="64262"/>
                  </a:lnTo>
                  <a:lnTo>
                    <a:pt x="1616583" y="47243"/>
                  </a:lnTo>
                  <a:close/>
                </a:path>
                <a:path w="1641475" h="111760">
                  <a:moveTo>
                    <a:pt x="1621536" y="47243"/>
                  </a:moveTo>
                  <a:lnTo>
                    <a:pt x="1616583" y="47243"/>
                  </a:lnTo>
                  <a:lnTo>
                    <a:pt x="1616583" y="64262"/>
                  </a:lnTo>
                  <a:lnTo>
                    <a:pt x="1621536" y="64262"/>
                  </a:lnTo>
                  <a:lnTo>
                    <a:pt x="1621536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4" y="1524"/>
                  </a:lnTo>
                  <a:lnTo>
                    <a:pt x="1536827" y="6350"/>
                  </a:lnTo>
                  <a:lnTo>
                    <a:pt x="1534033" y="11049"/>
                  </a:lnTo>
                  <a:lnTo>
                    <a:pt x="1535683" y="17144"/>
                  </a:lnTo>
                  <a:lnTo>
                    <a:pt x="1540383" y="19812"/>
                  </a:lnTo>
                  <a:lnTo>
                    <a:pt x="1601996" y="55752"/>
                  </a:lnTo>
                  <a:lnTo>
                    <a:pt x="1616583" y="47243"/>
                  </a:lnTo>
                  <a:lnTo>
                    <a:pt x="1621536" y="47243"/>
                  </a:lnTo>
                  <a:lnTo>
                    <a:pt x="1621536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308603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308603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308603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308603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204210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228419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252291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6259288" y="2873078"/>
              <a:ext cx="290818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053144" y="916255"/>
              <a:ext cx="673425" cy="26901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6922008" y="821435"/>
              <a:ext cx="949960" cy="3139440"/>
            </a:xfrm>
            <a:custGeom>
              <a:avLst/>
              <a:gdLst/>
              <a:ahLst/>
              <a:cxnLst/>
              <a:rect l="l" t="t" r="r" b="b"/>
              <a:pathLst>
                <a:path w="949959" h="3139440">
                  <a:moveTo>
                    <a:pt x="922020" y="1443228"/>
                  </a:moveTo>
                  <a:lnTo>
                    <a:pt x="22860" y="1443228"/>
                  </a:lnTo>
                  <a:lnTo>
                    <a:pt x="22860" y="3139440"/>
                  </a:lnTo>
                  <a:lnTo>
                    <a:pt x="922020" y="3139440"/>
                  </a:lnTo>
                  <a:lnTo>
                    <a:pt x="922020" y="1443228"/>
                  </a:lnTo>
                  <a:close/>
                </a:path>
                <a:path w="949959" h="3139440">
                  <a:moveTo>
                    <a:pt x="949452" y="0"/>
                  </a:moveTo>
                  <a:lnTo>
                    <a:pt x="0" y="0"/>
                  </a:lnTo>
                  <a:lnTo>
                    <a:pt x="0" y="445008"/>
                  </a:lnTo>
                  <a:lnTo>
                    <a:pt x="949452" y="445008"/>
                  </a:lnTo>
                  <a:lnTo>
                    <a:pt x="949452" y="0"/>
                  </a:lnTo>
                  <a:close/>
                </a:path>
              </a:pathLst>
            </a:custGeom>
            <a:solidFill>
              <a:srgbClr val="4285F4">
                <a:alpha val="34901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110730" y="1266952"/>
              <a:ext cx="571500" cy="997585"/>
            </a:xfrm>
            <a:custGeom>
              <a:avLst/>
              <a:gdLst/>
              <a:ahLst/>
              <a:cxnLst/>
              <a:rect l="l" t="t" r="r" b="b"/>
              <a:pathLst>
                <a:path w="571500" h="997585">
                  <a:moveTo>
                    <a:pt x="0" y="425196"/>
                  </a:moveTo>
                  <a:lnTo>
                    <a:pt x="284479" y="997203"/>
                  </a:lnTo>
                  <a:lnTo>
                    <a:pt x="523801" y="521208"/>
                  </a:lnTo>
                  <a:lnTo>
                    <a:pt x="380746" y="521208"/>
                  </a:lnTo>
                  <a:lnTo>
                    <a:pt x="190246" y="520826"/>
                  </a:lnTo>
                  <a:lnTo>
                    <a:pt x="190455" y="425576"/>
                  </a:lnTo>
                  <a:lnTo>
                    <a:pt x="0" y="425196"/>
                  </a:lnTo>
                  <a:close/>
                </a:path>
                <a:path w="571500" h="997585">
                  <a:moveTo>
                    <a:pt x="190455" y="425576"/>
                  </a:moveTo>
                  <a:lnTo>
                    <a:pt x="190246" y="520826"/>
                  </a:lnTo>
                  <a:lnTo>
                    <a:pt x="380746" y="521208"/>
                  </a:lnTo>
                  <a:lnTo>
                    <a:pt x="380955" y="425957"/>
                  </a:lnTo>
                  <a:lnTo>
                    <a:pt x="190455" y="425576"/>
                  </a:lnTo>
                  <a:close/>
                </a:path>
                <a:path w="571500" h="997585">
                  <a:moveTo>
                    <a:pt x="380955" y="425957"/>
                  </a:moveTo>
                  <a:lnTo>
                    <a:pt x="380746" y="521208"/>
                  </a:lnTo>
                  <a:lnTo>
                    <a:pt x="523801" y="521208"/>
                  </a:lnTo>
                  <a:lnTo>
                    <a:pt x="571500" y="426338"/>
                  </a:lnTo>
                  <a:lnTo>
                    <a:pt x="380955" y="425957"/>
                  </a:lnTo>
                  <a:close/>
                </a:path>
                <a:path w="571500" h="997585">
                  <a:moveTo>
                    <a:pt x="191389" y="0"/>
                  </a:moveTo>
                  <a:lnTo>
                    <a:pt x="190455" y="425576"/>
                  </a:lnTo>
                  <a:lnTo>
                    <a:pt x="380955" y="425957"/>
                  </a:lnTo>
                  <a:lnTo>
                    <a:pt x="381889" y="508"/>
                  </a:lnTo>
                  <a:lnTo>
                    <a:pt x="191389" y="0"/>
                  </a:lnTo>
                  <a:close/>
                </a:path>
              </a:pathLst>
            </a:custGeom>
            <a:solidFill>
              <a:srgbClr val="4285F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875748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Vanishing gradient</a:t>
            </a:r>
            <a:r>
              <a:rPr spc="-80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intuition</a:t>
            </a:r>
          </a:p>
        </p:txBody>
      </p:sp>
      <p:sp>
        <p:nvSpPr>
          <p:cNvPr id="37" name="object 37"/>
          <p:cNvSpPr/>
          <p:nvPr/>
        </p:nvSpPr>
        <p:spPr>
          <a:xfrm>
            <a:off x="1106175" y="4177431"/>
            <a:ext cx="830119" cy="5496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210098" y="4183379"/>
            <a:ext cx="735733" cy="6477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203991" y="4206728"/>
            <a:ext cx="729877" cy="5461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140563" y="4200593"/>
            <a:ext cx="728907" cy="5461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086561" y="4189512"/>
            <a:ext cx="551922" cy="64156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63715" y="4965954"/>
            <a:ext cx="1016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chain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rule!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F9FB57-32A8-466A-A04E-6321D443DD6C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2554" y="2374723"/>
            <a:ext cx="368530" cy="213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93298" y="2351532"/>
            <a:ext cx="382167" cy="245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63947" y="2351532"/>
            <a:ext cx="383348" cy="245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5729" y="821436"/>
            <a:ext cx="7745730" cy="2885440"/>
            <a:chOff x="125729" y="821436"/>
            <a:chExt cx="7745730" cy="2885440"/>
          </a:xfrm>
        </p:grpSpPr>
        <p:sp>
          <p:nvSpPr>
            <p:cNvPr id="6" name="object 6"/>
            <p:cNvSpPr/>
            <p:nvPr/>
          </p:nvSpPr>
          <p:spPr>
            <a:xfrm>
              <a:off x="6963442" y="2379361"/>
              <a:ext cx="377507" cy="217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575554" y="1213865"/>
              <a:ext cx="1880235" cy="2002155"/>
            </a:xfrm>
            <a:custGeom>
              <a:avLst/>
              <a:gdLst/>
              <a:ahLst/>
              <a:cxnLst/>
              <a:rect l="l" t="t" r="r" b="b"/>
              <a:pathLst>
                <a:path w="1880234" h="2002155">
                  <a:moveTo>
                    <a:pt x="1641221" y="1946148"/>
                  </a:moveTo>
                  <a:lnTo>
                    <a:pt x="1624203" y="1936242"/>
                  </a:lnTo>
                  <a:lnTo>
                    <a:pt x="1550289" y="1893189"/>
                  </a:lnTo>
                  <a:lnTo>
                    <a:pt x="1545590" y="1890395"/>
                  </a:lnTo>
                  <a:lnTo>
                    <a:pt x="1539494" y="1891919"/>
                  </a:lnTo>
                  <a:lnTo>
                    <a:pt x="1536827" y="1896745"/>
                  </a:lnTo>
                  <a:lnTo>
                    <a:pt x="1534033" y="1901444"/>
                  </a:lnTo>
                  <a:lnTo>
                    <a:pt x="1535684" y="1907540"/>
                  </a:lnTo>
                  <a:lnTo>
                    <a:pt x="1540383" y="1910207"/>
                  </a:lnTo>
                  <a:lnTo>
                    <a:pt x="1584998" y="1936242"/>
                  </a:lnTo>
                  <a:lnTo>
                    <a:pt x="0" y="1936242"/>
                  </a:lnTo>
                  <a:lnTo>
                    <a:pt x="0" y="1956054"/>
                  </a:lnTo>
                  <a:lnTo>
                    <a:pt x="1584998" y="1956054"/>
                  </a:lnTo>
                  <a:lnTo>
                    <a:pt x="1540383" y="1982089"/>
                  </a:lnTo>
                  <a:lnTo>
                    <a:pt x="1535684" y="1984756"/>
                  </a:lnTo>
                  <a:lnTo>
                    <a:pt x="1534033" y="1990852"/>
                  </a:lnTo>
                  <a:lnTo>
                    <a:pt x="1536827" y="1995551"/>
                  </a:lnTo>
                  <a:lnTo>
                    <a:pt x="1539494" y="2000377"/>
                  </a:lnTo>
                  <a:lnTo>
                    <a:pt x="1545590" y="2001901"/>
                  </a:lnTo>
                  <a:lnTo>
                    <a:pt x="1550289" y="1999107"/>
                  </a:lnTo>
                  <a:lnTo>
                    <a:pt x="1624203" y="1956054"/>
                  </a:lnTo>
                  <a:lnTo>
                    <a:pt x="1641221" y="1946148"/>
                  </a:lnTo>
                  <a:close/>
                </a:path>
                <a:path w="1880234" h="2002155">
                  <a:moveTo>
                    <a:pt x="1879981" y="95504"/>
                  </a:moveTo>
                  <a:lnTo>
                    <a:pt x="1877187" y="90805"/>
                  </a:lnTo>
                  <a:lnTo>
                    <a:pt x="1835632" y="19558"/>
                  </a:lnTo>
                  <a:lnTo>
                    <a:pt x="1824228" y="0"/>
                  </a:lnTo>
                  <a:lnTo>
                    <a:pt x="1771269" y="90805"/>
                  </a:lnTo>
                  <a:lnTo>
                    <a:pt x="1768475" y="95504"/>
                  </a:lnTo>
                  <a:lnTo>
                    <a:pt x="1769999" y="101600"/>
                  </a:lnTo>
                  <a:lnTo>
                    <a:pt x="1774825" y="104394"/>
                  </a:lnTo>
                  <a:lnTo>
                    <a:pt x="1779524" y="107188"/>
                  </a:lnTo>
                  <a:lnTo>
                    <a:pt x="1785620" y="105537"/>
                  </a:lnTo>
                  <a:lnTo>
                    <a:pt x="1788287" y="100838"/>
                  </a:lnTo>
                  <a:lnTo>
                    <a:pt x="1814322" y="56210"/>
                  </a:lnTo>
                  <a:lnTo>
                    <a:pt x="1814322" y="1408938"/>
                  </a:lnTo>
                  <a:lnTo>
                    <a:pt x="1834134" y="1408938"/>
                  </a:lnTo>
                  <a:lnTo>
                    <a:pt x="1834134" y="56210"/>
                  </a:lnTo>
                  <a:lnTo>
                    <a:pt x="1860169" y="100838"/>
                  </a:lnTo>
                  <a:lnTo>
                    <a:pt x="1862836" y="105537"/>
                  </a:lnTo>
                  <a:lnTo>
                    <a:pt x="1868932" y="107188"/>
                  </a:lnTo>
                  <a:lnTo>
                    <a:pt x="1878330" y="101600"/>
                  </a:lnTo>
                  <a:lnTo>
                    <a:pt x="1879981" y="955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322820" y="2715768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322820" y="2948940"/>
              <a:ext cx="166115" cy="1737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322820" y="3180587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322820" y="3413759"/>
              <a:ext cx="166115" cy="1737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216901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569970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2" y="91693"/>
                  </a:lnTo>
                  <a:lnTo>
                    <a:pt x="1535683" y="94361"/>
                  </a:lnTo>
                  <a:lnTo>
                    <a:pt x="1534032" y="100456"/>
                  </a:lnTo>
                  <a:lnTo>
                    <a:pt x="1536827" y="105155"/>
                  </a:lnTo>
                  <a:lnTo>
                    <a:pt x="1539493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5" y="65659"/>
                  </a:lnTo>
                  <a:lnTo>
                    <a:pt x="1621535" y="64262"/>
                  </a:lnTo>
                  <a:lnTo>
                    <a:pt x="1616582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5" y="45847"/>
                  </a:lnTo>
                  <a:lnTo>
                    <a:pt x="1621535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2" y="47243"/>
                  </a:moveTo>
                  <a:lnTo>
                    <a:pt x="1601996" y="55752"/>
                  </a:lnTo>
                  <a:lnTo>
                    <a:pt x="1616582" y="64262"/>
                  </a:lnTo>
                  <a:lnTo>
                    <a:pt x="1616582" y="47243"/>
                  </a:lnTo>
                  <a:close/>
                </a:path>
                <a:path w="1641475" h="111760">
                  <a:moveTo>
                    <a:pt x="1621535" y="47243"/>
                  </a:moveTo>
                  <a:lnTo>
                    <a:pt x="1616582" y="47243"/>
                  </a:lnTo>
                  <a:lnTo>
                    <a:pt x="1616582" y="64262"/>
                  </a:lnTo>
                  <a:lnTo>
                    <a:pt x="1621535" y="64262"/>
                  </a:lnTo>
                  <a:lnTo>
                    <a:pt x="1621535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3" y="1524"/>
                  </a:lnTo>
                  <a:lnTo>
                    <a:pt x="1536827" y="6350"/>
                  </a:lnTo>
                  <a:lnTo>
                    <a:pt x="1534032" y="11049"/>
                  </a:lnTo>
                  <a:lnTo>
                    <a:pt x="1535683" y="17144"/>
                  </a:lnTo>
                  <a:lnTo>
                    <a:pt x="1540382" y="19812"/>
                  </a:lnTo>
                  <a:lnTo>
                    <a:pt x="1601996" y="55752"/>
                  </a:lnTo>
                  <a:lnTo>
                    <a:pt x="1616582" y="47243"/>
                  </a:lnTo>
                  <a:lnTo>
                    <a:pt x="1621535" y="47243"/>
                  </a:lnTo>
                  <a:lnTo>
                    <a:pt x="1621535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315712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315712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315712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315712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209794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301496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301496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301496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301496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197102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1" y="1068103"/>
                  </a:lnTo>
                  <a:lnTo>
                    <a:pt x="17854" y="1055036"/>
                  </a:lnTo>
                  <a:lnTo>
                    <a:pt x="4790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0" y="37236"/>
                  </a:lnTo>
                  <a:lnTo>
                    <a:pt x="17854" y="17859"/>
                  </a:lnTo>
                  <a:lnTo>
                    <a:pt x="37231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562862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3" y="91693"/>
                  </a:lnTo>
                  <a:lnTo>
                    <a:pt x="1535683" y="94361"/>
                  </a:lnTo>
                  <a:lnTo>
                    <a:pt x="1534033" y="100456"/>
                  </a:lnTo>
                  <a:lnTo>
                    <a:pt x="1536827" y="105155"/>
                  </a:lnTo>
                  <a:lnTo>
                    <a:pt x="1539494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6" y="65659"/>
                  </a:lnTo>
                  <a:lnTo>
                    <a:pt x="1621536" y="64262"/>
                  </a:lnTo>
                  <a:lnTo>
                    <a:pt x="1616583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6" y="45847"/>
                  </a:lnTo>
                  <a:lnTo>
                    <a:pt x="1621536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3" y="47243"/>
                  </a:moveTo>
                  <a:lnTo>
                    <a:pt x="1601996" y="55752"/>
                  </a:lnTo>
                  <a:lnTo>
                    <a:pt x="1616583" y="64262"/>
                  </a:lnTo>
                  <a:lnTo>
                    <a:pt x="1616583" y="47243"/>
                  </a:lnTo>
                  <a:close/>
                </a:path>
                <a:path w="1641475" h="111760">
                  <a:moveTo>
                    <a:pt x="1621536" y="47243"/>
                  </a:moveTo>
                  <a:lnTo>
                    <a:pt x="1616583" y="47243"/>
                  </a:lnTo>
                  <a:lnTo>
                    <a:pt x="1616583" y="64262"/>
                  </a:lnTo>
                  <a:lnTo>
                    <a:pt x="1621536" y="64262"/>
                  </a:lnTo>
                  <a:lnTo>
                    <a:pt x="1621536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4" y="1524"/>
                  </a:lnTo>
                  <a:lnTo>
                    <a:pt x="1536827" y="6350"/>
                  </a:lnTo>
                  <a:lnTo>
                    <a:pt x="1534033" y="11049"/>
                  </a:lnTo>
                  <a:lnTo>
                    <a:pt x="1535683" y="17144"/>
                  </a:lnTo>
                  <a:lnTo>
                    <a:pt x="1540383" y="19812"/>
                  </a:lnTo>
                  <a:lnTo>
                    <a:pt x="1601996" y="55752"/>
                  </a:lnTo>
                  <a:lnTo>
                    <a:pt x="1616583" y="47243"/>
                  </a:lnTo>
                  <a:lnTo>
                    <a:pt x="1621536" y="47243"/>
                  </a:lnTo>
                  <a:lnTo>
                    <a:pt x="1621536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308603" y="271576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308603" y="2948940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308603" y="318058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308603" y="3413759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204209" y="2623565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228419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252291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6259288" y="2873078"/>
              <a:ext cx="290818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053145" y="916255"/>
              <a:ext cx="673425" cy="26901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6922008" y="821436"/>
              <a:ext cx="949960" cy="445134"/>
            </a:xfrm>
            <a:custGeom>
              <a:avLst/>
              <a:gdLst/>
              <a:ahLst/>
              <a:cxnLst/>
              <a:rect l="l" t="t" r="r" b="b"/>
              <a:pathLst>
                <a:path w="949959" h="445134">
                  <a:moveTo>
                    <a:pt x="949451" y="0"/>
                  </a:moveTo>
                  <a:lnTo>
                    <a:pt x="0" y="0"/>
                  </a:lnTo>
                  <a:lnTo>
                    <a:pt x="0" y="445008"/>
                  </a:lnTo>
                  <a:lnTo>
                    <a:pt x="949451" y="445008"/>
                  </a:lnTo>
                  <a:lnTo>
                    <a:pt x="949451" y="0"/>
                  </a:lnTo>
                  <a:close/>
                </a:path>
              </a:pathLst>
            </a:custGeom>
            <a:solidFill>
              <a:srgbClr val="4285F4">
                <a:alpha val="34901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125730" y="1265300"/>
              <a:ext cx="7562850" cy="2180590"/>
            </a:xfrm>
            <a:custGeom>
              <a:avLst/>
              <a:gdLst/>
              <a:ahLst/>
              <a:cxnLst/>
              <a:rect l="l" t="t" r="r" b="b"/>
              <a:pathLst>
                <a:path w="7562850" h="2180590">
                  <a:moveTo>
                    <a:pt x="1070356" y="1869567"/>
                  </a:moveTo>
                  <a:lnTo>
                    <a:pt x="150876" y="1869567"/>
                  </a:lnTo>
                  <a:lnTo>
                    <a:pt x="150876" y="1819275"/>
                  </a:lnTo>
                  <a:lnTo>
                    <a:pt x="0" y="1894713"/>
                  </a:lnTo>
                  <a:lnTo>
                    <a:pt x="150876" y="1970151"/>
                  </a:lnTo>
                  <a:lnTo>
                    <a:pt x="150876" y="1919859"/>
                  </a:lnTo>
                  <a:lnTo>
                    <a:pt x="1070356" y="1919859"/>
                  </a:lnTo>
                  <a:lnTo>
                    <a:pt x="1070356" y="1869567"/>
                  </a:lnTo>
                  <a:close/>
                </a:path>
                <a:path w="7562850" h="2180590">
                  <a:moveTo>
                    <a:pt x="3078353" y="1843659"/>
                  </a:moveTo>
                  <a:lnTo>
                    <a:pt x="1743456" y="1843659"/>
                  </a:lnTo>
                  <a:lnTo>
                    <a:pt x="1743456" y="1741551"/>
                  </a:lnTo>
                  <a:lnTo>
                    <a:pt x="1437132" y="1894713"/>
                  </a:lnTo>
                  <a:lnTo>
                    <a:pt x="1743456" y="2047875"/>
                  </a:lnTo>
                  <a:lnTo>
                    <a:pt x="1743456" y="1945767"/>
                  </a:lnTo>
                  <a:lnTo>
                    <a:pt x="3078353" y="1945767"/>
                  </a:lnTo>
                  <a:lnTo>
                    <a:pt x="3078353" y="1843659"/>
                  </a:lnTo>
                  <a:close/>
                </a:path>
                <a:path w="7562850" h="2180590">
                  <a:moveTo>
                    <a:pt x="5084699" y="1817751"/>
                  </a:moveTo>
                  <a:lnTo>
                    <a:pt x="3900678" y="1817751"/>
                  </a:lnTo>
                  <a:lnTo>
                    <a:pt x="3900678" y="1665351"/>
                  </a:lnTo>
                  <a:lnTo>
                    <a:pt x="3443478" y="1893951"/>
                  </a:lnTo>
                  <a:lnTo>
                    <a:pt x="3900678" y="2122551"/>
                  </a:lnTo>
                  <a:lnTo>
                    <a:pt x="3900678" y="1970151"/>
                  </a:lnTo>
                  <a:lnTo>
                    <a:pt x="5084699" y="1970151"/>
                  </a:lnTo>
                  <a:lnTo>
                    <a:pt x="5084699" y="1817751"/>
                  </a:lnTo>
                  <a:close/>
                </a:path>
                <a:path w="7562850" h="2180590">
                  <a:moveTo>
                    <a:pt x="7091045" y="1799463"/>
                  </a:moveTo>
                  <a:lnTo>
                    <a:pt x="6021324" y="1799463"/>
                  </a:lnTo>
                  <a:lnTo>
                    <a:pt x="6021324" y="1608963"/>
                  </a:lnTo>
                  <a:lnTo>
                    <a:pt x="5449824" y="1894713"/>
                  </a:lnTo>
                  <a:lnTo>
                    <a:pt x="6021324" y="2180463"/>
                  </a:lnTo>
                  <a:lnTo>
                    <a:pt x="6021324" y="1989963"/>
                  </a:lnTo>
                  <a:lnTo>
                    <a:pt x="7091045" y="1989963"/>
                  </a:lnTo>
                  <a:lnTo>
                    <a:pt x="7091045" y="1799463"/>
                  </a:lnTo>
                  <a:close/>
                </a:path>
                <a:path w="7562850" h="2180590">
                  <a:moveTo>
                    <a:pt x="7562596" y="1353566"/>
                  </a:moveTo>
                  <a:lnTo>
                    <a:pt x="7372058" y="1354416"/>
                  </a:lnTo>
                  <a:lnTo>
                    <a:pt x="7366254" y="0"/>
                  </a:lnTo>
                  <a:lnTo>
                    <a:pt x="7175754" y="762"/>
                  </a:lnTo>
                  <a:lnTo>
                    <a:pt x="7181558" y="1355267"/>
                  </a:lnTo>
                  <a:lnTo>
                    <a:pt x="6991096" y="1356106"/>
                  </a:lnTo>
                  <a:lnTo>
                    <a:pt x="7279259" y="1926336"/>
                  </a:lnTo>
                  <a:lnTo>
                    <a:pt x="7514653" y="1450467"/>
                  </a:lnTo>
                  <a:lnTo>
                    <a:pt x="7562596" y="1353566"/>
                  </a:lnTo>
                  <a:close/>
                </a:path>
              </a:pathLst>
            </a:custGeom>
            <a:solidFill>
              <a:srgbClr val="4285F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875748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Vanishing gradient</a:t>
            </a:r>
            <a:r>
              <a:rPr spc="-80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intuition</a:t>
            </a:r>
          </a:p>
        </p:txBody>
      </p:sp>
      <p:sp>
        <p:nvSpPr>
          <p:cNvPr id="37" name="object 37"/>
          <p:cNvSpPr/>
          <p:nvPr/>
        </p:nvSpPr>
        <p:spPr>
          <a:xfrm>
            <a:off x="1106175" y="4177431"/>
            <a:ext cx="830119" cy="5496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135123" y="4070603"/>
            <a:ext cx="4734560" cy="1788160"/>
            <a:chOff x="2135123" y="4070603"/>
            <a:chExt cx="4734560" cy="1788160"/>
          </a:xfrm>
        </p:grpSpPr>
        <p:sp>
          <p:nvSpPr>
            <p:cNvPr id="39" name="object 39"/>
            <p:cNvSpPr/>
            <p:nvPr/>
          </p:nvSpPr>
          <p:spPr>
            <a:xfrm>
              <a:off x="2210098" y="4183379"/>
              <a:ext cx="735733" cy="6477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2145029" y="4080509"/>
              <a:ext cx="652780" cy="807720"/>
            </a:xfrm>
            <a:custGeom>
              <a:avLst/>
              <a:gdLst/>
              <a:ahLst/>
              <a:cxnLst/>
              <a:rect l="l" t="t" r="r" b="b"/>
              <a:pathLst>
                <a:path w="652780" h="807720">
                  <a:moveTo>
                    <a:pt x="0" y="807719"/>
                  </a:moveTo>
                  <a:lnTo>
                    <a:pt x="652271" y="807719"/>
                  </a:lnTo>
                  <a:lnTo>
                    <a:pt x="652271" y="0"/>
                  </a:lnTo>
                  <a:lnTo>
                    <a:pt x="0" y="0"/>
                  </a:lnTo>
                  <a:lnTo>
                    <a:pt x="0" y="807719"/>
                  </a:lnTo>
                  <a:close/>
                </a:path>
              </a:pathLst>
            </a:custGeom>
            <a:ln w="19812">
              <a:solidFill>
                <a:srgbClr val="BA56B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2424556" y="4888229"/>
              <a:ext cx="180975" cy="962660"/>
            </a:xfrm>
            <a:custGeom>
              <a:avLst/>
              <a:gdLst/>
              <a:ahLst/>
              <a:cxnLst/>
              <a:rect l="l" t="t" r="r" b="b"/>
              <a:pathLst>
                <a:path w="180975" h="962660">
                  <a:moveTo>
                    <a:pt x="72738" y="124643"/>
                  </a:moveTo>
                  <a:lnTo>
                    <a:pt x="53058" y="127205"/>
                  </a:lnTo>
                  <a:lnTo>
                    <a:pt x="161290" y="962075"/>
                  </a:lnTo>
                  <a:lnTo>
                    <a:pt x="180848" y="959535"/>
                  </a:lnTo>
                  <a:lnTo>
                    <a:pt x="72738" y="124643"/>
                  </a:lnTo>
                  <a:close/>
                </a:path>
                <a:path w="180975" h="962660">
                  <a:moveTo>
                    <a:pt x="46609" y="0"/>
                  </a:moveTo>
                  <a:lnTo>
                    <a:pt x="0" y="134112"/>
                  </a:lnTo>
                  <a:lnTo>
                    <a:pt x="53058" y="127205"/>
                  </a:lnTo>
                  <a:lnTo>
                    <a:pt x="51435" y="114681"/>
                  </a:lnTo>
                  <a:lnTo>
                    <a:pt x="71119" y="112141"/>
                  </a:lnTo>
                  <a:lnTo>
                    <a:pt x="122095" y="112141"/>
                  </a:lnTo>
                  <a:lnTo>
                    <a:pt x="46609" y="0"/>
                  </a:lnTo>
                  <a:close/>
                </a:path>
                <a:path w="180975" h="962660">
                  <a:moveTo>
                    <a:pt x="71119" y="112141"/>
                  </a:moveTo>
                  <a:lnTo>
                    <a:pt x="51435" y="114681"/>
                  </a:lnTo>
                  <a:lnTo>
                    <a:pt x="53058" y="127205"/>
                  </a:lnTo>
                  <a:lnTo>
                    <a:pt x="72738" y="124643"/>
                  </a:lnTo>
                  <a:lnTo>
                    <a:pt x="71119" y="112141"/>
                  </a:lnTo>
                  <a:close/>
                </a:path>
                <a:path w="180975" h="962660">
                  <a:moveTo>
                    <a:pt x="122095" y="112141"/>
                  </a:moveTo>
                  <a:lnTo>
                    <a:pt x="71119" y="112141"/>
                  </a:lnTo>
                  <a:lnTo>
                    <a:pt x="72738" y="124643"/>
                  </a:lnTo>
                  <a:lnTo>
                    <a:pt x="125856" y="117729"/>
                  </a:lnTo>
                  <a:lnTo>
                    <a:pt x="122095" y="112141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4203990" y="4206728"/>
              <a:ext cx="729877" cy="54610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4129277" y="4080509"/>
              <a:ext cx="652780" cy="807720"/>
            </a:xfrm>
            <a:custGeom>
              <a:avLst/>
              <a:gdLst/>
              <a:ahLst/>
              <a:cxnLst/>
              <a:rect l="l" t="t" r="r" b="b"/>
              <a:pathLst>
                <a:path w="652779" h="807720">
                  <a:moveTo>
                    <a:pt x="0" y="807719"/>
                  </a:moveTo>
                  <a:lnTo>
                    <a:pt x="652272" y="807719"/>
                  </a:lnTo>
                  <a:lnTo>
                    <a:pt x="652272" y="0"/>
                  </a:lnTo>
                  <a:lnTo>
                    <a:pt x="0" y="0"/>
                  </a:lnTo>
                  <a:lnTo>
                    <a:pt x="0" y="807719"/>
                  </a:lnTo>
                  <a:close/>
                </a:path>
              </a:pathLst>
            </a:custGeom>
            <a:ln w="19812">
              <a:solidFill>
                <a:srgbClr val="BA56B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2591561" y="4888229"/>
              <a:ext cx="1864360" cy="969644"/>
            </a:xfrm>
            <a:custGeom>
              <a:avLst/>
              <a:gdLst/>
              <a:ahLst/>
              <a:cxnLst/>
              <a:rect l="l" t="t" r="r" b="b"/>
              <a:pathLst>
                <a:path w="1864360" h="969645">
                  <a:moveTo>
                    <a:pt x="1746587" y="49485"/>
                  </a:moveTo>
                  <a:lnTo>
                    <a:pt x="0" y="952004"/>
                  </a:lnTo>
                  <a:lnTo>
                    <a:pt x="9143" y="969606"/>
                  </a:lnTo>
                  <a:lnTo>
                    <a:pt x="1755664" y="67046"/>
                  </a:lnTo>
                  <a:lnTo>
                    <a:pt x="1746587" y="49485"/>
                  </a:lnTo>
                  <a:close/>
                </a:path>
                <a:path w="1864360" h="969645">
                  <a:moveTo>
                    <a:pt x="1832017" y="43688"/>
                  </a:moveTo>
                  <a:lnTo>
                    <a:pt x="1757807" y="43688"/>
                  </a:lnTo>
                  <a:lnTo>
                    <a:pt x="1766951" y="61214"/>
                  </a:lnTo>
                  <a:lnTo>
                    <a:pt x="1755664" y="67046"/>
                  </a:lnTo>
                  <a:lnTo>
                    <a:pt x="1780286" y="114681"/>
                  </a:lnTo>
                  <a:lnTo>
                    <a:pt x="1832017" y="43688"/>
                  </a:lnTo>
                  <a:close/>
                </a:path>
                <a:path w="1864360" h="969645">
                  <a:moveTo>
                    <a:pt x="1757807" y="43688"/>
                  </a:moveTo>
                  <a:lnTo>
                    <a:pt x="1746587" y="49485"/>
                  </a:lnTo>
                  <a:lnTo>
                    <a:pt x="1755664" y="67046"/>
                  </a:lnTo>
                  <a:lnTo>
                    <a:pt x="1766951" y="61214"/>
                  </a:lnTo>
                  <a:lnTo>
                    <a:pt x="1757807" y="43688"/>
                  </a:lnTo>
                  <a:close/>
                </a:path>
                <a:path w="1864360" h="969645">
                  <a:moveTo>
                    <a:pt x="1863852" y="0"/>
                  </a:moveTo>
                  <a:lnTo>
                    <a:pt x="1721992" y="1905"/>
                  </a:lnTo>
                  <a:lnTo>
                    <a:pt x="1746587" y="49485"/>
                  </a:lnTo>
                  <a:lnTo>
                    <a:pt x="1757807" y="43688"/>
                  </a:lnTo>
                  <a:lnTo>
                    <a:pt x="1832017" y="43688"/>
                  </a:lnTo>
                  <a:lnTo>
                    <a:pt x="1863852" y="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6140563" y="4200593"/>
              <a:ext cx="728907" cy="54610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6070853" y="4080509"/>
              <a:ext cx="652780" cy="807720"/>
            </a:xfrm>
            <a:custGeom>
              <a:avLst/>
              <a:gdLst/>
              <a:ahLst/>
              <a:cxnLst/>
              <a:rect l="l" t="t" r="r" b="b"/>
              <a:pathLst>
                <a:path w="652779" h="807720">
                  <a:moveTo>
                    <a:pt x="0" y="807719"/>
                  </a:moveTo>
                  <a:lnTo>
                    <a:pt x="652272" y="807719"/>
                  </a:lnTo>
                  <a:lnTo>
                    <a:pt x="652272" y="0"/>
                  </a:lnTo>
                  <a:lnTo>
                    <a:pt x="0" y="0"/>
                  </a:lnTo>
                  <a:lnTo>
                    <a:pt x="0" y="807719"/>
                  </a:lnTo>
                  <a:close/>
                </a:path>
              </a:pathLst>
            </a:custGeom>
            <a:ln w="19812">
              <a:solidFill>
                <a:srgbClr val="BA56B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2593720" y="4857749"/>
              <a:ext cx="3803015" cy="1001394"/>
            </a:xfrm>
            <a:custGeom>
              <a:avLst/>
              <a:gdLst/>
              <a:ahLst/>
              <a:cxnLst/>
              <a:rect l="l" t="t" r="r" b="b"/>
              <a:pathLst>
                <a:path w="3803015" h="1001395">
                  <a:moveTo>
                    <a:pt x="3677217" y="52026"/>
                  </a:moveTo>
                  <a:lnTo>
                    <a:pt x="0" y="981684"/>
                  </a:lnTo>
                  <a:lnTo>
                    <a:pt x="4826" y="1000887"/>
                  </a:lnTo>
                  <a:lnTo>
                    <a:pt x="3682060" y="71199"/>
                  </a:lnTo>
                  <a:lnTo>
                    <a:pt x="3677217" y="52026"/>
                  </a:lnTo>
                  <a:close/>
                </a:path>
                <a:path w="3803015" h="1001395">
                  <a:moveTo>
                    <a:pt x="3781394" y="48894"/>
                  </a:moveTo>
                  <a:lnTo>
                    <a:pt x="3689604" y="48894"/>
                  </a:lnTo>
                  <a:lnTo>
                    <a:pt x="3694429" y="68072"/>
                  </a:lnTo>
                  <a:lnTo>
                    <a:pt x="3682060" y="71199"/>
                  </a:lnTo>
                  <a:lnTo>
                    <a:pt x="3695192" y="123189"/>
                  </a:lnTo>
                  <a:lnTo>
                    <a:pt x="3781394" y="48894"/>
                  </a:lnTo>
                  <a:close/>
                </a:path>
                <a:path w="3803015" h="1001395">
                  <a:moveTo>
                    <a:pt x="3689604" y="48894"/>
                  </a:moveTo>
                  <a:lnTo>
                    <a:pt x="3677217" y="52026"/>
                  </a:lnTo>
                  <a:lnTo>
                    <a:pt x="3682060" y="71199"/>
                  </a:lnTo>
                  <a:lnTo>
                    <a:pt x="3694429" y="68072"/>
                  </a:lnTo>
                  <a:lnTo>
                    <a:pt x="3689604" y="48894"/>
                  </a:lnTo>
                  <a:close/>
                </a:path>
                <a:path w="3803015" h="1001395">
                  <a:moveTo>
                    <a:pt x="3664077" y="0"/>
                  </a:moveTo>
                  <a:lnTo>
                    <a:pt x="3677217" y="52026"/>
                  </a:lnTo>
                  <a:lnTo>
                    <a:pt x="3689604" y="48894"/>
                  </a:lnTo>
                  <a:lnTo>
                    <a:pt x="3781394" y="48894"/>
                  </a:lnTo>
                  <a:lnTo>
                    <a:pt x="3802761" y="30480"/>
                  </a:lnTo>
                  <a:lnTo>
                    <a:pt x="3664077" y="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48" name="object 48"/>
          <p:cNvSpPr/>
          <p:nvPr/>
        </p:nvSpPr>
        <p:spPr>
          <a:xfrm>
            <a:off x="7086561" y="4189512"/>
            <a:ext cx="551922" cy="64156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35811" y="5866587"/>
            <a:ext cx="3122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What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happens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if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these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are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small?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750814" y="5186934"/>
            <a:ext cx="3103245" cy="1416412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242570" marR="236854" lvl="0" indent="0" algn="ctr" defTabSz="914400" rtl="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heavy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Vanishing </a:t>
            </a:r>
            <a:r>
              <a:rPr kumimoji="0" sz="1800" b="0" i="0" u="heavy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gradient problem: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When these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are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small, the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gradient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signal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gets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smaller  and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smaller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as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it 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backpropagates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further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025CFA-D5F9-46AC-A12B-F5F7C098AA19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660092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Vanishing gradient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proof</a:t>
            </a:r>
            <a:r>
              <a:rPr spc="-80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sketch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5661"/>
            <a:ext cx="1680210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Recall: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Therefore: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67604" y="1129664"/>
            <a:ext cx="3238454" cy="378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34128" y="2896497"/>
            <a:ext cx="758009" cy="3116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93223" y="3310128"/>
            <a:ext cx="433813" cy="2388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2074" y="4128569"/>
            <a:ext cx="5986251" cy="12419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73035" y="4851000"/>
            <a:ext cx="607347" cy="4264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0840" y="2861259"/>
            <a:ext cx="8474075" cy="3404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67665" algn="l"/>
                <a:tab pos="368300" algn="l"/>
                <a:tab pos="5347335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Consider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gradient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loss	on step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, with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respect</a:t>
            </a:r>
          </a:p>
          <a:p>
            <a:pPr marL="3683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>
                <a:tab pos="3345815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the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hidden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	on some previous step</a:t>
            </a:r>
            <a:r>
              <a:rPr kumimoji="0" sz="24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j.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6784975" marR="17780" lvl="0" indent="607060" algn="r" defTabSz="914400" rtl="0" eaLnBrk="1" fontAlgn="auto" latinLnBrk="0" hangingPunct="1">
              <a:lnSpc>
                <a:spcPct val="252100"/>
              </a:lnSpc>
              <a:spcBef>
                <a:spcPts val="1370"/>
              </a:spcBef>
              <a:spcAft>
                <a:spcPts val="0"/>
              </a:spcAft>
              <a:buClrTx/>
              <a:buSzTx/>
              <a:buFontTx/>
              <a:buNone/>
              <a:tabLst>
                <a:tab pos="8378825" algn="l"/>
              </a:tabLst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(chain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rule)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v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alue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	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4191635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If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</a:t>
            </a:r>
            <a:r>
              <a:rPr kumimoji="0" sz="1800" b="0" i="0" u="none" strike="noStrike" kern="1200" cap="none" spc="-7" normalizeH="0" baseline="-20833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small,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then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this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term</a:t>
            </a: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gets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4189095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vanishingly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small as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and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j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get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further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apart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68651" y="4834128"/>
            <a:ext cx="681355" cy="840105"/>
            <a:chOff x="2168651" y="4834128"/>
            <a:chExt cx="681355" cy="840105"/>
          </a:xfrm>
        </p:grpSpPr>
        <p:sp>
          <p:nvSpPr>
            <p:cNvPr id="11" name="object 11"/>
            <p:cNvSpPr/>
            <p:nvPr/>
          </p:nvSpPr>
          <p:spPr>
            <a:xfrm>
              <a:off x="2178557" y="4844034"/>
              <a:ext cx="661670" cy="384175"/>
            </a:xfrm>
            <a:custGeom>
              <a:avLst/>
              <a:gdLst/>
              <a:ahLst/>
              <a:cxnLst/>
              <a:rect l="l" t="t" r="r" b="b"/>
              <a:pathLst>
                <a:path w="661669" h="384175">
                  <a:moveTo>
                    <a:pt x="0" y="384048"/>
                  </a:moveTo>
                  <a:lnTo>
                    <a:pt x="661416" y="384048"/>
                  </a:lnTo>
                  <a:lnTo>
                    <a:pt x="661416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9812">
              <a:solidFill>
                <a:srgbClr val="BA56B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446019" y="5228082"/>
              <a:ext cx="127000" cy="446405"/>
            </a:xfrm>
            <a:custGeom>
              <a:avLst/>
              <a:gdLst/>
              <a:ahLst/>
              <a:cxnLst/>
              <a:rect l="l" t="t" r="r" b="b"/>
              <a:pathLst>
                <a:path w="127000" h="446404">
                  <a:moveTo>
                    <a:pt x="73425" y="126980"/>
                  </a:moveTo>
                  <a:lnTo>
                    <a:pt x="53613" y="127019"/>
                  </a:lnTo>
                  <a:lnTo>
                    <a:pt x="54102" y="445897"/>
                  </a:lnTo>
                  <a:lnTo>
                    <a:pt x="73913" y="445871"/>
                  </a:lnTo>
                  <a:lnTo>
                    <a:pt x="73425" y="126980"/>
                  </a:lnTo>
                  <a:close/>
                </a:path>
                <a:path w="127000" h="446404">
                  <a:moveTo>
                    <a:pt x="63246" y="0"/>
                  </a:moveTo>
                  <a:lnTo>
                    <a:pt x="0" y="127127"/>
                  </a:lnTo>
                  <a:lnTo>
                    <a:pt x="53613" y="127019"/>
                  </a:lnTo>
                  <a:lnTo>
                    <a:pt x="53593" y="114300"/>
                  </a:lnTo>
                  <a:lnTo>
                    <a:pt x="120682" y="114300"/>
                  </a:lnTo>
                  <a:lnTo>
                    <a:pt x="63246" y="0"/>
                  </a:lnTo>
                  <a:close/>
                </a:path>
                <a:path w="127000" h="446404">
                  <a:moveTo>
                    <a:pt x="73406" y="114300"/>
                  </a:moveTo>
                  <a:lnTo>
                    <a:pt x="53593" y="114300"/>
                  </a:lnTo>
                  <a:lnTo>
                    <a:pt x="53613" y="127019"/>
                  </a:lnTo>
                  <a:lnTo>
                    <a:pt x="73425" y="126980"/>
                  </a:lnTo>
                  <a:lnTo>
                    <a:pt x="73406" y="114300"/>
                  </a:lnTo>
                  <a:close/>
                </a:path>
                <a:path w="127000" h="446404">
                  <a:moveTo>
                    <a:pt x="120682" y="114300"/>
                  </a:moveTo>
                  <a:lnTo>
                    <a:pt x="73406" y="114300"/>
                  </a:lnTo>
                  <a:lnTo>
                    <a:pt x="73425" y="126980"/>
                  </a:lnTo>
                  <a:lnTo>
                    <a:pt x="127000" y="126873"/>
                  </a:lnTo>
                  <a:lnTo>
                    <a:pt x="120682" y="11430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2418611" y="1941628"/>
            <a:ext cx="4680151" cy="47685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78928" y="2036826"/>
            <a:ext cx="1081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(chain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rule)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81580" y="6475806"/>
            <a:ext cx="6972934" cy="131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sng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Source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 “On the difficulty of training recurrent neural networks”, Pascanu et al, 2013.</a:t>
            </a:r>
            <a:r>
              <a:rPr kumimoji="0" sz="10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000" b="0" i="0" u="sng" strike="noStrike" kern="1200" cap="none" spc="-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Carlito"/>
                <a:hlinkClick r:id="rId8"/>
              </a:rPr>
              <a:t>http://proceedings.mlr.press/v28/pascanu13.pdf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F431D3-5E12-4A6E-B07D-2D6E8D374A55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6863566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Vanishing gradient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proof</a:t>
            </a:r>
            <a:r>
              <a:rPr spc="-80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sketch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5661"/>
            <a:ext cx="3614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Consider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matrix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L2</a:t>
            </a:r>
            <a:r>
              <a:rPr kumimoji="0" sz="2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norms: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5440" y="2861259"/>
            <a:ext cx="836295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93065" algn="l"/>
                <a:tab pos="3937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Pascanu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et al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showed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that that if the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largest eigenvalue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W</a:t>
            </a:r>
            <a:r>
              <a:rPr kumimoji="0" sz="2400" b="0" i="0" u="none" strike="noStrike" kern="1200" cap="none" spc="-7" normalizeH="0" baseline="-20833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</a:t>
            </a:r>
            <a:r>
              <a:rPr kumimoji="0" sz="2400" b="0" i="0" u="none" strike="noStrike" kern="1200" cap="none" spc="67" normalizeH="0" baseline="-20833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</a:t>
            </a:r>
          </a:p>
          <a:p>
            <a:pPr marL="393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11725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less than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1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then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gradient	will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shrink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exponentially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3986FF"/>
              </a:buClr>
              <a:buSzTx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937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93065" algn="l"/>
                <a:tab pos="3937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There’s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similar proof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relating a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largest eigenvalue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&gt;1</a:t>
            </a: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</a:t>
            </a:r>
          </a:p>
          <a:p>
            <a:pPr marL="393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exploding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gradients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25696" y="3206495"/>
            <a:ext cx="784860" cy="466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0430" y="1645920"/>
            <a:ext cx="7470587" cy="729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5280" y="5456897"/>
            <a:ext cx="697293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sng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Source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 “On the difficulty of training recurrent neural networks”, Pascanu et al, 2013.</a:t>
            </a:r>
            <a:r>
              <a:rPr kumimoji="0" sz="16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sng" strike="noStrike" kern="1200" cap="none" spc="-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Carlito"/>
                <a:hlinkClick r:id="rId4"/>
              </a:rPr>
              <a:t>http://proceedings.mlr.press/v28/pascanu13.pdf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12AFE5-C628-41F1-98A7-922DB320F51F}"/>
              </a:ext>
            </a:extLst>
          </p:cNvPr>
          <p:cNvSpPr txBox="1"/>
          <p:nvPr/>
        </p:nvSpPr>
        <p:spPr>
          <a:xfrm>
            <a:off x="0" y="6581001"/>
            <a:ext cx="17654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Abigail See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2554" y="2374723"/>
            <a:ext cx="368530" cy="213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93298" y="2351532"/>
            <a:ext cx="382167" cy="245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63947" y="2351532"/>
            <a:ext cx="383348" cy="245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86941" y="813816"/>
            <a:ext cx="6695440" cy="2893060"/>
            <a:chOff x="1186941" y="813816"/>
            <a:chExt cx="6695440" cy="2893060"/>
          </a:xfrm>
        </p:grpSpPr>
        <p:sp>
          <p:nvSpPr>
            <p:cNvPr id="6" name="object 6"/>
            <p:cNvSpPr/>
            <p:nvPr/>
          </p:nvSpPr>
          <p:spPr>
            <a:xfrm>
              <a:off x="6963441" y="2379361"/>
              <a:ext cx="377507" cy="217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575554" y="1267205"/>
              <a:ext cx="1887855" cy="1948814"/>
            </a:xfrm>
            <a:custGeom>
              <a:avLst/>
              <a:gdLst/>
              <a:ahLst/>
              <a:cxnLst/>
              <a:rect l="l" t="t" r="r" b="b"/>
              <a:pathLst>
                <a:path w="1887854" h="1948814">
                  <a:moveTo>
                    <a:pt x="1641221" y="1892808"/>
                  </a:moveTo>
                  <a:lnTo>
                    <a:pt x="1624203" y="1882902"/>
                  </a:lnTo>
                  <a:lnTo>
                    <a:pt x="1550289" y="1839849"/>
                  </a:lnTo>
                  <a:lnTo>
                    <a:pt x="1545590" y="1837055"/>
                  </a:lnTo>
                  <a:lnTo>
                    <a:pt x="1539494" y="1838579"/>
                  </a:lnTo>
                  <a:lnTo>
                    <a:pt x="1536827" y="1843405"/>
                  </a:lnTo>
                  <a:lnTo>
                    <a:pt x="1534033" y="1848104"/>
                  </a:lnTo>
                  <a:lnTo>
                    <a:pt x="1535684" y="1854200"/>
                  </a:lnTo>
                  <a:lnTo>
                    <a:pt x="1540383" y="1856867"/>
                  </a:lnTo>
                  <a:lnTo>
                    <a:pt x="1584998" y="1882902"/>
                  </a:lnTo>
                  <a:lnTo>
                    <a:pt x="0" y="1882902"/>
                  </a:lnTo>
                  <a:lnTo>
                    <a:pt x="0" y="1902714"/>
                  </a:lnTo>
                  <a:lnTo>
                    <a:pt x="1584998" y="1902714"/>
                  </a:lnTo>
                  <a:lnTo>
                    <a:pt x="1540383" y="1928749"/>
                  </a:lnTo>
                  <a:lnTo>
                    <a:pt x="1535684" y="1931416"/>
                  </a:lnTo>
                  <a:lnTo>
                    <a:pt x="1534033" y="1937512"/>
                  </a:lnTo>
                  <a:lnTo>
                    <a:pt x="1536827" y="1942211"/>
                  </a:lnTo>
                  <a:lnTo>
                    <a:pt x="1539494" y="1947037"/>
                  </a:lnTo>
                  <a:lnTo>
                    <a:pt x="1545590" y="1948561"/>
                  </a:lnTo>
                  <a:lnTo>
                    <a:pt x="1550289" y="1945767"/>
                  </a:lnTo>
                  <a:lnTo>
                    <a:pt x="1624203" y="1902714"/>
                  </a:lnTo>
                  <a:lnTo>
                    <a:pt x="1641221" y="1892808"/>
                  </a:lnTo>
                  <a:close/>
                </a:path>
                <a:path w="1887854" h="1948814">
                  <a:moveTo>
                    <a:pt x="1887474" y="95885"/>
                  </a:moveTo>
                  <a:lnTo>
                    <a:pt x="1884807" y="91186"/>
                  </a:lnTo>
                  <a:lnTo>
                    <a:pt x="1843493" y="19558"/>
                  </a:lnTo>
                  <a:lnTo>
                    <a:pt x="1832229" y="0"/>
                  </a:lnTo>
                  <a:lnTo>
                    <a:pt x="1778762" y="90551"/>
                  </a:lnTo>
                  <a:lnTo>
                    <a:pt x="1775968" y="95250"/>
                  </a:lnTo>
                  <a:lnTo>
                    <a:pt x="1777492" y="101346"/>
                  </a:lnTo>
                  <a:lnTo>
                    <a:pt x="1782191" y="104013"/>
                  </a:lnTo>
                  <a:lnTo>
                    <a:pt x="1786890" y="106807"/>
                  </a:lnTo>
                  <a:lnTo>
                    <a:pt x="1792986" y="105283"/>
                  </a:lnTo>
                  <a:lnTo>
                    <a:pt x="1822094" y="56108"/>
                  </a:lnTo>
                  <a:lnTo>
                    <a:pt x="1814322" y="1355344"/>
                  </a:lnTo>
                  <a:lnTo>
                    <a:pt x="1834134" y="1355344"/>
                  </a:lnTo>
                  <a:lnTo>
                    <a:pt x="1841906" y="56400"/>
                  </a:lnTo>
                  <a:lnTo>
                    <a:pt x="1867535" y="100965"/>
                  </a:lnTo>
                  <a:lnTo>
                    <a:pt x="1870329" y="105791"/>
                  </a:lnTo>
                  <a:lnTo>
                    <a:pt x="1876425" y="107442"/>
                  </a:lnTo>
                  <a:lnTo>
                    <a:pt x="1881124" y="104648"/>
                  </a:lnTo>
                  <a:lnTo>
                    <a:pt x="1885823" y="101981"/>
                  </a:lnTo>
                  <a:lnTo>
                    <a:pt x="1887474" y="9588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322820" y="2715767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322820" y="2948939"/>
              <a:ext cx="166115" cy="1737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322820" y="3180588"/>
              <a:ext cx="166115" cy="1752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322820" y="3413760"/>
              <a:ext cx="166115" cy="1737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216901" y="2623566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569969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2" y="91693"/>
                  </a:lnTo>
                  <a:lnTo>
                    <a:pt x="1535683" y="94361"/>
                  </a:lnTo>
                  <a:lnTo>
                    <a:pt x="1534032" y="100456"/>
                  </a:lnTo>
                  <a:lnTo>
                    <a:pt x="1536827" y="105155"/>
                  </a:lnTo>
                  <a:lnTo>
                    <a:pt x="1539493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5" y="65659"/>
                  </a:lnTo>
                  <a:lnTo>
                    <a:pt x="1621535" y="64262"/>
                  </a:lnTo>
                  <a:lnTo>
                    <a:pt x="1616582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5" y="45847"/>
                  </a:lnTo>
                  <a:lnTo>
                    <a:pt x="1621535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2" y="47243"/>
                  </a:moveTo>
                  <a:lnTo>
                    <a:pt x="1601996" y="55752"/>
                  </a:lnTo>
                  <a:lnTo>
                    <a:pt x="1616582" y="64262"/>
                  </a:lnTo>
                  <a:lnTo>
                    <a:pt x="1616582" y="47243"/>
                  </a:lnTo>
                  <a:close/>
                </a:path>
                <a:path w="1641475" h="111760">
                  <a:moveTo>
                    <a:pt x="1621535" y="47243"/>
                  </a:moveTo>
                  <a:lnTo>
                    <a:pt x="1616582" y="47243"/>
                  </a:lnTo>
                  <a:lnTo>
                    <a:pt x="1616582" y="64262"/>
                  </a:lnTo>
                  <a:lnTo>
                    <a:pt x="1621535" y="64262"/>
                  </a:lnTo>
                  <a:lnTo>
                    <a:pt x="1621535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3" y="1524"/>
                  </a:lnTo>
                  <a:lnTo>
                    <a:pt x="1536827" y="6350"/>
                  </a:lnTo>
                  <a:lnTo>
                    <a:pt x="1534032" y="11049"/>
                  </a:lnTo>
                  <a:lnTo>
                    <a:pt x="1535683" y="17144"/>
                  </a:lnTo>
                  <a:lnTo>
                    <a:pt x="1540382" y="19812"/>
                  </a:lnTo>
                  <a:lnTo>
                    <a:pt x="1601996" y="55752"/>
                  </a:lnTo>
                  <a:lnTo>
                    <a:pt x="1616582" y="47243"/>
                  </a:lnTo>
                  <a:lnTo>
                    <a:pt x="1621535" y="47243"/>
                  </a:lnTo>
                  <a:lnTo>
                    <a:pt x="1621535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315712" y="271576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315712" y="2948939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315712" y="318058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315712" y="3413760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209794" y="2623566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301495" y="271576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301495" y="2948939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301495" y="318058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301495" y="3413760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197101" y="2623566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59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59" y="60960"/>
                  </a:lnTo>
                  <a:lnTo>
                    <a:pt x="365759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59" y="1072896"/>
                  </a:lnTo>
                  <a:lnTo>
                    <a:pt x="37231" y="1068103"/>
                  </a:lnTo>
                  <a:lnTo>
                    <a:pt x="17854" y="1055036"/>
                  </a:lnTo>
                  <a:lnTo>
                    <a:pt x="4790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0" y="37236"/>
                  </a:lnTo>
                  <a:lnTo>
                    <a:pt x="17854" y="17859"/>
                  </a:lnTo>
                  <a:lnTo>
                    <a:pt x="37231" y="4792"/>
                  </a:lnTo>
                  <a:lnTo>
                    <a:pt x="60959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562861" y="3104261"/>
              <a:ext cx="1641475" cy="111760"/>
            </a:xfrm>
            <a:custGeom>
              <a:avLst/>
              <a:gdLst/>
              <a:ahLst/>
              <a:cxnLst/>
              <a:rect l="l" t="t" r="r" b="b"/>
              <a:pathLst>
                <a:path w="1641475" h="111760">
                  <a:moveTo>
                    <a:pt x="1601996" y="55752"/>
                  </a:moveTo>
                  <a:lnTo>
                    <a:pt x="1540383" y="91693"/>
                  </a:lnTo>
                  <a:lnTo>
                    <a:pt x="1535683" y="94361"/>
                  </a:lnTo>
                  <a:lnTo>
                    <a:pt x="1534033" y="100456"/>
                  </a:lnTo>
                  <a:lnTo>
                    <a:pt x="1536827" y="105155"/>
                  </a:lnTo>
                  <a:lnTo>
                    <a:pt x="1539494" y="109981"/>
                  </a:lnTo>
                  <a:lnTo>
                    <a:pt x="1545589" y="111505"/>
                  </a:lnTo>
                  <a:lnTo>
                    <a:pt x="1550289" y="108712"/>
                  </a:lnTo>
                  <a:lnTo>
                    <a:pt x="1624212" y="65659"/>
                  </a:lnTo>
                  <a:lnTo>
                    <a:pt x="1621536" y="65659"/>
                  </a:lnTo>
                  <a:lnTo>
                    <a:pt x="1621536" y="64262"/>
                  </a:lnTo>
                  <a:lnTo>
                    <a:pt x="1616583" y="64262"/>
                  </a:lnTo>
                  <a:lnTo>
                    <a:pt x="1601996" y="55752"/>
                  </a:lnTo>
                  <a:close/>
                </a:path>
                <a:path w="1641475" h="111760">
                  <a:moveTo>
                    <a:pt x="1585014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1585014" y="65659"/>
                  </a:lnTo>
                  <a:lnTo>
                    <a:pt x="1601996" y="55752"/>
                  </a:lnTo>
                  <a:lnTo>
                    <a:pt x="1585014" y="45847"/>
                  </a:lnTo>
                  <a:close/>
                </a:path>
                <a:path w="1641475" h="111760">
                  <a:moveTo>
                    <a:pt x="1624212" y="45847"/>
                  </a:moveTo>
                  <a:lnTo>
                    <a:pt x="1621536" y="45847"/>
                  </a:lnTo>
                  <a:lnTo>
                    <a:pt x="1621536" y="65659"/>
                  </a:lnTo>
                  <a:lnTo>
                    <a:pt x="1624212" y="65659"/>
                  </a:lnTo>
                  <a:lnTo>
                    <a:pt x="1641220" y="55752"/>
                  </a:lnTo>
                  <a:lnTo>
                    <a:pt x="1624212" y="45847"/>
                  </a:lnTo>
                  <a:close/>
                </a:path>
                <a:path w="1641475" h="111760">
                  <a:moveTo>
                    <a:pt x="1616583" y="47243"/>
                  </a:moveTo>
                  <a:lnTo>
                    <a:pt x="1601996" y="55752"/>
                  </a:lnTo>
                  <a:lnTo>
                    <a:pt x="1616583" y="64262"/>
                  </a:lnTo>
                  <a:lnTo>
                    <a:pt x="1616583" y="47243"/>
                  </a:lnTo>
                  <a:close/>
                </a:path>
                <a:path w="1641475" h="111760">
                  <a:moveTo>
                    <a:pt x="1621536" y="47243"/>
                  </a:moveTo>
                  <a:lnTo>
                    <a:pt x="1616583" y="47243"/>
                  </a:lnTo>
                  <a:lnTo>
                    <a:pt x="1616583" y="64262"/>
                  </a:lnTo>
                  <a:lnTo>
                    <a:pt x="1621536" y="64262"/>
                  </a:lnTo>
                  <a:lnTo>
                    <a:pt x="1621536" y="47243"/>
                  </a:lnTo>
                  <a:close/>
                </a:path>
                <a:path w="1641475" h="111760">
                  <a:moveTo>
                    <a:pt x="1545589" y="0"/>
                  </a:moveTo>
                  <a:lnTo>
                    <a:pt x="1539494" y="1524"/>
                  </a:lnTo>
                  <a:lnTo>
                    <a:pt x="1536827" y="6350"/>
                  </a:lnTo>
                  <a:lnTo>
                    <a:pt x="1534033" y="11049"/>
                  </a:lnTo>
                  <a:lnTo>
                    <a:pt x="1535683" y="17144"/>
                  </a:lnTo>
                  <a:lnTo>
                    <a:pt x="1540383" y="19812"/>
                  </a:lnTo>
                  <a:lnTo>
                    <a:pt x="1601996" y="55752"/>
                  </a:lnTo>
                  <a:lnTo>
                    <a:pt x="1616583" y="47243"/>
                  </a:lnTo>
                  <a:lnTo>
                    <a:pt x="1621536" y="47243"/>
                  </a:lnTo>
                  <a:lnTo>
                    <a:pt x="1621536" y="45847"/>
                  </a:lnTo>
                  <a:lnTo>
                    <a:pt x="1624212" y="45847"/>
                  </a:lnTo>
                  <a:lnTo>
                    <a:pt x="1550289" y="279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308603" y="2715767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308603" y="2948939"/>
              <a:ext cx="166115" cy="1737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308603" y="3180588"/>
              <a:ext cx="166115" cy="1752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308603" y="3413760"/>
              <a:ext cx="166115" cy="1737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204209" y="2623566"/>
              <a:ext cx="365760" cy="1073150"/>
            </a:xfrm>
            <a:custGeom>
              <a:avLst/>
              <a:gdLst/>
              <a:ahLst/>
              <a:cxnLst/>
              <a:rect l="l" t="t" r="r" b="b"/>
              <a:pathLst>
                <a:path w="365760" h="1073150">
                  <a:moveTo>
                    <a:pt x="304800" y="0"/>
                  </a:moveTo>
                  <a:lnTo>
                    <a:pt x="328523" y="4792"/>
                  </a:lnTo>
                  <a:lnTo>
                    <a:pt x="347900" y="17859"/>
                  </a:lnTo>
                  <a:lnTo>
                    <a:pt x="360967" y="37236"/>
                  </a:lnTo>
                  <a:lnTo>
                    <a:pt x="365760" y="60960"/>
                  </a:lnTo>
                  <a:lnTo>
                    <a:pt x="365760" y="1011936"/>
                  </a:lnTo>
                  <a:lnTo>
                    <a:pt x="360967" y="1035659"/>
                  </a:lnTo>
                  <a:lnTo>
                    <a:pt x="347900" y="1055036"/>
                  </a:lnTo>
                  <a:lnTo>
                    <a:pt x="328523" y="1068103"/>
                  </a:lnTo>
                  <a:lnTo>
                    <a:pt x="304800" y="1072896"/>
                  </a:lnTo>
                  <a:lnTo>
                    <a:pt x="60960" y="1072896"/>
                  </a:lnTo>
                  <a:lnTo>
                    <a:pt x="37236" y="1068103"/>
                  </a:lnTo>
                  <a:lnTo>
                    <a:pt x="17859" y="1055036"/>
                  </a:lnTo>
                  <a:lnTo>
                    <a:pt x="4792" y="1035659"/>
                  </a:lnTo>
                  <a:lnTo>
                    <a:pt x="0" y="1011936"/>
                  </a:lnTo>
                  <a:lnTo>
                    <a:pt x="0" y="60960"/>
                  </a:ln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30480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228419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252291" y="2873078"/>
              <a:ext cx="292210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6259288" y="2873078"/>
              <a:ext cx="290818" cy="1805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053145" y="916255"/>
              <a:ext cx="673425" cy="26901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6934200" y="821436"/>
              <a:ext cx="948055" cy="445134"/>
            </a:xfrm>
            <a:custGeom>
              <a:avLst/>
              <a:gdLst/>
              <a:ahLst/>
              <a:cxnLst/>
              <a:rect l="l" t="t" r="r" b="b"/>
              <a:pathLst>
                <a:path w="948054" h="445134">
                  <a:moveTo>
                    <a:pt x="947927" y="0"/>
                  </a:moveTo>
                  <a:lnTo>
                    <a:pt x="0" y="0"/>
                  </a:lnTo>
                  <a:lnTo>
                    <a:pt x="0" y="445008"/>
                  </a:lnTo>
                  <a:lnTo>
                    <a:pt x="947927" y="445008"/>
                  </a:lnTo>
                  <a:lnTo>
                    <a:pt x="947927" y="0"/>
                  </a:lnTo>
                  <a:close/>
                </a:path>
              </a:pathLst>
            </a:custGeom>
            <a:solidFill>
              <a:srgbClr val="4285F4">
                <a:alpha val="34901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1562100" y="1267078"/>
              <a:ext cx="6130290" cy="2178685"/>
            </a:xfrm>
            <a:custGeom>
              <a:avLst/>
              <a:gdLst/>
              <a:ahLst/>
              <a:cxnLst/>
              <a:rect l="l" t="t" r="r" b="b"/>
              <a:pathLst>
                <a:path w="6130290" h="2178685">
                  <a:moveTo>
                    <a:pt x="1641221" y="1860169"/>
                  </a:moveTo>
                  <a:lnTo>
                    <a:pt x="192024" y="1860169"/>
                  </a:lnTo>
                  <a:lnTo>
                    <a:pt x="192024" y="1796161"/>
                  </a:lnTo>
                  <a:lnTo>
                    <a:pt x="0" y="1892173"/>
                  </a:lnTo>
                  <a:lnTo>
                    <a:pt x="192024" y="1988185"/>
                  </a:lnTo>
                  <a:lnTo>
                    <a:pt x="192024" y="1924177"/>
                  </a:lnTo>
                  <a:lnTo>
                    <a:pt x="1641221" y="1924177"/>
                  </a:lnTo>
                  <a:lnTo>
                    <a:pt x="1641221" y="1860169"/>
                  </a:lnTo>
                  <a:close/>
                </a:path>
                <a:path w="6130290" h="2178685">
                  <a:moveTo>
                    <a:pt x="3649091" y="1829689"/>
                  </a:moveTo>
                  <a:lnTo>
                    <a:pt x="2387346" y="1829689"/>
                  </a:lnTo>
                  <a:lnTo>
                    <a:pt x="2387346" y="1703197"/>
                  </a:lnTo>
                  <a:lnTo>
                    <a:pt x="2007870" y="1892935"/>
                  </a:lnTo>
                  <a:lnTo>
                    <a:pt x="2387346" y="2082673"/>
                  </a:lnTo>
                  <a:lnTo>
                    <a:pt x="2387346" y="1956181"/>
                  </a:lnTo>
                  <a:lnTo>
                    <a:pt x="3649091" y="1956181"/>
                  </a:lnTo>
                  <a:lnTo>
                    <a:pt x="3649091" y="1829689"/>
                  </a:lnTo>
                  <a:close/>
                </a:path>
                <a:path w="6130290" h="2178685">
                  <a:moveTo>
                    <a:pt x="5654675" y="1797685"/>
                  </a:moveTo>
                  <a:lnTo>
                    <a:pt x="4584954" y="1797685"/>
                  </a:lnTo>
                  <a:lnTo>
                    <a:pt x="4584954" y="1607185"/>
                  </a:lnTo>
                  <a:lnTo>
                    <a:pt x="4013454" y="1892935"/>
                  </a:lnTo>
                  <a:lnTo>
                    <a:pt x="4584954" y="2178685"/>
                  </a:lnTo>
                  <a:lnTo>
                    <a:pt x="4584954" y="1988185"/>
                  </a:lnTo>
                  <a:lnTo>
                    <a:pt x="5654675" y="1988185"/>
                  </a:lnTo>
                  <a:lnTo>
                    <a:pt x="5654675" y="1797685"/>
                  </a:lnTo>
                  <a:close/>
                </a:path>
                <a:path w="6130290" h="2178685">
                  <a:moveTo>
                    <a:pt x="6130290" y="1352296"/>
                  </a:moveTo>
                  <a:lnTo>
                    <a:pt x="5939777" y="1352003"/>
                  </a:lnTo>
                  <a:lnTo>
                    <a:pt x="5941568" y="254"/>
                  </a:lnTo>
                  <a:lnTo>
                    <a:pt x="5751068" y="0"/>
                  </a:lnTo>
                  <a:lnTo>
                    <a:pt x="5749277" y="1351711"/>
                  </a:lnTo>
                  <a:lnTo>
                    <a:pt x="5558790" y="1351407"/>
                  </a:lnTo>
                  <a:lnTo>
                    <a:pt x="5843778" y="1923288"/>
                  </a:lnTo>
                  <a:lnTo>
                    <a:pt x="6082677" y="1447165"/>
                  </a:lnTo>
                  <a:lnTo>
                    <a:pt x="6130290" y="1352296"/>
                  </a:lnTo>
                  <a:close/>
                </a:path>
              </a:pathLst>
            </a:custGeom>
            <a:solidFill>
              <a:srgbClr val="4285F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3333749" y="1259586"/>
              <a:ext cx="111760" cy="1363345"/>
            </a:xfrm>
            <a:custGeom>
              <a:avLst/>
              <a:gdLst/>
              <a:ahLst/>
              <a:cxnLst/>
              <a:rect l="l" t="t" r="r" b="b"/>
              <a:pathLst>
                <a:path w="111760" h="1363345">
                  <a:moveTo>
                    <a:pt x="55910" y="39323"/>
                  </a:moveTo>
                  <a:lnTo>
                    <a:pt x="46028" y="56188"/>
                  </a:lnTo>
                  <a:lnTo>
                    <a:pt x="43434" y="1362710"/>
                  </a:lnTo>
                  <a:lnTo>
                    <a:pt x="63246" y="1362837"/>
                  </a:lnTo>
                  <a:lnTo>
                    <a:pt x="65739" y="107187"/>
                  </a:lnTo>
                  <a:lnTo>
                    <a:pt x="65717" y="56188"/>
                  </a:lnTo>
                  <a:lnTo>
                    <a:pt x="55910" y="39323"/>
                  </a:lnTo>
                  <a:close/>
                </a:path>
                <a:path w="111760" h="1363345">
                  <a:moveTo>
                    <a:pt x="67370" y="19558"/>
                  </a:moveTo>
                  <a:lnTo>
                    <a:pt x="46100" y="19558"/>
                  </a:lnTo>
                  <a:lnTo>
                    <a:pt x="65912" y="19685"/>
                  </a:lnTo>
                  <a:lnTo>
                    <a:pt x="65840" y="56398"/>
                  </a:lnTo>
                  <a:lnTo>
                    <a:pt x="94487" y="105663"/>
                  </a:lnTo>
                  <a:lnTo>
                    <a:pt x="100457" y="107187"/>
                  </a:lnTo>
                  <a:lnTo>
                    <a:pt x="105283" y="104521"/>
                  </a:lnTo>
                  <a:lnTo>
                    <a:pt x="109982" y="101726"/>
                  </a:lnTo>
                  <a:lnTo>
                    <a:pt x="111505" y="95630"/>
                  </a:lnTo>
                  <a:lnTo>
                    <a:pt x="108838" y="90931"/>
                  </a:lnTo>
                  <a:lnTo>
                    <a:pt x="67370" y="19558"/>
                  </a:lnTo>
                  <a:close/>
                </a:path>
                <a:path w="111760" h="1363345">
                  <a:moveTo>
                    <a:pt x="56007" y="0"/>
                  </a:moveTo>
                  <a:lnTo>
                    <a:pt x="2794" y="90677"/>
                  </a:lnTo>
                  <a:lnTo>
                    <a:pt x="0" y="95376"/>
                  </a:lnTo>
                  <a:lnTo>
                    <a:pt x="1650" y="101473"/>
                  </a:lnTo>
                  <a:lnTo>
                    <a:pt x="11049" y="107061"/>
                  </a:lnTo>
                  <a:lnTo>
                    <a:pt x="17145" y="105410"/>
                  </a:lnTo>
                  <a:lnTo>
                    <a:pt x="19938" y="100711"/>
                  </a:lnTo>
                  <a:lnTo>
                    <a:pt x="46028" y="56188"/>
                  </a:lnTo>
                  <a:lnTo>
                    <a:pt x="46100" y="19558"/>
                  </a:lnTo>
                  <a:lnTo>
                    <a:pt x="67370" y="19558"/>
                  </a:lnTo>
                  <a:lnTo>
                    <a:pt x="56007" y="0"/>
                  </a:lnTo>
                  <a:close/>
                </a:path>
                <a:path w="111760" h="1363345">
                  <a:moveTo>
                    <a:pt x="65903" y="24637"/>
                  </a:moveTo>
                  <a:lnTo>
                    <a:pt x="64515" y="24637"/>
                  </a:lnTo>
                  <a:lnTo>
                    <a:pt x="55910" y="39323"/>
                  </a:lnTo>
                  <a:lnTo>
                    <a:pt x="65840" y="56398"/>
                  </a:lnTo>
                  <a:lnTo>
                    <a:pt x="65903" y="24637"/>
                  </a:lnTo>
                  <a:close/>
                </a:path>
                <a:path w="111760" h="1363345">
                  <a:moveTo>
                    <a:pt x="46100" y="19558"/>
                  </a:moveTo>
                  <a:lnTo>
                    <a:pt x="46028" y="56188"/>
                  </a:lnTo>
                  <a:lnTo>
                    <a:pt x="55910" y="39323"/>
                  </a:lnTo>
                  <a:lnTo>
                    <a:pt x="47371" y="24637"/>
                  </a:lnTo>
                  <a:lnTo>
                    <a:pt x="65903" y="24637"/>
                  </a:lnTo>
                  <a:lnTo>
                    <a:pt x="65912" y="19685"/>
                  </a:lnTo>
                  <a:lnTo>
                    <a:pt x="46100" y="19558"/>
                  </a:lnTo>
                  <a:close/>
                </a:path>
                <a:path w="111760" h="1363345">
                  <a:moveTo>
                    <a:pt x="64515" y="24637"/>
                  </a:moveTo>
                  <a:lnTo>
                    <a:pt x="47371" y="24637"/>
                  </a:lnTo>
                  <a:lnTo>
                    <a:pt x="55910" y="39323"/>
                  </a:lnTo>
                  <a:lnTo>
                    <a:pt x="64515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3026813" y="907101"/>
              <a:ext cx="688604" cy="278183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2913887" y="813816"/>
              <a:ext cx="948055" cy="445134"/>
            </a:xfrm>
            <a:custGeom>
              <a:avLst/>
              <a:gdLst/>
              <a:ahLst/>
              <a:cxnLst/>
              <a:rect l="l" t="t" r="r" b="b"/>
              <a:pathLst>
                <a:path w="948054" h="445134">
                  <a:moveTo>
                    <a:pt x="947927" y="0"/>
                  </a:moveTo>
                  <a:lnTo>
                    <a:pt x="0" y="0"/>
                  </a:lnTo>
                  <a:lnTo>
                    <a:pt x="0" y="445008"/>
                  </a:lnTo>
                  <a:lnTo>
                    <a:pt x="947927" y="445008"/>
                  </a:lnTo>
                  <a:lnTo>
                    <a:pt x="947927" y="0"/>
                  </a:lnTo>
                  <a:close/>
                </a:path>
              </a:pathLst>
            </a:custGeom>
            <a:solidFill>
              <a:srgbClr val="FF8600">
                <a:alpha val="34901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1562862" y="1259331"/>
              <a:ext cx="2115185" cy="2186940"/>
            </a:xfrm>
            <a:custGeom>
              <a:avLst/>
              <a:gdLst/>
              <a:ahLst/>
              <a:cxnLst/>
              <a:rect l="l" t="t" r="r" b="b"/>
              <a:pathLst>
                <a:path w="2115185" h="2186940">
                  <a:moveTo>
                    <a:pt x="1641221" y="1805432"/>
                  </a:moveTo>
                  <a:lnTo>
                    <a:pt x="571500" y="1805432"/>
                  </a:lnTo>
                  <a:lnTo>
                    <a:pt x="571500" y="1614932"/>
                  </a:lnTo>
                  <a:lnTo>
                    <a:pt x="0" y="1900682"/>
                  </a:lnTo>
                  <a:lnTo>
                    <a:pt x="571500" y="2186432"/>
                  </a:lnTo>
                  <a:lnTo>
                    <a:pt x="571500" y="1995932"/>
                  </a:lnTo>
                  <a:lnTo>
                    <a:pt x="1641221" y="1995932"/>
                  </a:lnTo>
                  <a:lnTo>
                    <a:pt x="1641221" y="1805432"/>
                  </a:lnTo>
                  <a:close/>
                </a:path>
                <a:path w="2115185" h="2186940">
                  <a:moveTo>
                    <a:pt x="2115185" y="1356487"/>
                  </a:moveTo>
                  <a:lnTo>
                    <a:pt x="1924672" y="1357007"/>
                  </a:lnTo>
                  <a:lnTo>
                    <a:pt x="1921002" y="0"/>
                  </a:lnTo>
                  <a:lnTo>
                    <a:pt x="1730502" y="508"/>
                  </a:lnTo>
                  <a:lnTo>
                    <a:pt x="1734172" y="1357515"/>
                  </a:lnTo>
                  <a:lnTo>
                    <a:pt x="1543685" y="1358011"/>
                  </a:lnTo>
                  <a:lnTo>
                    <a:pt x="1831086" y="1928749"/>
                  </a:lnTo>
                  <a:lnTo>
                    <a:pt x="2067382" y="1452753"/>
                  </a:lnTo>
                  <a:lnTo>
                    <a:pt x="2114931" y="1357007"/>
                  </a:lnTo>
                  <a:lnTo>
                    <a:pt x="2115185" y="1356487"/>
                  </a:lnTo>
                  <a:close/>
                </a:path>
              </a:pathLst>
            </a:custGeom>
            <a:solidFill>
              <a:srgbClr val="FF86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794333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Why is vanishing </a:t>
            </a: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gradient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a</a:t>
            </a:r>
            <a:r>
              <a:rPr spc="-12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 </a:t>
            </a: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problem?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450341" y="4679441"/>
            <a:ext cx="5416550" cy="1408078"/>
          </a:xfrm>
          <a:prstGeom prst="rect">
            <a:avLst/>
          </a:prstGeom>
          <a:ln w="19811">
            <a:solidFill>
              <a:srgbClr val="7E7E7E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Gradient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signal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from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faraway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lost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because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it’s</a:t>
            </a:r>
            <a:r>
              <a:rPr kumimoji="0" sz="1800" b="0" i="0" u="none" strike="noStrike" kern="1200" cap="none" spc="9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much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smaller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than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gradient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signal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from</a:t>
            </a:r>
            <a:r>
              <a:rPr kumimoji="0" sz="1800" b="0" i="0" u="none" strike="noStrike" kern="1200" cap="none" spc="2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close-by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119380" marR="116839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So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model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weights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are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only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updated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only with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respect to 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near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effects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,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not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long-term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effects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526029" y="3577590"/>
            <a:ext cx="641350" cy="1106170"/>
          </a:xfrm>
          <a:custGeom>
            <a:avLst/>
            <a:gdLst/>
            <a:ahLst/>
            <a:cxnLst/>
            <a:rect l="l" t="t" r="r" b="b"/>
            <a:pathLst>
              <a:path w="641350" h="1106170">
                <a:moveTo>
                  <a:pt x="71894" y="105178"/>
                </a:moveTo>
                <a:lnTo>
                  <a:pt x="54722" y="115041"/>
                </a:lnTo>
                <a:lnTo>
                  <a:pt x="624077" y="1106043"/>
                </a:lnTo>
                <a:lnTo>
                  <a:pt x="641350" y="1096137"/>
                </a:lnTo>
                <a:lnTo>
                  <a:pt x="71894" y="105178"/>
                </a:lnTo>
                <a:close/>
              </a:path>
              <a:path w="641350" h="1106170">
                <a:moveTo>
                  <a:pt x="0" y="0"/>
                </a:moveTo>
                <a:lnTo>
                  <a:pt x="8255" y="141732"/>
                </a:lnTo>
                <a:lnTo>
                  <a:pt x="54722" y="115041"/>
                </a:lnTo>
                <a:lnTo>
                  <a:pt x="48387" y="104012"/>
                </a:lnTo>
                <a:lnTo>
                  <a:pt x="65531" y="94107"/>
                </a:lnTo>
                <a:lnTo>
                  <a:pt x="91168" y="94107"/>
                </a:lnTo>
                <a:lnTo>
                  <a:pt x="118363" y="78486"/>
                </a:lnTo>
                <a:lnTo>
                  <a:pt x="0" y="0"/>
                </a:lnTo>
                <a:close/>
              </a:path>
              <a:path w="641350" h="1106170">
                <a:moveTo>
                  <a:pt x="65531" y="94107"/>
                </a:moveTo>
                <a:lnTo>
                  <a:pt x="48387" y="104012"/>
                </a:lnTo>
                <a:lnTo>
                  <a:pt x="54722" y="115041"/>
                </a:lnTo>
                <a:lnTo>
                  <a:pt x="71894" y="105178"/>
                </a:lnTo>
                <a:lnTo>
                  <a:pt x="65531" y="94107"/>
                </a:lnTo>
                <a:close/>
              </a:path>
              <a:path w="641350" h="1106170">
                <a:moveTo>
                  <a:pt x="91168" y="94107"/>
                </a:moveTo>
                <a:lnTo>
                  <a:pt x="65531" y="94107"/>
                </a:lnTo>
                <a:lnTo>
                  <a:pt x="71894" y="105178"/>
                </a:lnTo>
                <a:lnTo>
                  <a:pt x="91168" y="94107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794001-4E12-4C5B-9592-CF7CD156CC07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738886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Effect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of vanishing </a:t>
            </a: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gradient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on</a:t>
            </a:r>
            <a:r>
              <a:rPr spc="-90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RNN-LM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0840" y="1105661"/>
            <a:ext cx="835469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marR="1778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67665" algn="l"/>
                <a:tab pos="368300" algn="l"/>
                <a:tab pos="5858510" algn="l"/>
              </a:tabLst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LM task: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When she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tried to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print her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_____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,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she found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that the  printer was out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toner.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She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went to the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stationery store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buy 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more toner. It was very overpriced. After installing the toner</a:t>
            </a:r>
            <a:r>
              <a:rPr kumimoji="0" sz="2400" b="0" i="1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into  the printer,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she finally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printed</a:t>
            </a:r>
            <a:r>
              <a:rPr kumimoji="0" sz="2400" b="0" i="1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lang="en-US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her tickets.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68300" marR="419734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67665" algn="l"/>
                <a:tab pos="3683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learn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from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this training example, the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RNN-LM needs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model the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dependency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between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“tickets”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on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7</a:t>
            </a:r>
            <a:r>
              <a:rPr kumimoji="0" sz="2400" b="0" i="0" u="none" strike="noStrike" kern="1200" cap="none" spc="-7" normalizeH="0" baseline="2430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step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and  the target word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“tickets”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at the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67665" algn="l"/>
                <a:tab pos="3683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But if gradient is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small,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model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can’t learn this</a:t>
            </a:r>
            <a:r>
              <a:rPr kumimoji="0" sz="2400" b="0" i="0" u="none" strike="noStrike" kern="1200" cap="none" spc="-10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dependency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711200" marR="920750" lvl="1" indent="-229235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711835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So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model is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unable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predict similar long-distance  dependencies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at test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025EE-35FC-41B6-B156-EDE85C2F06EF}"/>
              </a:ext>
            </a:extLst>
          </p:cNvPr>
          <p:cNvSpPr txBox="1"/>
          <p:nvPr/>
        </p:nvSpPr>
        <p:spPr>
          <a:xfrm>
            <a:off x="0" y="6581001"/>
            <a:ext cx="17654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Abigail See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105661"/>
            <a:ext cx="4954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  <a:tab pos="4940935" algn="l"/>
              </a:tabLst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LM task: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writer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24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books </a:t>
            </a:r>
            <a:r>
              <a:rPr kumimoji="0" sz="2400" b="0" i="1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 	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983740"/>
            <a:ext cx="8370570" cy="3757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Correct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answer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writer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books </a:t>
            </a:r>
            <a:r>
              <a:rPr kumimoji="0" sz="2400" b="0" i="1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is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planning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sequel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  <a:tab pos="7232650" algn="l"/>
              </a:tabLst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Syntactic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recency: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2400" b="0" i="1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writer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2400" b="0" i="1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books</a:t>
            </a:r>
            <a:r>
              <a:rPr kumimoji="0" sz="24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1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is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	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correct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  <a:tab pos="7054215" algn="l"/>
              </a:tabLst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</a:t>
            </a:r>
            <a:r>
              <a:rPr kumimoji="0" sz="2400" b="1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q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u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ent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al</a:t>
            </a:r>
            <a:r>
              <a:rPr kumimoji="0" sz="2400" b="1" i="0" u="none" strike="noStrike" kern="1200" cap="none" spc="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</a:t>
            </a:r>
            <a:r>
              <a:rPr kumimoji="0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enc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y: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r>
              <a:rPr kumimoji="0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writ</a:t>
            </a:r>
            <a:r>
              <a:rPr kumimoji="0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r>
              <a:rPr kumimoji="0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2400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1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b</a:t>
            </a:r>
            <a:r>
              <a:rPr kumimoji="0" sz="2400" b="0" i="1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o</a:t>
            </a:r>
            <a:r>
              <a:rPr kumimoji="0" sz="2400" b="0" i="1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ok</a:t>
            </a:r>
            <a:r>
              <a:rPr kumimoji="0" sz="2400" b="0" i="1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s</a:t>
            </a:r>
            <a:r>
              <a:rPr kumimoji="0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1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a</a:t>
            </a:r>
            <a:r>
              <a:rPr kumimoji="0" sz="2400" b="0" i="1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re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	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incorr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ct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149225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Due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vanishing gradient,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RNN-LMs are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better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at learning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from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sequential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recency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than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syntactic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recency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,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so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they make</a:t>
            </a:r>
            <a:r>
              <a:rPr kumimoji="0" sz="2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this</a:t>
            </a: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type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error more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often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than we’d like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[Linzen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et al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2016]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57900" y="743712"/>
            <a:ext cx="845819" cy="464820"/>
          </a:xfrm>
          <a:custGeom>
            <a:avLst/>
            <a:gdLst/>
            <a:ahLst/>
            <a:cxnLst/>
            <a:rect l="l" t="t" r="r" b="b"/>
            <a:pathLst>
              <a:path w="845820" h="464819">
                <a:moveTo>
                  <a:pt x="422910" y="0"/>
                </a:moveTo>
                <a:lnTo>
                  <a:pt x="360418" y="2519"/>
                </a:lnTo>
                <a:lnTo>
                  <a:pt x="300773" y="9836"/>
                </a:lnTo>
                <a:lnTo>
                  <a:pt x="244627" y="21594"/>
                </a:lnTo>
                <a:lnTo>
                  <a:pt x="192637" y="37432"/>
                </a:lnTo>
                <a:lnTo>
                  <a:pt x="145455" y="56992"/>
                </a:lnTo>
                <a:lnTo>
                  <a:pt x="103737" y="79915"/>
                </a:lnTo>
                <a:lnTo>
                  <a:pt x="68136" y="105842"/>
                </a:lnTo>
                <a:lnTo>
                  <a:pt x="39308" y="134414"/>
                </a:lnTo>
                <a:lnTo>
                  <a:pt x="4585" y="198057"/>
                </a:lnTo>
                <a:lnTo>
                  <a:pt x="0" y="232410"/>
                </a:lnTo>
                <a:lnTo>
                  <a:pt x="4585" y="266762"/>
                </a:lnTo>
                <a:lnTo>
                  <a:pt x="39308" y="330405"/>
                </a:lnTo>
                <a:lnTo>
                  <a:pt x="68136" y="358977"/>
                </a:lnTo>
                <a:lnTo>
                  <a:pt x="103737" y="384904"/>
                </a:lnTo>
                <a:lnTo>
                  <a:pt x="145455" y="407827"/>
                </a:lnTo>
                <a:lnTo>
                  <a:pt x="192637" y="427387"/>
                </a:lnTo>
                <a:lnTo>
                  <a:pt x="244627" y="443225"/>
                </a:lnTo>
                <a:lnTo>
                  <a:pt x="300773" y="454983"/>
                </a:lnTo>
                <a:lnTo>
                  <a:pt x="360418" y="462300"/>
                </a:lnTo>
                <a:lnTo>
                  <a:pt x="422910" y="464820"/>
                </a:lnTo>
                <a:lnTo>
                  <a:pt x="485401" y="462300"/>
                </a:lnTo>
                <a:lnTo>
                  <a:pt x="545046" y="454983"/>
                </a:lnTo>
                <a:lnTo>
                  <a:pt x="601192" y="443225"/>
                </a:lnTo>
                <a:lnTo>
                  <a:pt x="653182" y="427387"/>
                </a:lnTo>
                <a:lnTo>
                  <a:pt x="700364" y="407827"/>
                </a:lnTo>
                <a:lnTo>
                  <a:pt x="742082" y="384904"/>
                </a:lnTo>
                <a:lnTo>
                  <a:pt x="777683" y="358977"/>
                </a:lnTo>
                <a:lnTo>
                  <a:pt x="806511" y="330405"/>
                </a:lnTo>
                <a:lnTo>
                  <a:pt x="841234" y="266762"/>
                </a:lnTo>
                <a:lnTo>
                  <a:pt x="845820" y="232410"/>
                </a:lnTo>
                <a:lnTo>
                  <a:pt x="841234" y="198057"/>
                </a:lnTo>
                <a:lnTo>
                  <a:pt x="806511" y="134414"/>
                </a:lnTo>
                <a:lnTo>
                  <a:pt x="777683" y="105842"/>
                </a:lnTo>
                <a:lnTo>
                  <a:pt x="742082" y="79915"/>
                </a:lnTo>
                <a:lnTo>
                  <a:pt x="700364" y="56992"/>
                </a:lnTo>
                <a:lnTo>
                  <a:pt x="653182" y="37432"/>
                </a:lnTo>
                <a:lnTo>
                  <a:pt x="601192" y="21594"/>
                </a:lnTo>
                <a:lnTo>
                  <a:pt x="545046" y="9836"/>
                </a:lnTo>
                <a:lnTo>
                  <a:pt x="485401" y="2519"/>
                </a:lnTo>
                <a:lnTo>
                  <a:pt x="422910" y="0"/>
                </a:lnTo>
                <a:close/>
              </a:path>
            </a:pathLst>
          </a:custGeom>
          <a:solidFill>
            <a:srgbClr val="BCD6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3540" y="136552"/>
            <a:ext cx="7456954" cy="620042"/>
          </a:xfrm>
          <a:prstGeom prst="rect">
            <a:avLst/>
          </a:prstGeom>
        </p:spPr>
        <p:txBody>
          <a:bodyPr vert="horz" wrap="square" lIns="0" tIns="126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Effect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of vanishing </a:t>
            </a: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gradient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on</a:t>
            </a:r>
            <a:r>
              <a:rPr spc="-90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RNN-LM</a:t>
            </a:r>
          </a:p>
        </p:txBody>
      </p:sp>
      <p:sp>
        <p:nvSpPr>
          <p:cNvPr id="6" name="object 6"/>
          <p:cNvSpPr/>
          <p:nvPr/>
        </p:nvSpPr>
        <p:spPr>
          <a:xfrm>
            <a:off x="5437885" y="966088"/>
            <a:ext cx="622300" cy="255904"/>
          </a:xfrm>
          <a:custGeom>
            <a:avLst/>
            <a:gdLst/>
            <a:ahLst/>
            <a:cxnLst/>
            <a:rect l="l" t="t" r="r" b="b"/>
            <a:pathLst>
              <a:path w="622300" h="255905">
                <a:moveTo>
                  <a:pt x="535341" y="27078"/>
                </a:moveTo>
                <a:lnTo>
                  <a:pt x="0" y="228853"/>
                </a:lnTo>
                <a:lnTo>
                  <a:pt x="10160" y="255905"/>
                </a:lnTo>
                <a:lnTo>
                  <a:pt x="545565" y="54229"/>
                </a:lnTo>
                <a:lnTo>
                  <a:pt x="535341" y="27078"/>
                </a:lnTo>
                <a:close/>
              </a:path>
              <a:path w="622300" h="255905">
                <a:moveTo>
                  <a:pt x="610726" y="21971"/>
                </a:moveTo>
                <a:lnTo>
                  <a:pt x="548893" y="21971"/>
                </a:lnTo>
                <a:lnTo>
                  <a:pt x="559053" y="49149"/>
                </a:lnTo>
                <a:lnTo>
                  <a:pt x="545565" y="54229"/>
                </a:lnTo>
                <a:lnTo>
                  <a:pt x="555751" y="81280"/>
                </a:lnTo>
                <a:lnTo>
                  <a:pt x="610726" y="21971"/>
                </a:lnTo>
                <a:close/>
              </a:path>
              <a:path w="622300" h="255905">
                <a:moveTo>
                  <a:pt x="548893" y="21971"/>
                </a:moveTo>
                <a:lnTo>
                  <a:pt x="535341" y="27078"/>
                </a:lnTo>
                <a:lnTo>
                  <a:pt x="545565" y="54229"/>
                </a:lnTo>
                <a:lnTo>
                  <a:pt x="559053" y="49149"/>
                </a:lnTo>
                <a:lnTo>
                  <a:pt x="548893" y="21971"/>
                </a:lnTo>
                <a:close/>
              </a:path>
              <a:path w="622300" h="255905">
                <a:moveTo>
                  <a:pt x="525144" y="0"/>
                </a:moveTo>
                <a:lnTo>
                  <a:pt x="535341" y="27078"/>
                </a:lnTo>
                <a:lnTo>
                  <a:pt x="548893" y="21971"/>
                </a:lnTo>
                <a:lnTo>
                  <a:pt x="610726" y="21971"/>
                </a:lnTo>
                <a:lnTo>
                  <a:pt x="621791" y="10033"/>
                </a:lnTo>
                <a:lnTo>
                  <a:pt x="525144" y="0"/>
                </a:lnTo>
                <a:close/>
              </a:path>
            </a:pathLst>
          </a:custGeom>
          <a:solidFill>
            <a:srgbClr val="3986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57900" y="1315211"/>
            <a:ext cx="845819" cy="464820"/>
          </a:xfrm>
          <a:custGeom>
            <a:avLst/>
            <a:gdLst/>
            <a:ahLst/>
            <a:cxnLst/>
            <a:rect l="l" t="t" r="r" b="b"/>
            <a:pathLst>
              <a:path w="845820" h="464819">
                <a:moveTo>
                  <a:pt x="422910" y="0"/>
                </a:moveTo>
                <a:lnTo>
                  <a:pt x="360418" y="2519"/>
                </a:lnTo>
                <a:lnTo>
                  <a:pt x="300773" y="9836"/>
                </a:lnTo>
                <a:lnTo>
                  <a:pt x="244627" y="21594"/>
                </a:lnTo>
                <a:lnTo>
                  <a:pt x="192637" y="37432"/>
                </a:lnTo>
                <a:lnTo>
                  <a:pt x="145455" y="56992"/>
                </a:lnTo>
                <a:lnTo>
                  <a:pt x="103737" y="79915"/>
                </a:lnTo>
                <a:lnTo>
                  <a:pt x="68136" y="105842"/>
                </a:lnTo>
                <a:lnTo>
                  <a:pt x="39308" y="134414"/>
                </a:lnTo>
                <a:lnTo>
                  <a:pt x="4585" y="198057"/>
                </a:lnTo>
                <a:lnTo>
                  <a:pt x="0" y="232410"/>
                </a:lnTo>
                <a:lnTo>
                  <a:pt x="4585" y="266762"/>
                </a:lnTo>
                <a:lnTo>
                  <a:pt x="39308" y="330405"/>
                </a:lnTo>
                <a:lnTo>
                  <a:pt x="68136" y="358977"/>
                </a:lnTo>
                <a:lnTo>
                  <a:pt x="103737" y="384904"/>
                </a:lnTo>
                <a:lnTo>
                  <a:pt x="145455" y="407827"/>
                </a:lnTo>
                <a:lnTo>
                  <a:pt x="192637" y="427387"/>
                </a:lnTo>
                <a:lnTo>
                  <a:pt x="244627" y="443225"/>
                </a:lnTo>
                <a:lnTo>
                  <a:pt x="300773" y="454983"/>
                </a:lnTo>
                <a:lnTo>
                  <a:pt x="360418" y="462300"/>
                </a:lnTo>
                <a:lnTo>
                  <a:pt x="422910" y="464820"/>
                </a:lnTo>
                <a:lnTo>
                  <a:pt x="485401" y="462300"/>
                </a:lnTo>
                <a:lnTo>
                  <a:pt x="545046" y="454983"/>
                </a:lnTo>
                <a:lnTo>
                  <a:pt x="601192" y="443225"/>
                </a:lnTo>
                <a:lnTo>
                  <a:pt x="653182" y="427387"/>
                </a:lnTo>
                <a:lnTo>
                  <a:pt x="700364" y="407827"/>
                </a:lnTo>
                <a:lnTo>
                  <a:pt x="742082" y="384904"/>
                </a:lnTo>
                <a:lnTo>
                  <a:pt x="777683" y="358977"/>
                </a:lnTo>
                <a:lnTo>
                  <a:pt x="806511" y="330405"/>
                </a:lnTo>
                <a:lnTo>
                  <a:pt x="841234" y="266762"/>
                </a:lnTo>
                <a:lnTo>
                  <a:pt x="845820" y="232410"/>
                </a:lnTo>
                <a:lnTo>
                  <a:pt x="841234" y="198057"/>
                </a:lnTo>
                <a:lnTo>
                  <a:pt x="806511" y="134414"/>
                </a:lnTo>
                <a:lnTo>
                  <a:pt x="777683" y="105842"/>
                </a:lnTo>
                <a:lnTo>
                  <a:pt x="742082" y="79915"/>
                </a:lnTo>
                <a:lnTo>
                  <a:pt x="700364" y="56992"/>
                </a:lnTo>
                <a:lnTo>
                  <a:pt x="653182" y="37432"/>
                </a:lnTo>
                <a:lnTo>
                  <a:pt x="601192" y="21594"/>
                </a:lnTo>
                <a:lnTo>
                  <a:pt x="545046" y="9836"/>
                </a:lnTo>
                <a:lnTo>
                  <a:pt x="485401" y="2519"/>
                </a:lnTo>
                <a:lnTo>
                  <a:pt x="422910" y="0"/>
                </a:lnTo>
                <a:close/>
              </a:path>
            </a:pathLst>
          </a:custGeom>
          <a:solidFill>
            <a:srgbClr val="BCD6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16217" y="1373885"/>
            <a:ext cx="329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40426" y="1426717"/>
            <a:ext cx="619760" cy="149860"/>
          </a:xfrm>
          <a:custGeom>
            <a:avLst/>
            <a:gdLst/>
            <a:ahLst/>
            <a:cxnLst/>
            <a:rect l="l" t="t" r="r" b="b"/>
            <a:pathLst>
              <a:path w="619760" h="149859">
                <a:moveTo>
                  <a:pt x="531156" y="121199"/>
                </a:moveTo>
                <a:lnTo>
                  <a:pt x="526161" y="149733"/>
                </a:lnTo>
                <a:lnTo>
                  <a:pt x="612904" y="123698"/>
                </a:lnTo>
                <a:lnTo>
                  <a:pt x="545464" y="123698"/>
                </a:lnTo>
                <a:lnTo>
                  <a:pt x="531156" y="121199"/>
                </a:lnTo>
                <a:close/>
              </a:path>
              <a:path w="619760" h="149859">
                <a:moveTo>
                  <a:pt x="536157" y="92635"/>
                </a:moveTo>
                <a:lnTo>
                  <a:pt x="531156" y="121199"/>
                </a:lnTo>
                <a:lnTo>
                  <a:pt x="545464" y="123698"/>
                </a:lnTo>
                <a:lnTo>
                  <a:pt x="550418" y="95123"/>
                </a:lnTo>
                <a:lnTo>
                  <a:pt x="536157" y="92635"/>
                </a:lnTo>
                <a:close/>
              </a:path>
              <a:path w="619760" h="149859">
                <a:moveTo>
                  <a:pt x="541147" y="64135"/>
                </a:moveTo>
                <a:lnTo>
                  <a:pt x="536157" y="92635"/>
                </a:lnTo>
                <a:lnTo>
                  <a:pt x="550418" y="95123"/>
                </a:lnTo>
                <a:lnTo>
                  <a:pt x="545464" y="123698"/>
                </a:lnTo>
                <a:lnTo>
                  <a:pt x="612904" y="123698"/>
                </a:lnTo>
                <a:lnTo>
                  <a:pt x="619251" y="121793"/>
                </a:lnTo>
                <a:lnTo>
                  <a:pt x="541147" y="64135"/>
                </a:lnTo>
                <a:close/>
              </a:path>
              <a:path w="619760" h="149859">
                <a:moveTo>
                  <a:pt x="5079" y="0"/>
                </a:moveTo>
                <a:lnTo>
                  <a:pt x="0" y="28448"/>
                </a:lnTo>
                <a:lnTo>
                  <a:pt x="531156" y="121199"/>
                </a:lnTo>
                <a:lnTo>
                  <a:pt x="536157" y="92635"/>
                </a:lnTo>
                <a:lnTo>
                  <a:pt x="5079" y="0"/>
                </a:lnTo>
                <a:close/>
              </a:path>
            </a:pathLst>
          </a:custGeom>
          <a:solidFill>
            <a:srgbClr val="3986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63005" y="3572383"/>
            <a:ext cx="622300" cy="206375"/>
          </a:xfrm>
          <a:custGeom>
            <a:avLst/>
            <a:gdLst/>
            <a:ahLst/>
            <a:cxnLst/>
            <a:rect l="l" t="t" r="r" b="b"/>
            <a:pathLst>
              <a:path w="622300" h="206375">
                <a:moveTo>
                  <a:pt x="380669" y="19812"/>
                </a:moveTo>
                <a:lnTo>
                  <a:pt x="292608" y="19812"/>
                </a:lnTo>
                <a:lnTo>
                  <a:pt x="310896" y="20827"/>
                </a:lnTo>
                <a:lnTo>
                  <a:pt x="329438" y="24002"/>
                </a:lnTo>
                <a:lnTo>
                  <a:pt x="367538" y="35686"/>
                </a:lnTo>
                <a:lnTo>
                  <a:pt x="406400" y="53847"/>
                </a:lnTo>
                <a:lnTo>
                  <a:pt x="446151" y="77723"/>
                </a:lnTo>
                <a:lnTo>
                  <a:pt x="486410" y="105917"/>
                </a:lnTo>
                <a:lnTo>
                  <a:pt x="527050" y="137413"/>
                </a:lnTo>
                <a:lnTo>
                  <a:pt x="568071" y="171195"/>
                </a:lnTo>
                <a:lnTo>
                  <a:pt x="609219" y="206247"/>
                </a:lnTo>
                <a:lnTo>
                  <a:pt x="622173" y="191261"/>
                </a:lnTo>
                <a:lnTo>
                  <a:pt x="580898" y="156209"/>
                </a:lnTo>
                <a:lnTo>
                  <a:pt x="539750" y="122173"/>
                </a:lnTo>
                <a:lnTo>
                  <a:pt x="498475" y="90042"/>
                </a:lnTo>
                <a:lnTo>
                  <a:pt x="457327" y="61340"/>
                </a:lnTo>
                <a:lnTo>
                  <a:pt x="416306" y="36702"/>
                </a:lnTo>
                <a:lnTo>
                  <a:pt x="395859" y="26415"/>
                </a:lnTo>
                <a:lnTo>
                  <a:pt x="380669" y="19812"/>
                </a:lnTo>
                <a:close/>
              </a:path>
              <a:path w="622300" h="206375">
                <a:moveTo>
                  <a:pt x="14732" y="93979"/>
                </a:moveTo>
                <a:lnTo>
                  <a:pt x="0" y="192023"/>
                </a:lnTo>
                <a:lnTo>
                  <a:pt x="99187" y="188848"/>
                </a:lnTo>
                <a:lnTo>
                  <a:pt x="71148" y="157352"/>
                </a:lnTo>
                <a:lnTo>
                  <a:pt x="53848" y="157352"/>
                </a:lnTo>
                <a:lnTo>
                  <a:pt x="41021" y="142366"/>
                </a:lnTo>
                <a:lnTo>
                  <a:pt x="50518" y="134179"/>
                </a:lnTo>
                <a:lnTo>
                  <a:pt x="14732" y="93979"/>
                </a:lnTo>
                <a:close/>
              </a:path>
              <a:path w="622300" h="206375">
                <a:moveTo>
                  <a:pt x="50518" y="134179"/>
                </a:moveTo>
                <a:lnTo>
                  <a:pt x="41021" y="142366"/>
                </a:lnTo>
                <a:lnTo>
                  <a:pt x="53848" y="157352"/>
                </a:lnTo>
                <a:lnTo>
                  <a:pt x="63680" y="148964"/>
                </a:lnTo>
                <a:lnTo>
                  <a:pt x="50518" y="134179"/>
                </a:lnTo>
                <a:close/>
              </a:path>
              <a:path w="622300" h="206375">
                <a:moveTo>
                  <a:pt x="63680" y="148964"/>
                </a:moveTo>
                <a:lnTo>
                  <a:pt x="53848" y="157352"/>
                </a:lnTo>
                <a:lnTo>
                  <a:pt x="71148" y="157352"/>
                </a:lnTo>
                <a:lnTo>
                  <a:pt x="63680" y="148964"/>
                </a:lnTo>
                <a:close/>
              </a:path>
              <a:path w="622300" h="206375">
                <a:moveTo>
                  <a:pt x="293878" y="0"/>
                </a:moveTo>
                <a:lnTo>
                  <a:pt x="248412" y="7874"/>
                </a:lnTo>
                <a:lnTo>
                  <a:pt x="212090" y="22732"/>
                </a:lnTo>
                <a:lnTo>
                  <a:pt x="174879" y="42925"/>
                </a:lnTo>
                <a:lnTo>
                  <a:pt x="125730" y="75310"/>
                </a:lnTo>
                <a:lnTo>
                  <a:pt x="80010" y="109727"/>
                </a:lnTo>
                <a:lnTo>
                  <a:pt x="50518" y="134179"/>
                </a:lnTo>
                <a:lnTo>
                  <a:pt x="63680" y="148964"/>
                </a:lnTo>
                <a:lnTo>
                  <a:pt x="72009" y="141858"/>
                </a:lnTo>
                <a:lnTo>
                  <a:pt x="92202" y="125475"/>
                </a:lnTo>
                <a:lnTo>
                  <a:pt x="136906" y="91693"/>
                </a:lnTo>
                <a:lnTo>
                  <a:pt x="184531" y="60197"/>
                </a:lnTo>
                <a:lnTo>
                  <a:pt x="220345" y="40766"/>
                </a:lnTo>
                <a:lnTo>
                  <a:pt x="264414" y="23875"/>
                </a:lnTo>
                <a:lnTo>
                  <a:pt x="292608" y="19812"/>
                </a:lnTo>
                <a:lnTo>
                  <a:pt x="380669" y="19812"/>
                </a:lnTo>
                <a:lnTo>
                  <a:pt x="375412" y="17525"/>
                </a:lnTo>
                <a:lnTo>
                  <a:pt x="354965" y="10287"/>
                </a:lnTo>
                <a:lnTo>
                  <a:pt x="334645" y="4825"/>
                </a:lnTo>
                <a:lnTo>
                  <a:pt x="314325" y="1396"/>
                </a:lnTo>
                <a:lnTo>
                  <a:pt x="293878" y="0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25646" y="2565019"/>
            <a:ext cx="2049145" cy="337185"/>
          </a:xfrm>
          <a:custGeom>
            <a:avLst/>
            <a:gdLst/>
            <a:ahLst/>
            <a:cxnLst/>
            <a:rect l="l" t="t" r="r" b="b"/>
            <a:pathLst>
              <a:path w="2049145" h="337185">
                <a:moveTo>
                  <a:pt x="42799" y="221487"/>
                </a:moveTo>
                <a:lnTo>
                  <a:pt x="0" y="311022"/>
                </a:lnTo>
                <a:lnTo>
                  <a:pt x="95757" y="336930"/>
                </a:lnTo>
                <a:lnTo>
                  <a:pt x="75891" y="293623"/>
                </a:lnTo>
                <a:lnTo>
                  <a:pt x="61849" y="293623"/>
                </a:lnTo>
                <a:lnTo>
                  <a:pt x="53593" y="275589"/>
                </a:lnTo>
                <a:lnTo>
                  <a:pt x="65170" y="270255"/>
                </a:lnTo>
                <a:lnTo>
                  <a:pt x="42799" y="221487"/>
                </a:lnTo>
                <a:close/>
              </a:path>
              <a:path w="2049145" h="337185">
                <a:moveTo>
                  <a:pt x="1191171" y="19811"/>
                </a:moveTo>
                <a:lnTo>
                  <a:pt x="973708" y="19811"/>
                </a:lnTo>
                <a:lnTo>
                  <a:pt x="1005458" y="20319"/>
                </a:lnTo>
                <a:lnTo>
                  <a:pt x="1037463" y="21843"/>
                </a:lnTo>
                <a:lnTo>
                  <a:pt x="1101725" y="27177"/>
                </a:lnTo>
                <a:lnTo>
                  <a:pt x="1166494" y="35813"/>
                </a:lnTo>
                <a:lnTo>
                  <a:pt x="1231773" y="47243"/>
                </a:lnTo>
                <a:lnTo>
                  <a:pt x="1297558" y="61467"/>
                </a:lnTo>
                <a:lnTo>
                  <a:pt x="1363726" y="78104"/>
                </a:lnTo>
                <a:lnTo>
                  <a:pt x="1430401" y="96900"/>
                </a:lnTo>
                <a:lnTo>
                  <a:pt x="1497329" y="117855"/>
                </a:lnTo>
                <a:lnTo>
                  <a:pt x="1564513" y="140588"/>
                </a:lnTo>
                <a:lnTo>
                  <a:pt x="1632077" y="164845"/>
                </a:lnTo>
                <a:lnTo>
                  <a:pt x="1699894" y="190500"/>
                </a:lnTo>
                <a:lnTo>
                  <a:pt x="1767966" y="217423"/>
                </a:lnTo>
                <a:lnTo>
                  <a:pt x="1836165" y="245109"/>
                </a:lnTo>
                <a:lnTo>
                  <a:pt x="2041398" y="331342"/>
                </a:lnTo>
                <a:lnTo>
                  <a:pt x="2049017" y="313054"/>
                </a:lnTo>
                <a:lnTo>
                  <a:pt x="1843786" y="226694"/>
                </a:lnTo>
                <a:lnTo>
                  <a:pt x="1707133" y="172084"/>
                </a:lnTo>
                <a:lnTo>
                  <a:pt x="1639189" y="146303"/>
                </a:lnTo>
                <a:lnTo>
                  <a:pt x="1571243" y="122046"/>
                </a:lnTo>
                <a:lnTo>
                  <a:pt x="1503679" y="99059"/>
                </a:lnTo>
                <a:lnTo>
                  <a:pt x="1436242" y="78104"/>
                </a:lnTo>
                <a:lnTo>
                  <a:pt x="1369187" y="59054"/>
                </a:lnTo>
                <a:lnTo>
                  <a:pt x="1268983" y="34670"/>
                </a:lnTo>
                <a:lnTo>
                  <a:pt x="1202689" y="21716"/>
                </a:lnTo>
                <a:lnTo>
                  <a:pt x="1191171" y="19811"/>
                </a:lnTo>
                <a:close/>
              </a:path>
              <a:path w="2049145" h="337185">
                <a:moveTo>
                  <a:pt x="65170" y="270255"/>
                </a:moveTo>
                <a:lnTo>
                  <a:pt x="53593" y="275589"/>
                </a:lnTo>
                <a:lnTo>
                  <a:pt x="61849" y="293623"/>
                </a:lnTo>
                <a:lnTo>
                  <a:pt x="73420" y="288239"/>
                </a:lnTo>
                <a:lnTo>
                  <a:pt x="65170" y="270255"/>
                </a:lnTo>
                <a:close/>
              </a:path>
              <a:path w="2049145" h="337185">
                <a:moveTo>
                  <a:pt x="73420" y="288239"/>
                </a:moveTo>
                <a:lnTo>
                  <a:pt x="61849" y="293623"/>
                </a:lnTo>
                <a:lnTo>
                  <a:pt x="75891" y="293623"/>
                </a:lnTo>
                <a:lnTo>
                  <a:pt x="73420" y="288239"/>
                </a:lnTo>
                <a:close/>
              </a:path>
              <a:path w="2049145" h="337185">
                <a:moveTo>
                  <a:pt x="974089" y="0"/>
                </a:moveTo>
                <a:lnTo>
                  <a:pt x="906144" y="3047"/>
                </a:lnTo>
                <a:lnTo>
                  <a:pt x="832738" y="12445"/>
                </a:lnTo>
                <a:lnTo>
                  <a:pt x="794512" y="19303"/>
                </a:lnTo>
                <a:lnTo>
                  <a:pt x="755523" y="27177"/>
                </a:lnTo>
                <a:lnTo>
                  <a:pt x="715771" y="36448"/>
                </a:lnTo>
                <a:lnTo>
                  <a:pt x="675513" y="46608"/>
                </a:lnTo>
                <a:lnTo>
                  <a:pt x="635000" y="57530"/>
                </a:lnTo>
                <a:lnTo>
                  <a:pt x="594232" y="69468"/>
                </a:lnTo>
                <a:lnTo>
                  <a:pt x="553592" y="81787"/>
                </a:lnTo>
                <a:lnTo>
                  <a:pt x="472693" y="108457"/>
                </a:lnTo>
                <a:lnTo>
                  <a:pt x="432942" y="122300"/>
                </a:lnTo>
                <a:lnTo>
                  <a:pt x="393953" y="136270"/>
                </a:lnTo>
                <a:lnTo>
                  <a:pt x="355726" y="150367"/>
                </a:lnTo>
                <a:lnTo>
                  <a:pt x="282448" y="178688"/>
                </a:lnTo>
                <a:lnTo>
                  <a:pt x="214629" y="205993"/>
                </a:lnTo>
                <a:lnTo>
                  <a:pt x="125729" y="243585"/>
                </a:lnTo>
                <a:lnTo>
                  <a:pt x="77215" y="264794"/>
                </a:lnTo>
                <a:lnTo>
                  <a:pt x="65170" y="270255"/>
                </a:lnTo>
                <a:lnTo>
                  <a:pt x="73420" y="288239"/>
                </a:lnTo>
                <a:lnTo>
                  <a:pt x="74675" y="287654"/>
                </a:lnTo>
                <a:lnTo>
                  <a:pt x="133476" y="261746"/>
                </a:lnTo>
                <a:lnTo>
                  <a:pt x="221995" y="224408"/>
                </a:lnTo>
                <a:lnTo>
                  <a:pt x="289687" y="197103"/>
                </a:lnTo>
                <a:lnTo>
                  <a:pt x="362584" y="169036"/>
                </a:lnTo>
                <a:lnTo>
                  <a:pt x="400684" y="154939"/>
                </a:lnTo>
                <a:lnTo>
                  <a:pt x="479043" y="127126"/>
                </a:lnTo>
                <a:lnTo>
                  <a:pt x="519049" y="113791"/>
                </a:lnTo>
                <a:lnTo>
                  <a:pt x="559307" y="100837"/>
                </a:lnTo>
                <a:lnTo>
                  <a:pt x="599820" y="88391"/>
                </a:lnTo>
                <a:lnTo>
                  <a:pt x="640206" y="76707"/>
                </a:lnTo>
                <a:lnTo>
                  <a:pt x="680465" y="65785"/>
                </a:lnTo>
                <a:lnTo>
                  <a:pt x="720216" y="55752"/>
                </a:lnTo>
                <a:lnTo>
                  <a:pt x="759459" y="46608"/>
                </a:lnTo>
                <a:lnTo>
                  <a:pt x="798067" y="38734"/>
                </a:lnTo>
                <a:lnTo>
                  <a:pt x="835659" y="32003"/>
                </a:lnTo>
                <a:lnTo>
                  <a:pt x="907541" y="22859"/>
                </a:lnTo>
                <a:lnTo>
                  <a:pt x="973708" y="19811"/>
                </a:lnTo>
                <a:lnTo>
                  <a:pt x="1191171" y="19811"/>
                </a:lnTo>
                <a:lnTo>
                  <a:pt x="1169669" y="16255"/>
                </a:lnTo>
                <a:lnTo>
                  <a:pt x="1104138" y="7619"/>
                </a:lnTo>
                <a:lnTo>
                  <a:pt x="1038859" y="2031"/>
                </a:lnTo>
                <a:lnTo>
                  <a:pt x="1006348" y="507"/>
                </a:lnTo>
                <a:lnTo>
                  <a:pt x="974089" y="0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46757" y="6444183"/>
            <a:ext cx="670750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“Assessing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Ability of </a:t>
            </a:r>
            <a:r>
              <a:rPr kumimoji="0" sz="1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LSTMs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</a:t>
            </a:r>
            <a:r>
              <a:rPr kumimoji="0" sz="1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Learn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Syntax-Sensitive Dependencies”, Linzen et al, 2016.</a:t>
            </a:r>
            <a:r>
              <a:rPr kumimoji="0" sz="1000" b="0" i="0" u="sng" strike="noStrike" kern="1200" cap="none" spc="8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Carlito"/>
                <a:hlinkClick r:id="rId2"/>
              </a:rPr>
              <a:t> </a:t>
            </a:r>
            <a:r>
              <a:rPr kumimoji="0" sz="1000" b="0" i="0" u="sng" strike="noStrike" kern="1200" cap="none" spc="-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Carlito"/>
                <a:hlinkClick r:id="rId2"/>
              </a:rPr>
              <a:t>https://arxiv.org/pdf/1611.01368.pdf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7B6697-77B8-4173-801C-2A4CDC9A8AC2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2407E1B3-CD57-4981-BB7F-695F5A52CC04}"/>
              </a:ext>
            </a:extLst>
          </p:cNvPr>
          <p:cNvSpPr txBox="1"/>
          <p:nvPr/>
        </p:nvSpPr>
        <p:spPr>
          <a:xfrm>
            <a:off x="6316026" y="800677"/>
            <a:ext cx="329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705812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Why is </a:t>
            </a:r>
            <a:r>
              <a:rPr u="heavy" spc="-5" dirty="0">
                <a:solidFill>
                  <a:srgbClr val="3986FF"/>
                </a:solidFill>
                <a:uFill>
                  <a:solidFill>
                    <a:srgbClr val="3986FF"/>
                  </a:solidFill>
                </a:uFill>
                <a:latin typeface="Garamond" panose="02020404030301010803" pitchFamily="18" charset="0"/>
                <a:cs typeface="Carlito"/>
              </a:rPr>
              <a:t>exploding</a:t>
            </a: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 gradient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a</a:t>
            </a:r>
            <a:r>
              <a:rPr spc="-110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problem?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15389"/>
            <a:ext cx="7578725" cy="992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If the gradient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becomes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too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big, then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SGD update</a:t>
            </a:r>
            <a:r>
              <a:rPr kumimoji="0" sz="2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step  becomes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too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big: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4053840" marR="0" lvl="0" indent="0" algn="l" defTabSz="914400" rtl="0" eaLnBrk="1" fontAlgn="auto" latinLnBrk="0" hangingPunct="1">
              <a:lnSpc>
                <a:spcPts val="1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learning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rate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1785" y="2209912"/>
            <a:ext cx="4623812" cy="5162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2869183"/>
            <a:ext cx="8164195" cy="2798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1462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gradient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143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This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can cause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bad updates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we take too large 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step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and</a:t>
            </a:r>
            <a:r>
              <a:rPr kumimoji="0" sz="2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reach  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bad parameter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configuration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(with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large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loss)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146685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 the worst case, this will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result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Inf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or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NaN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 your</a:t>
            </a:r>
            <a:r>
              <a:rPr kumimoji="0" sz="24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network  (then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you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have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restart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training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from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an earlier</a:t>
            </a:r>
            <a:r>
              <a:rPr kumimoji="0" sz="2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checkpoint)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928615" y="2112264"/>
            <a:ext cx="1792605" cy="805180"/>
            <a:chOff x="4928615" y="2112264"/>
            <a:chExt cx="1792605" cy="805180"/>
          </a:xfrm>
        </p:grpSpPr>
        <p:sp>
          <p:nvSpPr>
            <p:cNvPr id="8" name="object 8"/>
            <p:cNvSpPr/>
            <p:nvPr/>
          </p:nvSpPr>
          <p:spPr>
            <a:xfrm>
              <a:off x="5350001" y="2757678"/>
              <a:ext cx="1361440" cy="149860"/>
            </a:xfrm>
            <a:custGeom>
              <a:avLst/>
              <a:gdLst/>
              <a:ahLst/>
              <a:cxnLst/>
              <a:rect l="l" t="t" r="r" b="b"/>
              <a:pathLst>
                <a:path w="1361440" h="149860">
                  <a:moveTo>
                    <a:pt x="1360931" y="0"/>
                  </a:moveTo>
                  <a:lnTo>
                    <a:pt x="1357901" y="29081"/>
                  </a:lnTo>
                  <a:lnTo>
                    <a:pt x="1349644" y="52816"/>
                  </a:lnTo>
                  <a:lnTo>
                    <a:pt x="1337411" y="68812"/>
                  </a:lnTo>
                  <a:lnTo>
                    <a:pt x="1322451" y="74675"/>
                  </a:lnTo>
                  <a:lnTo>
                    <a:pt x="718947" y="74675"/>
                  </a:lnTo>
                  <a:lnTo>
                    <a:pt x="703986" y="80539"/>
                  </a:lnTo>
                  <a:lnTo>
                    <a:pt x="691753" y="96535"/>
                  </a:lnTo>
                  <a:lnTo>
                    <a:pt x="683496" y="120270"/>
                  </a:lnTo>
                  <a:lnTo>
                    <a:pt x="680465" y="149351"/>
                  </a:lnTo>
                  <a:lnTo>
                    <a:pt x="677435" y="120270"/>
                  </a:lnTo>
                  <a:lnTo>
                    <a:pt x="669178" y="96535"/>
                  </a:lnTo>
                  <a:lnTo>
                    <a:pt x="656945" y="80539"/>
                  </a:lnTo>
                  <a:lnTo>
                    <a:pt x="641985" y="74675"/>
                  </a:lnTo>
                  <a:lnTo>
                    <a:pt x="38481" y="74675"/>
                  </a:lnTo>
                  <a:lnTo>
                    <a:pt x="23520" y="68812"/>
                  </a:lnTo>
                  <a:lnTo>
                    <a:pt x="11287" y="52816"/>
                  </a:lnTo>
                  <a:lnTo>
                    <a:pt x="3030" y="29081"/>
                  </a:lnTo>
                  <a:lnTo>
                    <a:pt x="0" y="0"/>
                  </a:lnTo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4938521" y="2122170"/>
              <a:ext cx="309880" cy="151130"/>
            </a:xfrm>
            <a:custGeom>
              <a:avLst/>
              <a:gdLst/>
              <a:ahLst/>
              <a:cxnLst/>
              <a:rect l="l" t="t" r="r" b="b"/>
              <a:pathLst>
                <a:path w="309879" h="151130">
                  <a:moveTo>
                    <a:pt x="0" y="150875"/>
                  </a:moveTo>
                  <a:lnTo>
                    <a:pt x="3053" y="121515"/>
                  </a:lnTo>
                  <a:lnTo>
                    <a:pt x="11382" y="97536"/>
                  </a:lnTo>
                  <a:lnTo>
                    <a:pt x="23735" y="81367"/>
                  </a:lnTo>
                  <a:lnTo>
                    <a:pt x="38862" y="75437"/>
                  </a:lnTo>
                  <a:lnTo>
                    <a:pt x="115824" y="75437"/>
                  </a:lnTo>
                  <a:lnTo>
                    <a:pt x="130950" y="69508"/>
                  </a:lnTo>
                  <a:lnTo>
                    <a:pt x="143303" y="53339"/>
                  </a:lnTo>
                  <a:lnTo>
                    <a:pt x="151632" y="29360"/>
                  </a:lnTo>
                  <a:lnTo>
                    <a:pt x="154686" y="0"/>
                  </a:lnTo>
                  <a:lnTo>
                    <a:pt x="157739" y="29360"/>
                  </a:lnTo>
                  <a:lnTo>
                    <a:pt x="166068" y="53339"/>
                  </a:lnTo>
                  <a:lnTo>
                    <a:pt x="178421" y="69508"/>
                  </a:lnTo>
                  <a:lnTo>
                    <a:pt x="193548" y="75437"/>
                  </a:lnTo>
                  <a:lnTo>
                    <a:pt x="270510" y="75437"/>
                  </a:lnTo>
                  <a:lnTo>
                    <a:pt x="285636" y="81367"/>
                  </a:lnTo>
                  <a:lnTo>
                    <a:pt x="297989" y="97536"/>
                  </a:lnTo>
                  <a:lnTo>
                    <a:pt x="306318" y="121515"/>
                  </a:lnTo>
                  <a:lnTo>
                    <a:pt x="309372" y="150875"/>
                  </a:lnTo>
                </a:path>
              </a:pathLst>
            </a:custGeom>
            <a:ln w="19812">
              <a:solidFill>
                <a:srgbClr val="BA56B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1B4461C-1622-47BD-BBA9-B8C7248B4096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876046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Gradient clipping: </a:t>
            </a:r>
            <a:r>
              <a:rPr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solution </a:t>
            </a: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for exploding</a:t>
            </a:r>
            <a:r>
              <a:rPr spc="-7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 </a:t>
            </a:r>
            <a:r>
              <a:rPr spc="-5" dirty="0">
                <a:solidFill>
                  <a:srgbClr val="3986FF"/>
                </a:solidFill>
                <a:latin typeface="Garamond" panose="02020404030301010803" pitchFamily="18" charset="0"/>
                <a:cs typeface="Carlito"/>
              </a:rPr>
              <a:t>gradient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81580" y="6444183"/>
            <a:ext cx="697293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sng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Source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 “On the difficulty of training recurrent neural networks”, Pascanu et al, 2013.</a:t>
            </a:r>
            <a:r>
              <a:rPr kumimoji="0" sz="10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000" b="0" i="0" u="sng" strike="noStrike" kern="1200" cap="none" spc="-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Carlito"/>
                <a:hlinkClick r:id="rId2"/>
              </a:rPr>
              <a:t>http://proceedings.mlr.press/v28/pascanu13.pdf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1232124"/>
            <a:ext cx="78041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heavy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Gradient clipping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 if the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norm of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gradient is greater</a:t>
            </a:r>
            <a:r>
              <a:rPr kumimoji="0" sz="24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than 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some threshold, scale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it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down before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applying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SGD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update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4544009"/>
            <a:ext cx="79743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heavy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Intuition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take 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step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 the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same direction, but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smaller</a:t>
            </a:r>
            <a:r>
              <a:rPr kumimoji="0" sz="2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step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20564" y="2293570"/>
            <a:ext cx="5707439" cy="1580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DB99F5-208B-4617-9DDD-B35CCE3FBF01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3BBF-D211-4D3A-8EAF-22904973A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0"/>
          </a:xfrm>
        </p:spPr>
        <p:txBody>
          <a:bodyPr/>
          <a:lstStyle/>
          <a:p>
            <a:r>
              <a:rPr lang="en-US" dirty="0"/>
              <a:t>RNNs with Gates</a:t>
            </a:r>
          </a:p>
        </p:txBody>
      </p:sp>
    </p:spTree>
    <p:extLst>
      <p:ext uri="{BB962C8B-B14F-4D97-AF65-F5344CB8AC3E}">
        <p14:creationId xmlns:p14="http://schemas.microsoft.com/office/powerpoint/2010/main" val="33480528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cs typeface="Carlito"/>
              </a:rPr>
              <a:t>How to </a:t>
            </a:r>
            <a:r>
              <a:rPr lang="en-US" spc="-5" dirty="0">
                <a:solidFill>
                  <a:schemeClr val="tx1"/>
                </a:solidFill>
                <a:cs typeface="Carlito"/>
              </a:rPr>
              <a:t>fix vanishing gradient</a:t>
            </a:r>
            <a:r>
              <a:rPr lang="en-US" spc="-95" dirty="0">
                <a:solidFill>
                  <a:schemeClr val="tx1"/>
                </a:solidFill>
                <a:cs typeface="Carlito"/>
              </a:rPr>
              <a:t> </a:t>
            </a:r>
            <a:r>
              <a:rPr lang="en-US" dirty="0">
                <a:solidFill>
                  <a:schemeClr val="tx1"/>
                </a:solidFill>
                <a:cs typeface="Carlito"/>
              </a:rPr>
              <a:t>problem?</a:t>
            </a:r>
            <a:endParaRPr spc="-5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81001"/>
            <a:ext cx="1117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Richard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Socher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515D55D-5D72-4957-837D-CF38B79B20BC}"/>
              </a:ext>
            </a:extLst>
          </p:cNvPr>
          <p:cNvSpPr txBox="1"/>
          <p:nvPr/>
        </p:nvSpPr>
        <p:spPr>
          <a:xfrm>
            <a:off x="383540" y="1105661"/>
            <a:ext cx="8281670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main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problem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that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it’s too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difficult for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RNN to learn</a:t>
            </a:r>
            <a:r>
              <a:rPr kumimoji="0" sz="2400" b="0" i="1" u="none" strike="noStrike" kern="1200" cap="none" spc="-105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preserve information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over many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timesteps.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 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vanilla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RNN, the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hidden state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constantly being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rewritten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715D28CF-CFF2-4398-A4AB-1C07EFB3DBBE}"/>
              </a:ext>
            </a:extLst>
          </p:cNvPr>
          <p:cNvSpPr txBox="1"/>
          <p:nvPr/>
        </p:nvSpPr>
        <p:spPr>
          <a:xfrm>
            <a:off x="383540" y="3959097"/>
            <a:ext cx="56007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How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about a RNN with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separate</a:t>
            </a:r>
            <a:r>
              <a:rPr kumimoji="0" sz="2400" b="0" i="0" u="none" strike="noStrike" kern="1200" cap="none" spc="-12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memory?</a:t>
            </a: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546684F-8028-4401-8582-D56AEE305CF6}"/>
              </a:ext>
            </a:extLst>
          </p:cNvPr>
          <p:cNvSpPr/>
          <p:nvPr/>
        </p:nvSpPr>
        <p:spPr>
          <a:xfrm>
            <a:off x="2360805" y="2903902"/>
            <a:ext cx="3853988" cy="4652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 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794047-A012-4E20-9D6B-C0969357C16C}"/>
              </a:ext>
            </a:extLst>
          </p:cNvPr>
          <p:cNvSpPr/>
          <p:nvPr/>
        </p:nvSpPr>
        <p:spPr>
          <a:xfrm>
            <a:off x="5712542" y="2812026"/>
            <a:ext cx="383458" cy="616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0514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pc="-40" dirty="0">
                <a:solidFill>
                  <a:schemeClr val="tx1"/>
                </a:solidFill>
              </a:rPr>
              <a:t>Gated Recurrent Units (G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pc="10" dirty="0">
                <a:solidFill>
                  <a:schemeClr val="tx1"/>
                </a:solidFill>
              </a:rPr>
              <a:t>U</a:t>
            </a:r>
            <a:r>
              <a:rPr lang="en-US" dirty="0">
                <a:solidFill>
                  <a:schemeClr val="tx1"/>
                </a:solidFill>
              </a:rPr>
              <a:t>s)</a:t>
            </a:r>
            <a:endParaRPr spc="-5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252916"/>
            <a:ext cx="7205980" cy="4050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608330" lvl="0" indent="-457200" algn="l" defTabSz="914400" rtl="0" eaLnBrk="1" fontAlgn="auto" latinLnBrk="0" hangingPunct="1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More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complex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hidden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unit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computation</a:t>
            </a:r>
            <a:r>
              <a:rPr kumimoji="0" sz="28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in</a:t>
            </a:r>
            <a:r>
              <a:rPr kumimoji="0" lang="en-US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 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recurrence!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469900" marR="0" lvl="0" indent="-457200" algn="l" defTabSz="914400" rtl="0" eaLnBrk="1" fontAlgn="auto" latinLnBrk="0" hangingPunct="1">
              <a:lnSpc>
                <a:spcPts val="3329"/>
              </a:lnSpc>
              <a:spcBef>
                <a:spcPts val="184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Introduced 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by Cho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et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al.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2014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84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lang="en-US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Main</a:t>
            </a:r>
            <a:r>
              <a:rPr kumimoji="0" lang="en-US" sz="2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ideas: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927100" marR="328930" lvl="1" indent="-457200" algn="l" defTabSz="914400" rtl="0" eaLnBrk="1" fontAlgn="auto" latinLnBrk="0" hangingPunct="1">
              <a:lnSpc>
                <a:spcPct val="100699"/>
              </a:lnSpc>
              <a:spcBef>
                <a:spcPts val="1420"/>
              </a:spcBef>
              <a:spcAft>
                <a:spcPts val="0"/>
              </a:spcAft>
              <a:buClr>
                <a:srgbClr val="3A87FF"/>
              </a:buClr>
              <a:buSzTx/>
              <a:buFont typeface="Arial"/>
              <a:buChar char="•"/>
              <a:tabLst>
                <a:tab pos="926465" algn="l"/>
                <a:tab pos="9271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keep around memories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to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capture 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long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distance  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dependencies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927100" marR="5080" lvl="1" indent="-457200" algn="l" defTabSz="914400" rtl="0" eaLnBrk="1" fontAlgn="auto" latinLnBrk="0" hangingPunct="1">
              <a:lnSpc>
                <a:spcPct val="100699"/>
              </a:lnSpc>
              <a:spcBef>
                <a:spcPts val="1500"/>
              </a:spcBef>
              <a:spcAft>
                <a:spcPts val="0"/>
              </a:spcAft>
              <a:buClr>
                <a:srgbClr val="3A87FF"/>
              </a:buClr>
              <a:buSzTx/>
              <a:buFont typeface="Arial"/>
              <a:buChar char="•"/>
              <a:tabLst>
                <a:tab pos="926465" algn="l"/>
                <a:tab pos="927100" algn="l"/>
              </a:tabLst>
              <a:defRPr/>
            </a:pP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allow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error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messages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to 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flow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different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strengths  </a:t>
            </a:r>
            <a:r>
              <a:rPr kumimoji="0" sz="24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depending</a:t>
            </a:r>
            <a:r>
              <a:rPr kumimoji="0" lang="en-US" sz="24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on 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the</a:t>
            </a:r>
            <a:r>
              <a:rPr kumimoji="0" sz="2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inputs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81001"/>
            <a:ext cx="1117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Richard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Socher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71546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pc="-40" dirty="0">
                <a:solidFill>
                  <a:schemeClr val="tx1"/>
                </a:solidFill>
              </a:rPr>
              <a:t>Gated Recurrent Units (G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pc="10" dirty="0">
                <a:solidFill>
                  <a:schemeClr val="tx1"/>
                </a:solidFill>
              </a:rPr>
              <a:t>U</a:t>
            </a:r>
            <a:r>
              <a:rPr lang="en-US" dirty="0">
                <a:solidFill>
                  <a:schemeClr val="tx1"/>
                </a:solidFill>
              </a:rPr>
              <a:t>s)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38" y="1220556"/>
            <a:ext cx="8472805" cy="33129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36195" lvl="0" indent="-457200" algn="l" defTabSz="914400" rtl="0" eaLnBrk="1" fontAlgn="auto" latinLnBrk="0" hangingPunct="1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Standard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RNN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computes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hidden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layer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at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next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time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step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directly: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469900" marR="348615" lvl="0" indent="-457200" algn="l" defTabSz="914400" rtl="0" eaLnBrk="1" fontAlgn="auto" latinLnBrk="0" hangingPunct="1">
              <a:lnSpc>
                <a:spcPct val="101200"/>
              </a:lnSpc>
              <a:spcBef>
                <a:spcPts val="170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GRU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first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computes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an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update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gate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(another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layer)  based 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on 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current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input word vector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and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hidden</a:t>
            </a:r>
            <a:r>
              <a:rPr kumimoji="0" sz="2800" b="0" i="0" u="none" strike="noStrike" kern="1200" cap="none" spc="-3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state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/>
              <a:defRPr/>
            </a:pP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Compute </a:t>
            </a:r>
            <a:r>
              <a:rPr kumimoji="0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reset </a:t>
            </a:r>
            <a:r>
              <a:rPr kumimoji="0" sz="28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gate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similarly 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but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with 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different</a:t>
            </a:r>
            <a:r>
              <a:rPr kumimoji="0" sz="2800" b="0" i="0" u="none" strike="noStrike" kern="1200" cap="none" spc="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weights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09900" y="1727200"/>
            <a:ext cx="3454400" cy="48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54300" y="3416300"/>
            <a:ext cx="3073400" cy="48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67000" y="4635500"/>
            <a:ext cx="3048000" cy="48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6581001"/>
            <a:ext cx="1117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Richard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Socher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46033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pc="-40" dirty="0">
                <a:solidFill>
                  <a:schemeClr val="tx1"/>
                </a:solidFill>
              </a:rPr>
              <a:t>Gated Recurrent Units (G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pc="10" dirty="0">
                <a:solidFill>
                  <a:schemeClr val="tx1"/>
                </a:solidFill>
              </a:rPr>
              <a:t>U</a:t>
            </a:r>
            <a:r>
              <a:rPr lang="en-US" dirty="0">
                <a:solidFill>
                  <a:schemeClr val="tx1"/>
                </a:solidFill>
              </a:rPr>
              <a:t>s)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38" y="1225677"/>
            <a:ext cx="7871459" cy="369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Update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gate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84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Reset</a:t>
            </a:r>
            <a:r>
              <a:rPr kumimoji="0" sz="28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gate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469900" marR="0" lvl="0" indent="-457200" algn="l" defTabSz="914400" rtl="0" eaLnBrk="1" fontAlgn="auto" latinLnBrk="0" hangingPunct="1">
              <a:lnSpc>
                <a:spcPts val="3329"/>
              </a:lnSpc>
              <a:spcBef>
                <a:spcPts val="184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New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memory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content:</a:t>
            </a:r>
          </a:p>
          <a:p>
            <a:pPr marL="469900" marR="5080" lvl="0" indent="0" algn="l" defTabSz="914400" rtl="0" eaLnBrk="1" fontAlgn="auto" latinLnBrk="0" hangingPunct="1">
              <a:lnSpc>
                <a:spcPts val="34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If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reset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gate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unit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~0, then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this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ignores 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previous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memory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and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only stores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the 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new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word</a:t>
            </a:r>
            <a:r>
              <a:rPr kumimoji="0" sz="2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information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469900" marR="349885" lvl="0" indent="-457200" algn="l" defTabSz="914400" rtl="0" eaLnBrk="1" fontAlgn="auto" latinLnBrk="0" hangingPunct="1">
              <a:lnSpc>
                <a:spcPct val="101200"/>
              </a:lnSpc>
              <a:spcBef>
                <a:spcPts val="158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Final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memory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at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time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step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combines 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current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and  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previous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time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steps: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43400" y="1270000"/>
            <a:ext cx="3073400" cy="48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43400" y="1917700"/>
            <a:ext cx="3048000" cy="48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43400" y="2603500"/>
            <a:ext cx="3251200" cy="330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43400" y="4584700"/>
            <a:ext cx="3124200" cy="330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81001"/>
            <a:ext cx="1117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Richard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Socher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1B54027C-4195-4EB3-9922-D756C1A2A26B}"/>
              </a:ext>
            </a:extLst>
          </p:cNvPr>
          <p:cNvSpPr txBox="1"/>
          <p:nvPr/>
        </p:nvSpPr>
        <p:spPr>
          <a:xfrm>
            <a:off x="823105" y="5317015"/>
            <a:ext cx="3427729" cy="524503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805" marR="171450" lvl="0" indent="0" algn="l" defTabSz="9144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Update </a:t>
            </a: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gate:</a:t>
            </a:r>
            <a:r>
              <a:rPr kumimoji="0" sz="1600" b="1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controls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what parts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 hidden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 are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updated vs</a:t>
            </a:r>
            <a:r>
              <a:rPr kumimoji="0" sz="1600" b="0" i="0" u="none" strike="noStrike" kern="1200" cap="none" spc="2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preserved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A83608DF-3AFE-4AB3-A6E0-85BFB57D746D}"/>
              </a:ext>
            </a:extLst>
          </p:cNvPr>
          <p:cNvSpPr txBox="1"/>
          <p:nvPr/>
        </p:nvSpPr>
        <p:spPr>
          <a:xfrm>
            <a:off x="4893168" y="5317015"/>
            <a:ext cx="3427729" cy="771364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170" marR="548005" lvl="0" indent="0" algn="just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Reset </a:t>
            </a:r>
            <a:r>
              <a:rPr kumimoji="0" sz="1600" b="1" i="0" u="heavy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gate:</a:t>
            </a:r>
            <a:r>
              <a:rPr kumimoji="0" sz="1600" b="1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controls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what parts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 previous hidden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 are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used to  compute new</a:t>
            </a:r>
            <a:r>
              <a:rPr kumimoji="0" sz="1600" b="0" i="0" u="none" strike="noStrike" kern="1200" cap="none" spc="3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content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41848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pc="-40" dirty="0">
                <a:solidFill>
                  <a:schemeClr val="tx1"/>
                </a:solidFill>
              </a:rPr>
              <a:t>Gated Recurrent Units (G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pc="10" dirty="0">
                <a:solidFill>
                  <a:schemeClr val="tx1"/>
                </a:solidFill>
              </a:rPr>
              <a:t>U</a:t>
            </a:r>
            <a:r>
              <a:rPr lang="en-US" dirty="0">
                <a:solidFill>
                  <a:schemeClr val="tx1"/>
                </a:solidFill>
              </a:rPr>
              <a:t>s)</a:t>
            </a:r>
            <a:endParaRPr spc="-5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97400" y="26670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20650" y="0"/>
                </a:moveTo>
                <a:lnTo>
                  <a:pt x="73685" y="9480"/>
                </a:lnTo>
                <a:lnTo>
                  <a:pt x="35336" y="35336"/>
                </a:lnTo>
                <a:lnTo>
                  <a:pt x="9480" y="73685"/>
                </a:lnTo>
                <a:lnTo>
                  <a:pt x="0" y="120650"/>
                </a:lnTo>
                <a:lnTo>
                  <a:pt x="9480" y="167614"/>
                </a:lnTo>
                <a:lnTo>
                  <a:pt x="35336" y="205963"/>
                </a:lnTo>
                <a:lnTo>
                  <a:pt x="73685" y="231819"/>
                </a:lnTo>
                <a:lnTo>
                  <a:pt x="120650" y="241300"/>
                </a:lnTo>
                <a:lnTo>
                  <a:pt x="167614" y="231819"/>
                </a:lnTo>
                <a:lnTo>
                  <a:pt x="205963" y="205963"/>
                </a:lnTo>
                <a:lnTo>
                  <a:pt x="231819" y="167614"/>
                </a:lnTo>
                <a:lnTo>
                  <a:pt x="241300" y="120650"/>
                </a:lnTo>
                <a:lnTo>
                  <a:pt x="231819" y="73685"/>
                </a:lnTo>
                <a:lnTo>
                  <a:pt x="205963" y="35336"/>
                </a:lnTo>
                <a:lnTo>
                  <a:pt x="167614" y="9480"/>
                </a:lnTo>
                <a:lnTo>
                  <a:pt x="120650" y="0"/>
                </a:lnTo>
                <a:close/>
              </a:path>
            </a:pathLst>
          </a:custGeom>
          <a:solidFill>
            <a:srgbClr val="BDD7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59000" y="39624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20650" y="0"/>
                </a:moveTo>
                <a:lnTo>
                  <a:pt x="73685" y="9480"/>
                </a:lnTo>
                <a:lnTo>
                  <a:pt x="35336" y="35336"/>
                </a:lnTo>
                <a:lnTo>
                  <a:pt x="9480" y="73685"/>
                </a:lnTo>
                <a:lnTo>
                  <a:pt x="0" y="120650"/>
                </a:lnTo>
                <a:lnTo>
                  <a:pt x="9480" y="167614"/>
                </a:lnTo>
                <a:lnTo>
                  <a:pt x="35336" y="205963"/>
                </a:lnTo>
                <a:lnTo>
                  <a:pt x="73685" y="231819"/>
                </a:lnTo>
                <a:lnTo>
                  <a:pt x="120650" y="241300"/>
                </a:lnTo>
                <a:lnTo>
                  <a:pt x="167614" y="231819"/>
                </a:lnTo>
                <a:lnTo>
                  <a:pt x="205963" y="205963"/>
                </a:lnTo>
                <a:lnTo>
                  <a:pt x="231819" y="167614"/>
                </a:lnTo>
                <a:lnTo>
                  <a:pt x="241300" y="120650"/>
                </a:lnTo>
                <a:lnTo>
                  <a:pt x="231819" y="73685"/>
                </a:lnTo>
                <a:lnTo>
                  <a:pt x="205963" y="35336"/>
                </a:lnTo>
                <a:lnTo>
                  <a:pt x="167614" y="9480"/>
                </a:lnTo>
                <a:lnTo>
                  <a:pt x="120650" y="0"/>
                </a:lnTo>
                <a:close/>
              </a:path>
            </a:pathLst>
          </a:custGeom>
          <a:solidFill>
            <a:srgbClr val="BDD7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71700" y="2730500"/>
            <a:ext cx="241300" cy="254000"/>
          </a:xfrm>
          <a:custGeom>
            <a:avLst/>
            <a:gdLst/>
            <a:ahLst/>
            <a:cxnLst/>
            <a:rect l="l" t="t" r="r" b="b"/>
            <a:pathLst>
              <a:path w="241300" h="254000">
                <a:moveTo>
                  <a:pt x="120650" y="0"/>
                </a:moveTo>
                <a:lnTo>
                  <a:pt x="73685" y="9980"/>
                </a:lnTo>
                <a:lnTo>
                  <a:pt x="35336" y="37196"/>
                </a:lnTo>
                <a:lnTo>
                  <a:pt x="9480" y="77565"/>
                </a:lnTo>
                <a:lnTo>
                  <a:pt x="0" y="127000"/>
                </a:lnTo>
                <a:lnTo>
                  <a:pt x="9480" y="176434"/>
                </a:lnTo>
                <a:lnTo>
                  <a:pt x="35336" y="216803"/>
                </a:lnTo>
                <a:lnTo>
                  <a:pt x="73685" y="244019"/>
                </a:lnTo>
                <a:lnTo>
                  <a:pt x="120650" y="254000"/>
                </a:lnTo>
                <a:lnTo>
                  <a:pt x="167614" y="244019"/>
                </a:lnTo>
                <a:lnTo>
                  <a:pt x="205963" y="216803"/>
                </a:lnTo>
                <a:lnTo>
                  <a:pt x="231819" y="176434"/>
                </a:lnTo>
                <a:lnTo>
                  <a:pt x="241300" y="127000"/>
                </a:lnTo>
                <a:lnTo>
                  <a:pt x="231819" y="77565"/>
                </a:lnTo>
                <a:lnTo>
                  <a:pt x="205963" y="37196"/>
                </a:lnTo>
                <a:lnTo>
                  <a:pt x="167614" y="9980"/>
                </a:lnTo>
                <a:lnTo>
                  <a:pt x="120650" y="0"/>
                </a:lnTo>
                <a:close/>
              </a:path>
            </a:pathLst>
          </a:custGeom>
          <a:solidFill>
            <a:srgbClr val="BDD7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22800" y="39243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20650" y="0"/>
                </a:moveTo>
                <a:lnTo>
                  <a:pt x="73685" y="9480"/>
                </a:lnTo>
                <a:lnTo>
                  <a:pt x="35336" y="35336"/>
                </a:lnTo>
                <a:lnTo>
                  <a:pt x="9480" y="73685"/>
                </a:lnTo>
                <a:lnTo>
                  <a:pt x="0" y="120650"/>
                </a:lnTo>
                <a:lnTo>
                  <a:pt x="9480" y="167614"/>
                </a:lnTo>
                <a:lnTo>
                  <a:pt x="35336" y="205963"/>
                </a:lnTo>
                <a:lnTo>
                  <a:pt x="73685" y="231819"/>
                </a:lnTo>
                <a:lnTo>
                  <a:pt x="120650" y="241300"/>
                </a:lnTo>
                <a:lnTo>
                  <a:pt x="167614" y="231819"/>
                </a:lnTo>
                <a:lnTo>
                  <a:pt x="205963" y="205963"/>
                </a:lnTo>
                <a:lnTo>
                  <a:pt x="231819" y="167614"/>
                </a:lnTo>
                <a:lnTo>
                  <a:pt x="241300" y="120650"/>
                </a:lnTo>
                <a:lnTo>
                  <a:pt x="231819" y="73685"/>
                </a:lnTo>
                <a:lnTo>
                  <a:pt x="205963" y="35336"/>
                </a:lnTo>
                <a:lnTo>
                  <a:pt x="167614" y="9480"/>
                </a:lnTo>
                <a:lnTo>
                  <a:pt x="120650" y="0"/>
                </a:lnTo>
                <a:close/>
              </a:path>
            </a:pathLst>
          </a:custGeom>
          <a:solidFill>
            <a:srgbClr val="BDD7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79900" y="46990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20650" y="0"/>
                </a:moveTo>
                <a:lnTo>
                  <a:pt x="73685" y="9480"/>
                </a:lnTo>
                <a:lnTo>
                  <a:pt x="35336" y="35336"/>
                </a:lnTo>
                <a:lnTo>
                  <a:pt x="9480" y="73685"/>
                </a:lnTo>
                <a:lnTo>
                  <a:pt x="0" y="120650"/>
                </a:lnTo>
                <a:lnTo>
                  <a:pt x="9480" y="167614"/>
                </a:lnTo>
                <a:lnTo>
                  <a:pt x="35336" y="205963"/>
                </a:lnTo>
                <a:lnTo>
                  <a:pt x="73685" y="231819"/>
                </a:lnTo>
                <a:lnTo>
                  <a:pt x="120650" y="241300"/>
                </a:lnTo>
                <a:lnTo>
                  <a:pt x="167614" y="231819"/>
                </a:lnTo>
                <a:lnTo>
                  <a:pt x="205963" y="205963"/>
                </a:lnTo>
                <a:lnTo>
                  <a:pt x="231819" y="167614"/>
                </a:lnTo>
                <a:lnTo>
                  <a:pt x="241300" y="120650"/>
                </a:lnTo>
                <a:lnTo>
                  <a:pt x="231819" y="73685"/>
                </a:lnTo>
                <a:lnTo>
                  <a:pt x="205963" y="35336"/>
                </a:lnTo>
                <a:lnTo>
                  <a:pt x="167614" y="9480"/>
                </a:lnTo>
                <a:lnTo>
                  <a:pt x="120650" y="0"/>
                </a:lnTo>
                <a:close/>
              </a:path>
            </a:pathLst>
          </a:custGeom>
          <a:solidFill>
            <a:srgbClr val="BDD7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59000" y="4699000"/>
            <a:ext cx="241300" cy="254000"/>
          </a:xfrm>
          <a:custGeom>
            <a:avLst/>
            <a:gdLst/>
            <a:ahLst/>
            <a:cxnLst/>
            <a:rect l="l" t="t" r="r" b="b"/>
            <a:pathLst>
              <a:path w="241300" h="254000">
                <a:moveTo>
                  <a:pt x="120650" y="0"/>
                </a:moveTo>
                <a:lnTo>
                  <a:pt x="73685" y="9980"/>
                </a:lnTo>
                <a:lnTo>
                  <a:pt x="35336" y="37196"/>
                </a:lnTo>
                <a:lnTo>
                  <a:pt x="9480" y="77565"/>
                </a:lnTo>
                <a:lnTo>
                  <a:pt x="0" y="127000"/>
                </a:lnTo>
                <a:lnTo>
                  <a:pt x="9480" y="176434"/>
                </a:lnTo>
                <a:lnTo>
                  <a:pt x="35336" y="216803"/>
                </a:lnTo>
                <a:lnTo>
                  <a:pt x="73685" y="244019"/>
                </a:lnTo>
                <a:lnTo>
                  <a:pt x="120650" y="254000"/>
                </a:lnTo>
                <a:lnTo>
                  <a:pt x="167614" y="244019"/>
                </a:lnTo>
                <a:lnTo>
                  <a:pt x="205963" y="216803"/>
                </a:lnTo>
                <a:lnTo>
                  <a:pt x="231819" y="176434"/>
                </a:lnTo>
                <a:lnTo>
                  <a:pt x="241300" y="127000"/>
                </a:lnTo>
                <a:lnTo>
                  <a:pt x="231819" y="77565"/>
                </a:lnTo>
                <a:lnTo>
                  <a:pt x="205963" y="37196"/>
                </a:lnTo>
                <a:lnTo>
                  <a:pt x="167614" y="9980"/>
                </a:lnTo>
                <a:lnTo>
                  <a:pt x="120650" y="0"/>
                </a:lnTo>
                <a:close/>
              </a:path>
            </a:pathLst>
          </a:custGeom>
          <a:solidFill>
            <a:srgbClr val="BDD7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2500" y="4682515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r</a:t>
            </a:r>
            <a:r>
              <a:rPr kumimoji="0" sz="1800" b="0" i="0" u="none" strike="noStrike" kern="1200" cap="none" spc="0" normalizeH="0" baseline="-1388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530741" y="4697691"/>
            <a:ext cx="280670" cy="274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-44" normalizeH="0" baseline="9259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r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  <a:r>
              <a:rPr kumimoji="0" sz="12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-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614637" y="3954398"/>
            <a:ext cx="293370" cy="274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-22" normalizeH="0" baseline="9259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z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  <a:r>
              <a:rPr kumimoji="0" sz="12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-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014124" y="2554947"/>
            <a:ext cx="194945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8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~</a:t>
            </a:r>
            <a:r>
              <a:rPr kumimoji="0" sz="2700" b="0" i="0" u="none" strike="noStrike" kern="1200" cap="none" spc="-75" normalizeH="0" baseline="-2160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h</a:t>
            </a:r>
            <a:r>
              <a:rPr kumimoji="0" sz="1800" b="0" i="0" u="none" strike="noStrike" kern="1200" cap="none" spc="0" normalizeH="0" baseline="-46296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542032" y="2719247"/>
            <a:ext cx="322580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-1305" normalizeH="0" baseline="3086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~</a:t>
            </a:r>
            <a:r>
              <a:rPr kumimoji="0" sz="2700" b="0" i="0" u="none" strike="noStrike" kern="1200" cap="none" spc="-75" normalizeH="0" baseline="9259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h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  <a:r>
              <a:rPr kumimoji="0" sz="12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-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908041" y="3846182"/>
            <a:ext cx="1657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z</a:t>
            </a:r>
            <a:r>
              <a:rPr kumimoji="0" sz="1800" b="0" i="0" u="none" strike="noStrike" kern="1200" cap="none" spc="0" normalizeH="0" baseline="-1388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</a:p>
        </p:txBody>
      </p:sp>
      <p:sp>
        <p:nvSpPr>
          <p:cNvPr id="15" name="object 15"/>
          <p:cNvSpPr/>
          <p:nvPr/>
        </p:nvSpPr>
        <p:spPr>
          <a:xfrm>
            <a:off x="2933700" y="16510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20650" y="0"/>
                </a:moveTo>
                <a:lnTo>
                  <a:pt x="73685" y="9480"/>
                </a:lnTo>
                <a:lnTo>
                  <a:pt x="35336" y="35336"/>
                </a:lnTo>
                <a:lnTo>
                  <a:pt x="9480" y="73685"/>
                </a:lnTo>
                <a:lnTo>
                  <a:pt x="0" y="120650"/>
                </a:lnTo>
                <a:lnTo>
                  <a:pt x="9480" y="167614"/>
                </a:lnTo>
                <a:lnTo>
                  <a:pt x="35336" y="205963"/>
                </a:lnTo>
                <a:lnTo>
                  <a:pt x="73685" y="231819"/>
                </a:lnTo>
                <a:lnTo>
                  <a:pt x="120650" y="241300"/>
                </a:lnTo>
                <a:lnTo>
                  <a:pt x="167614" y="231819"/>
                </a:lnTo>
                <a:lnTo>
                  <a:pt x="205963" y="205963"/>
                </a:lnTo>
                <a:lnTo>
                  <a:pt x="231819" y="167614"/>
                </a:lnTo>
                <a:lnTo>
                  <a:pt x="241300" y="120650"/>
                </a:lnTo>
                <a:lnTo>
                  <a:pt x="231819" y="73685"/>
                </a:lnTo>
                <a:lnTo>
                  <a:pt x="205963" y="35336"/>
                </a:lnTo>
                <a:lnTo>
                  <a:pt x="167614" y="9480"/>
                </a:lnTo>
                <a:lnTo>
                  <a:pt x="120650" y="0"/>
                </a:lnTo>
                <a:close/>
              </a:path>
            </a:pathLst>
          </a:custGeom>
          <a:solidFill>
            <a:srgbClr val="BDD7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62846" y="1346923"/>
            <a:ext cx="318770" cy="274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-75" normalizeH="0" baseline="9259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h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  <a:r>
              <a:rPr kumimoji="0" sz="12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-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1</a:t>
            </a:r>
          </a:p>
        </p:txBody>
      </p:sp>
      <p:sp>
        <p:nvSpPr>
          <p:cNvPr id="17" name="object 17"/>
          <p:cNvSpPr/>
          <p:nvPr/>
        </p:nvSpPr>
        <p:spPr>
          <a:xfrm>
            <a:off x="4597400" y="16510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20650" y="0"/>
                </a:moveTo>
                <a:lnTo>
                  <a:pt x="73685" y="9480"/>
                </a:lnTo>
                <a:lnTo>
                  <a:pt x="35336" y="35336"/>
                </a:lnTo>
                <a:lnTo>
                  <a:pt x="9480" y="73685"/>
                </a:lnTo>
                <a:lnTo>
                  <a:pt x="0" y="120650"/>
                </a:lnTo>
                <a:lnTo>
                  <a:pt x="9480" y="167614"/>
                </a:lnTo>
                <a:lnTo>
                  <a:pt x="35336" y="205963"/>
                </a:lnTo>
                <a:lnTo>
                  <a:pt x="73685" y="231819"/>
                </a:lnTo>
                <a:lnTo>
                  <a:pt x="120650" y="241300"/>
                </a:lnTo>
                <a:lnTo>
                  <a:pt x="167614" y="231819"/>
                </a:lnTo>
                <a:lnTo>
                  <a:pt x="205963" y="205963"/>
                </a:lnTo>
                <a:lnTo>
                  <a:pt x="231819" y="167614"/>
                </a:lnTo>
                <a:lnTo>
                  <a:pt x="241300" y="120650"/>
                </a:lnTo>
                <a:lnTo>
                  <a:pt x="231819" y="73685"/>
                </a:lnTo>
                <a:lnTo>
                  <a:pt x="205963" y="35336"/>
                </a:lnTo>
                <a:lnTo>
                  <a:pt x="167614" y="9480"/>
                </a:lnTo>
                <a:lnTo>
                  <a:pt x="120650" y="0"/>
                </a:lnTo>
                <a:close/>
              </a:path>
            </a:pathLst>
          </a:custGeom>
          <a:solidFill>
            <a:srgbClr val="BDD7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84674" y="1308823"/>
            <a:ext cx="1911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h</a:t>
            </a:r>
            <a:r>
              <a:rPr kumimoji="0" sz="1800" b="0" i="0" u="none" strike="noStrike" kern="1200" cap="none" spc="0" normalizeH="0" baseline="-1388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</a:p>
        </p:txBody>
      </p:sp>
      <p:sp>
        <p:nvSpPr>
          <p:cNvPr id="19" name="object 19"/>
          <p:cNvSpPr/>
          <p:nvPr/>
        </p:nvSpPr>
        <p:spPr>
          <a:xfrm>
            <a:off x="3060700" y="1898370"/>
            <a:ext cx="1572895" cy="2201545"/>
          </a:xfrm>
          <a:custGeom>
            <a:avLst/>
            <a:gdLst/>
            <a:ahLst/>
            <a:cxnLst/>
            <a:rect l="l" t="t" r="r" b="b"/>
            <a:pathLst>
              <a:path w="1572895" h="2201545">
                <a:moveTo>
                  <a:pt x="12687" y="0"/>
                </a:moveTo>
                <a:lnTo>
                  <a:pt x="0" y="558"/>
                </a:lnTo>
                <a:lnTo>
                  <a:pt x="9004" y="202450"/>
                </a:lnTo>
                <a:lnTo>
                  <a:pt x="35267" y="403021"/>
                </a:lnTo>
                <a:lnTo>
                  <a:pt x="77622" y="600392"/>
                </a:lnTo>
                <a:lnTo>
                  <a:pt x="134924" y="793013"/>
                </a:lnTo>
                <a:lnTo>
                  <a:pt x="206019" y="979297"/>
                </a:lnTo>
                <a:lnTo>
                  <a:pt x="289763" y="1157693"/>
                </a:lnTo>
                <a:lnTo>
                  <a:pt x="385013" y="1326603"/>
                </a:lnTo>
                <a:lnTo>
                  <a:pt x="490626" y="1484464"/>
                </a:lnTo>
                <a:lnTo>
                  <a:pt x="605472" y="1629714"/>
                </a:lnTo>
                <a:lnTo>
                  <a:pt x="728395" y="1760766"/>
                </a:lnTo>
                <a:lnTo>
                  <a:pt x="858278" y="1876044"/>
                </a:lnTo>
                <a:lnTo>
                  <a:pt x="993914" y="1973910"/>
                </a:lnTo>
                <a:lnTo>
                  <a:pt x="1063675" y="2015909"/>
                </a:lnTo>
                <a:lnTo>
                  <a:pt x="1134402" y="2052916"/>
                </a:lnTo>
                <a:lnTo>
                  <a:pt x="1206017" y="2084793"/>
                </a:lnTo>
                <a:lnTo>
                  <a:pt x="1278394" y="2111336"/>
                </a:lnTo>
                <a:lnTo>
                  <a:pt x="1351368" y="2132329"/>
                </a:lnTo>
                <a:lnTo>
                  <a:pt x="1424813" y="2147570"/>
                </a:lnTo>
                <a:lnTo>
                  <a:pt x="1498561" y="2156866"/>
                </a:lnTo>
                <a:lnTo>
                  <a:pt x="1536191" y="2158466"/>
                </a:lnTo>
                <a:lnTo>
                  <a:pt x="1475841" y="2190318"/>
                </a:lnTo>
                <a:lnTo>
                  <a:pt x="1474647" y="2194153"/>
                </a:lnTo>
                <a:lnTo>
                  <a:pt x="1477924" y="2200363"/>
                </a:lnTo>
                <a:lnTo>
                  <a:pt x="1481772" y="2201545"/>
                </a:lnTo>
                <a:lnTo>
                  <a:pt x="1572514" y="2153666"/>
                </a:lnTo>
                <a:lnTo>
                  <a:pt x="1560226" y="2145779"/>
                </a:lnTo>
                <a:lnTo>
                  <a:pt x="1536725" y="2145779"/>
                </a:lnTo>
                <a:lnTo>
                  <a:pt x="1499628" y="2144204"/>
                </a:lnTo>
                <a:lnTo>
                  <a:pt x="1426895" y="2135035"/>
                </a:lnTo>
                <a:lnTo>
                  <a:pt x="1354416" y="2119985"/>
                </a:lnTo>
                <a:lnTo>
                  <a:pt x="1282331" y="2099246"/>
                </a:lnTo>
                <a:lnTo>
                  <a:pt x="1210792" y="2073020"/>
                </a:lnTo>
                <a:lnTo>
                  <a:pt x="1139939" y="2041474"/>
                </a:lnTo>
                <a:lnTo>
                  <a:pt x="1069911" y="2004821"/>
                </a:lnTo>
                <a:lnTo>
                  <a:pt x="1000925" y="1963293"/>
                </a:lnTo>
                <a:lnTo>
                  <a:pt x="866228" y="1866112"/>
                </a:lnTo>
                <a:lnTo>
                  <a:pt x="737260" y="1751647"/>
                </a:lnTo>
                <a:lnTo>
                  <a:pt x="615099" y="1621421"/>
                </a:lnTo>
                <a:lnTo>
                  <a:pt x="500900" y="1476984"/>
                </a:lnTo>
                <a:lnTo>
                  <a:pt x="395846" y="1319949"/>
                </a:lnTo>
                <a:lnTo>
                  <a:pt x="301053" y="1151864"/>
                </a:lnTo>
                <a:lnTo>
                  <a:pt x="217716" y="974331"/>
                </a:lnTo>
                <a:lnTo>
                  <a:pt x="146951" y="788936"/>
                </a:lnTo>
                <a:lnTo>
                  <a:pt x="89928" y="597242"/>
                </a:lnTo>
                <a:lnTo>
                  <a:pt x="47790" y="400850"/>
                </a:lnTo>
                <a:lnTo>
                  <a:pt x="21666" y="201345"/>
                </a:lnTo>
                <a:lnTo>
                  <a:pt x="12687" y="0"/>
                </a:lnTo>
                <a:close/>
              </a:path>
              <a:path w="1572895" h="2201545">
                <a:moveTo>
                  <a:pt x="1486166" y="2098243"/>
                </a:moveTo>
                <a:lnTo>
                  <a:pt x="1482229" y="2099094"/>
                </a:lnTo>
                <a:lnTo>
                  <a:pt x="1478445" y="2104999"/>
                </a:lnTo>
                <a:lnTo>
                  <a:pt x="1479296" y="2108923"/>
                </a:lnTo>
                <a:lnTo>
                  <a:pt x="1536725" y="2145779"/>
                </a:lnTo>
                <a:lnTo>
                  <a:pt x="1560226" y="2145779"/>
                </a:lnTo>
                <a:lnTo>
                  <a:pt x="1486166" y="2098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60700" y="1898484"/>
            <a:ext cx="1228725" cy="2974340"/>
          </a:xfrm>
          <a:custGeom>
            <a:avLst/>
            <a:gdLst/>
            <a:ahLst/>
            <a:cxnLst/>
            <a:rect l="l" t="t" r="r" b="b"/>
            <a:pathLst>
              <a:path w="1228725" h="2974340">
                <a:moveTo>
                  <a:pt x="12700" y="0"/>
                </a:moveTo>
                <a:lnTo>
                  <a:pt x="0" y="330"/>
                </a:lnTo>
                <a:lnTo>
                  <a:pt x="7010" y="274726"/>
                </a:lnTo>
                <a:lnTo>
                  <a:pt x="27470" y="547128"/>
                </a:lnTo>
                <a:lnTo>
                  <a:pt x="60477" y="815225"/>
                </a:lnTo>
                <a:lnTo>
                  <a:pt x="105117" y="1076883"/>
                </a:lnTo>
                <a:lnTo>
                  <a:pt x="160515" y="1329969"/>
                </a:lnTo>
                <a:lnTo>
                  <a:pt x="225780" y="1572323"/>
                </a:lnTo>
                <a:lnTo>
                  <a:pt x="300012" y="1801825"/>
                </a:lnTo>
                <a:lnTo>
                  <a:pt x="382308" y="2016290"/>
                </a:lnTo>
                <a:lnTo>
                  <a:pt x="426237" y="2117293"/>
                </a:lnTo>
                <a:lnTo>
                  <a:pt x="471830" y="2213698"/>
                </a:lnTo>
                <a:lnTo>
                  <a:pt x="519010" y="2305304"/>
                </a:lnTo>
                <a:lnTo>
                  <a:pt x="567664" y="2391816"/>
                </a:lnTo>
                <a:lnTo>
                  <a:pt x="617677" y="2472982"/>
                </a:lnTo>
                <a:lnTo>
                  <a:pt x="668947" y="2548534"/>
                </a:lnTo>
                <a:lnTo>
                  <a:pt x="721360" y="2618206"/>
                </a:lnTo>
                <a:lnTo>
                  <a:pt x="774826" y="2681731"/>
                </a:lnTo>
                <a:lnTo>
                  <a:pt x="829246" y="2738831"/>
                </a:lnTo>
                <a:lnTo>
                  <a:pt x="884504" y="2789262"/>
                </a:lnTo>
                <a:lnTo>
                  <a:pt x="940511" y="2832722"/>
                </a:lnTo>
                <a:lnTo>
                  <a:pt x="997165" y="2868942"/>
                </a:lnTo>
                <a:lnTo>
                  <a:pt x="1054379" y="2897644"/>
                </a:lnTo>
                <a:lnTo>
                  <a:pt x="1112050" y="2918510"/>
                </a:lnTo>
                <a:lnTo>
                  <a:pt x="1170038" y="2931261"/>
                </a:lnTo>
                <a:lnTo>
                  <a:pt x="1191780" y="2932874"/>
                </a:lnTo>
                <a:lnTo>
                  <a:pt x="1130465" y="2962795"/>
                </a:lnTo>
                <a:lnTo>
                  <a:pt x="1129157" y="2966605"/>
                </a:lnTo>
                <a:lnTo>
                  <a:pt x="1132230" y="2972904"/>
                </a:lnTo>
                <a:lnTo>
                  <a:pt x="1136040" y="2974212"/>
                </a:lnTo>
                <a:lnTo>
                  <a:pt x="1228242" y="2929204"/>
                </a:lnTo>
                <a:lnTo>
                  <a:pt x="1215141" y="2920199"/>
                </a:lnTo>
                <a:lnTo>
                  <a:pt x="1192720" y="2920199"/>
                </a:lnTo>
                <a:lnTo>
                  <a:pt x="1171879" y="2918663"/>
                </a:lnTo>
                <a:lnTo>
                  <a:pt x="1115580" y="2906293"/>
                </a:lnTo>
                <a:lnTo>
                  <a:pt x="1059408" y="2885947"/>
                </a:lnTo>
                <a:lnTo>
                  <a:pt x="1003452" y="2857880"/>
                </a:lnTo>
                <a:lnTo>
                  <a:pt x="947839" y="2822333"/>
                </a:lnTo>
                <a:lnTo>
                  <a:pt x="892683" y="2779534"/>
                </a:lnTo>
                <a:lnTo>
                  <a:pt x="838136" y="2729750"/>
                </a:lnTo>
                <a:lnTo>
                  <a:pt x="784301" y="2673248"/>
                </a:lnTo>
                <a:lnTo>
                  <a:pt x="731304" y="2610294"/>
                </a:lnTo>
                <a:lnTo>
                  <a:pt x="679272" y="2541142"/>
                </a:lnTo>
                <a:lnTo>
                  <a:pt x="628345" y="2466085"/>
                </a:lnTo>
                <a:lnTo>
                  <a:pt x="578612" y="2385364"/>
                </a:lnTo>
                <a:lnTo>
                  <a:pt x="530199" y="2299271"/>
                </a:lnTo>
                <a:lnTo>
                  <a:pt x="483222" y="2208072"/>
                </a:lnTo>
                <a:lnTo>
                  <a:pt x="437794" y="2112035"/>
                </a:lnTo>
                <a:lnTo>
                  <a:pt x="394068" y="2011476"/>
                </a:lnTo>
                <a:lnTo>
                  <a:pt x="311988" y="1797596"/>
                </a:lnTo>
                <a:lnTo>
                  <a:pt x="237959" y="1568716"/>
                </a:lnTo>
                <a:lnTo>
                  <a:pt x="172859" y="1326959"/>
                </a:lnTo>
                <a:lnTo>
                  <a:pt x="117589" y="1074458"/>
                </a:lnTo>
                <a:lnTo>
                  <a:pt x="73037" y="813384"/>
                </a:lnTo>
                <a:lnTo>
                  <a:pt x="40119" y="545871"/>
                </a:lnTo>
                <a:lnTo>
                  <a:pt x="19697" y="274091"/>
                </a:lnTo>
                <a:lnTo>
                  <a:pt x="12700" y="0"/>
                </a:lnTo>
                <a:close/>
              </a:path>
              <a:path w="1228725" h="2974340">
                <a:moveTo>
                  <a:pt x="1143685" y="2871088"/>
                </a:moveTo>
                <a:lnTo>
                  <a:pt x="1139723" y="2871825"/>
                </a:lnTo>
                <a:lnTo>
                  <a:pt x="1135761" y="2877604"/>
                </a:lnTo>
                <a:lnTo>
                  <a:pt x="1136484" y="2881553"/>
                </a:lnTo>
                <a:lnTo>
                  <a:pt x="1192720" y="2920199"/>
                </a:lnTo>
                <a:lnTo>
                  <a:pt x="1215141" y="2920199"/>
                </a:lnTo>
                <a:lnTo>
                  <a:pt x="1143685" y="2871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92600" y="5549900"/>
            <a:ext cx="241300" cy="254000"/>
          </a:xfrm>
          <a:custGeom>
            <a:avLst/>
            <a:gdLst/>
            <a:ahLst/>
            <a:cxnLst/>
            <a:rect l="l" t="t" r="r" b="b"/>
            <a:pathLst>
              <a:path w="241300" h="254000">
                <a:moveTo>
                  <a:pt x="120650" y="0"/>
                </a:moveTo>
                <a:lnTo>
                  <a:pt x="73685" y="9980"/>
                </a:lnTo>
                <a:lnTo>
                  <a:pt x="35336" y="37197"/>
                </a:lnTo>
                <a:lnTo>
                  <a:pt x="9480" y="77566"/>
                </a:lnTo>
                <a:lnTo>
                  <a:pt x="0" y="127000"/>
                </a:lnTo>
                <a:lnTo>
                  <a:pt x="9480" y="176433"/>
                </a:lnTo>
                <a:lnTo>
                  <a:pt x="35336" y="216802"/>
                </a:lnTo>
                <a:lnTo>
                  <a:pt x="73685" y="244019"/>
                </a:lnTo>
                <a:lnTo>
                  <a:pt x="120650" y="254000"/>
                </a:lnTo>
                <a:lnTo>
                  <a:pt x="167614" y="244019"/>
                </a:lnTo>
                <a:lnTo>
                  <a:pt x="205963" y="216802"/>
                </a:lnTo>
                <a:lnTo>
                  <a:pt x="231819" y="176433"/>
                </a:lnTo>
                <a:lnTo>
                  <a:pt x="241300" y="127000"/>
                </a:lnTo>
                <a:lnTo>
                  <a:pt x="231819" y="77566"/>
                </a:lnTo>
                <a:lnTo>
                  <a:pt x="205963" y="37197"/>
                </a:lnTo>
                <a:lnTo>
                  <a:pt x="167614" y="9980"/>
                </a:lnTo>
                <a:lnTo>
                  <a:pt x="120650" y="0"/>
                </a:lnTo>
                <a:close/>
              </a:path>
            </a:pathLst>
          </a:custGeom>
          <a:solidFill>
            <a:srgbClr val="BDD7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03851" y="553699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x</a:t>
            </a:r>
            <a:r>
              <a:rPr kumimoji="0" sz="1800" b="0" i="0" u="none" strike="noStrike" kern="1200" cap="none" spc="0" normalizeH="0" baseline="-1388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</a:p>
        </p:txBody>
      </p:sp>
      <p:sp>
        <p:nvSpPr>
          <p:cNvPr id="23" name="object 23"/>
          <p:cNvSpPr/>
          <p:nvPr/>
        </p:nvSpPr>
        <p:spPr>
          <a:xfrm>
            <a:off x="2159000" y="5524500"/>
            <a:ext cx="241300" cy="254000"/>
          </a:xfrm>
          <a:custGeom>
            <a:avLst/>
            <a:gdLst/>
            <a:ahLst/>
            <a:cxnLst/>
            <a:rect l="l" t="t" r="r" b="b"/>
            <a:pathLst>
              <a:path w="241300" h="254000">
                <a:moveTo>
                  <a:pt x="120650" y="0"/>
                </a:moveTo>
                <a:lnTo>
                  <a:pt x="73685" y="9980"/>
                </a:lnTo>
                <a:lnTo>
                  <a:pt x="35336" y="37196"/>
                </a:lnTo>
                <a:lnTo>
                  <a:pt x="9480" y="77565"/>
                </a:lnTo>
                <a:lnTo>
                  <a:pt x="0" y="127000"/>
                </a:lnTo>
                <a:lnTo>
                  <a:pt x="9480" y="176433"/>
                </a:lnTo>
                <a:lnTo>
                  <a:pt x="35336" y="216802"/>
                </a:lnTo>
                <a:lnTo>
                  <a:pt x="73685" y="244019"/>
                </a:lnTo>
                <a:lnTo>
                  <a:pt x="120650" y="254000"/>
                </a:lnTo>
                <a:lnTo>
                  <a:pt x="167614" y="244019"/>
                </a:lnTo>
                <a:lnTo>
                  <a:pt x="205963" y="216802"/>
                </a:lnTo>
                <a:lnTo>
                  <a:pt x="231819" y="176433"/>
                </a:lnTo>
                <a:lnTo>
                  <a:pt x="241300" y="127000"/>
                </a:lnTo>
                <a:lnTo>
                  <a:pt x="231819" y="77565"/>
                </a:lnTo>
                <a:lnTo>
                  <a:pt x="205963" y="37196"/>
                </a:lnTo>
                <a:lnTo>
                  <a:pt x="167614" y="9980"/>
                </a:lnTo>
                <a:lnTo>
                  <a:pt x="120650" y="0"/>
                </a:lnTo>
                <a:close/>
              </a:path>
            </a:pathLst>
          </a:custGeom>
          <a:solidFill>
            <a:srgbClr val="BDD7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98089" y="5552164"/>
            <a:ext cx="306070" cy="274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30" normalizeH="0" baseline="9259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x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  <a:r>
              <a:rPr kumimoji="0" sz="12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-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1</a:t>
            </a:r>
          </a:p>
        </p:txBody>
      </p:sp>
      <p:sp>
        <p:nvSpPr>
          <p:cNvPr id="25" name="object 25"/>
          <p:cNvSpPr/>
          <p:nvPr/>
        </p:nvSpPr>
        <p:spPr>
          <a:xfrm>
            <a:off x="3181337" y="1732546"/>
            <a:ext cx="1418590" cy="103505"/>
          </a:xfrm>
          <a:custGeom>
            <a:avLst/>
            <a:gdLst/>
            <a:ahLst/>
            <a:cxnLst/>
            <a:rect l="l" t="t" r="r" b="b"/>
            <a:pathLst>
              <a:path w="1418589" h="103505">
                <a:moveTo>
                  <a:pt x="12" y="32753"/>
                </a:moveTo>
                <a:lnTo>
                  <a:pt x="0" y="45453"/>
                </a:lnTo>
                <a:lnTo>
                  <a:pt x="693026" y="50609"/>
                </a:lnTo>
                <a:lnTo>
                  <a:pt x="704519" y="51181"/>
                </a:lnTo>
                <a:lnTo>
                  <a:pt x="744105" y="53568"/>
                </a:lnTo>
                <a:lnTo>
                  <a:pt x="802170" y="54686"/>
                </a:lnTo>
                <a:lnTo>
                  <a:pt x="1382331" y="58115"/>
                </a:lnTo>
                <a:lnTo>
                  <a:pt x="1323352" y="92430"/>
                </a:lnTo>
                <a:lnTo>
                  <a:pt x="1322324" y="96316"/>
                </a:lnTo>
                <a:lnTo>
                  <a:pt x="1325854" y="102387"/>
                </a:lnTo>
                <a:lnTo>
                  <a:pt x="1329740" y="103416"/>
                </a:lnTo>
                <a:lnTo>
                  <a:pt x="1418424" y="51803"/>
                </a:lnTo>
                <a:lnTo>
                  <a:pt x="1407500" y="45415"/>
                </a:lnTo>
                <a:lnTo>
                  <a:pt x="1382344" y="45415"/>
                </a:lnTo>
                <a:lnTo>
                  <a:pt x="802373" y="41986"/>
                </a:lnTo>
                <a:lnTo>
                  <a:pt x="744435" y="40868"/>
                </a:lnTo>
                <a:lnTo>
                  <a:pt x="725385" y="40297"/>
                </a:lnTo>
                <a:lnTo>
                  <a:pt x="713892" y="39725"/>
                </a:lnTo>
                <a:lnTo>
                  <a:pt x="705751" y="38531"/>
                </a:lnTo>
                <a:lnTo>
                  <a:pt x="693534" y="37922"/>
                </a:lnTo>
                <a:lnTo>
                  <a:pt x="12" y="32753"/>
                </a:lnTo>
                <a:close/>
              </a:path>
              <a:path w="1418589" h="103505">
                <a:moveTo>
                  <a:pt x="1329855" y="0"/>
                </a:moveTo>
                <a:lnTo>
                  <a:pt x="1325956" y="1028"/>
                </a:lnTo>
                <a:lnTo>
                  <a:pt x="1322425" y="7086"/>
                </a:lnTo>
                <a:lnTo>
                  <a:pt x="1323441" y="10972"/>
                </a:lnTo>
                <a:lnTo>
                  <a:pt x="1382344" y="45415"/>
                </a:lnTo>
                <a:lnTo>
                  <a:pt x="1407500" y="45415"/>
                </a:lnTo>
                <a:lnTo>
                  <a:pt x="13298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060738" y="1897976"/>
            <a:ext cx="1551940" cy="944244"/>
          </a:xfrm>
          <a:custGeom>
            <a:avLst/>
            <a:gdLst/>
            <a:ahLst/>
            <a:cxnLst/>
            <a:rect l="l" t="t" r="r" b="b"/>
            <a:pathLst>
              <a:path w="1551939" h="944244">
                <a:moveTo>
                  <a:pt x="12623" y="0"/>
                </a:moveTo>
                <a:lnTo>
                  <a:pt x="0" y="1346"/>
                </a:lnTo>
                <a:lnTo>
                  <a:pt x="8928" y="85737"/>
                </a:lnTo>
                <a:lnTo>
                  <a:pt x="35115" y="169964"/>
                </a:lnTo>
                <a:lnTo>
                  <a:pt x="77254" y="252653"/>
                </a:lnTo>
                <a:lnTo>
                  <a:pt x="134137" y="333171"/>
                </a:lnTo>
                <a:lnTo>
                  <a:pt x="204597" y="410921"/>
                </a:lnTo>
                <a:lnTo>
                  <a:pt x="287489" y="485266"/>
                </a:lnTo>
                <a:lnTo>
                  <a:pt x="381673" y="555599"/>
                </a:lnTo>
                <a:lnTo>
                  <a:pt x="486016" y="621284"/>
                </a:lnTo>
                <a:lnTo>
                  <a:pt x="599389" y="681672"/>
                </a:lnTo>
                <a:lnTo>
                  <a:pt x="720686" y="736117"/>
                </a:lnTo>
                <a:lnTo>
                  <a:pt x="848766" y="783983"/>
                </a:lnTo>
                <a:lnTo>
                  <a:pt x="982510" y="824623"/>
                </a:lnTo>
                <a:lnTo>
                  <a:pt x="1120787" y="857376"/>
                </a:lnTo>
                <a:lnTo>
                  <a:pt x="1262468" y="881583"/>
                </a:lnTo>
                <a:lnTo>
                  <a:pt x="1406436" y="896581"/>
                </a:lnTo>
                <a:lnTo>
                  <a:pt x="1515300" y="900442"/>
                </a:lnTo>
                <a:lnTo>
                  <a:pt x="1455178" y="932713"/>
                </a:lnTo>
                <a:lnTo>
                  <a:pt x="1454010" y="936561"/>
                </a:lnTo>
                <a:lnTo>
                  <a:pt x="1457337" y="942746"/>
                </a:lnTo>
                <a:lnTo>
                  <a:pt x="1461185" y="943902"/>
                </a:lnTo>
                <a:lnTo>
                  <a:pt x="1551584" y="895375"/>
                </a:lnTo>
                <a:lnTo>
                  <a:pt x="1539523" y="887755"/>
                </a:lnTo>
                <a:lnTo>
                  <a:pt x="1515745" y="887755"/>
                </a:lnTo>
                <a:lnTo>
                  <a:pt x="1407325" y="883907"/>
                </a:lnTo>
                <a:lnTo>
                  <a:pt x="1264196" y="868984"/>
                </a:lnTo>
                <a:lnTo>
                  <a:pt x="1123314" y="844918"/>
                </a:lnTo>
                <a:lnTo>
                  <a:pt x="985824" y="812355"/>
                </a:lnTo>
                <a:lnTo>
                  <a:pt x="852843" y="771956"/>
                </a:lnTo>
                <a:lnTo>
                  <a:pt x="725512" y="724369"/>
                </a:lnTo>
                <a:lnTo>
                  <a:pt x="604989" y="670255"/>
                </a:lnTo>
                <a:lnTo>
                  <a:pt x="492391" y="610285"/>
                </a:lnTo>
                <a:lnTo>
                  <a:pt x="388861" y="545122"/>
                </a:lnTo>
                <a:lnTo>
                  <a:pt x="295541" y="475437"/>
                </a:lnTo>
                <a:lnTo>
                  <a:pt x="213575" y="401904"/>
                </a:lnTo>
                <a:lnTo>
                  <a:pt x="144068" y="325221"/>
                </a:lnTo>
                <a:lnTo>
                  <a:pt x="88150" y="246075"/>
                </a:lnTo>
                <a:lnTo>
                  <a:pt x="46926" y="165150"/>
                </a:lnTo>
                <a:lnTo>
                  <a:pt x="21424" y="83159"/>
                </a:lnTo>
                <a:lnTo>
                  <a:pt x="12623" y="0"/>
                </a:lnTo>
                <a:close/>
              </a:path>
              <a:path w="1551939" h="944244">
                <a:moveTo>
                  <a:pt x="1464843" y="840574"/>
                </a:moveTo>
                <a:lnTo>
                  <a:pt x="1460931" y="841451"/>
                </a:lnTo>
                <a:lnTo>
                  <a:pt x="1457172" y="847382"/>
                </a:lnTo>
                <a:lnTo>
                  <a:pt x="1458061" y="851306"/>
                </a:lnTo>
                <a:lnTo>
                  <a:pt x="1515745" y="887755"/>
                </a:lnTo>
                <a:lnTo>
                  <a:pt x="1539523" y="887755"/>
                </a:lnTo>
                <a:lnTo>
                  <a:pt x="1464843" y="840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765800" y="990600"/>
            <a:ext cx="3073400" cy="48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791200" y="1473200"/>
            <a:ext cx="3048000" cy="48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778500" y="2044700"/>
            <a:ext cx="3251200" cy="330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791200" y="2565400"/>
            <a:ext cx="3124200" cy="330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349178" y="4946624"/>
            <a:ext cx="103505" cy="608330"/>
          </a:xfrm>
          <a:custGeom>
            <a:avLst/>
            <a:gdLst/>
            <a:ahLst/>
            <a:cxnLst/>
            <a:rect l="l" t="t" r="r" b="b"/>
            <a:pathLst>
              <a:path w="103504" h="608329">
                <a:moveTo>
                  <a:pt x="57861" y="36106"/>
                </a:moveTo>
                <a:lnTo>
                  <a:pt x="45161" y="36106"/>
                </a:lnTo>
                <a:lnTo>
                  <a:pt x="45440" y="111671"/>
                </a:lnTo>
                <a:lnTo>
                  <a:pt x="45935" y="163042"/>
                </a:lnTo>
                <a:lnTo>
                  <a:pt x="46558" y="209080"/>
                </a:lnTo>
                <a:lnTo>
                  <a:pt x="47307" y="248018"/>
                </a:lnTo>
                <a:lnTo>
                  <a:pt x="49047" y="297700"/>
                </a:lnTo>
                <a:lnTo>
                  <a:pt x="50888" y="311353"/>
                </a:lnTo>
                <a:lnTo>
                  <a:pt x="51765" y="330314"/>
                </a:lnTo>
                <a:lnTo>
                  <a:pt x="53339" y="399046"/>
                </a:lnTo>
                <a:lnTo>
                  <a:pt x="53962" y="445020"/>
                </a:lnTo>
                <a:lnTo>
                  <a:pt x="54444" y="496341"/>
                </a:lnTo>
                <a:lnTo>
                  <a:pt x="54876" y="607923"/>
                </a:lnTo>
                <a:lnTo>
                  <a:pt x="67576" y="607872"/>
                </a:lnTo>
                <a:lnTo>
                  <a:pt x="67144" y="496252"/>
                </a:lnTo>
                <a:lnTo>
                  <a:pt x="66662" y="444868"/>
                </a:lnTo>
                <a:lnTo>
                  <a:pt x="66027" y="398830"/>
                </a:lnTo>
                <a:lnTo>
                  <a:pt x="65290" y="359905"/>
                </a:lnTo>
                <a:lnTo>
                  <a:pt x="63550" y="310210"/>
                </a:lnTo>
                <a:lnTo>
                  <a:pt x="61709" y="296557"/>
                </a:lnTo>
                <a:lnTo>
                  <a:pt x="60833" y="277609"/>
                </a:lnTo>
                <a:lnTo>
                  <a:pt x="60007" y="247713"/>
                </a:lnTo>
                <a:lnTo>
                  <a:pt x="59258" y="208876"/>
                </a:lnTo>
                <a:lnTo>
                  <a:pt x="58635" y="162902"/>
                </a:lnTo>
                <a:lnTo>
                  <a:pt x="58141" y="111671"/>
                </a:lnTo>
                <a:lnTo>
                  <a:pt x="57861" y="36106"/>
                </a:lnTo>
                <a:close/>
              </a:path>
              <a:path w="103504" h="608329">
                <a:moveTo>
                  <a:pt x="51371" y="0"/>
                </a:moveTo>
                <a:lnTo>
                  <a:pt x="0" y="88823"/>
                </a:lnTo>
                <a:lnTo>
                  <a:pt x="1041" y="92710"/>
                </a:lnTo>
                <a:lnTo>
                  <a:pt x="7112" y="96215"/>
                </a:lnTo>
                <a:lnTo>
                  <a:pt x="10998" y="95173"/>
                </a:lnTo>
                <a:lnTo>
                  <a:pt x="45161" y="36106"/>
                </a:lnTo>
                <a:lnTo>
                  <a:pt x="57861" y="36106"/>
                </a:lnTo>
                <a:lnTo>
                  <a:pt x="72593" y="36068"/>
                </a:lnTo>
                <a:lnTo>
                  <a:pt x="51371" y="0"/>
                </a:lnTo>
                <a:close/>
              </a:path>
              <a:path w="103504" h="608329">
                <a:moveTo>
                  <a:pt x="72593" y="36068"/>
                </a:moveTo>
                <a:lnTo>
                  <a:pt x="57861" y="36068"/>
                </a:lnTo>
                <a:lnTo>
                  <a:pt x="92468" y="94868"/>
                </a:lnTo>
                <a:lnTo>
                  <a:pt x="96354" y="95885"/>
                </a:lnTo>
                <a:lnTo>
                  <a:pt x="102400" y="92329"/>
                </a:lnTo>
                <a:lnTo>
                  <a:pt x="103403" y="88430"/>
                </a:lnTo>
                <a:lnTo>
                  <a:pt x="72593" y="360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526826" y="4171924"/>
            <a:ext cx="327660" cy="1526540"/>
          </a:xfrm>
          <a:custGeom>
            <a:avLst/>
            <a:gdLst/>
            <a:ahLst/>
            <a:cxnLst/>
            <a:rect l="l" t="t" r="r" b="b"/>
            <a:pathLst>
              <a:path w="327660" h="1526539">
                <a:moveTo>
                  <a:pt x="226534" y="36296"/>
                </a:moveTo>
                <a:lnTo>
                  <a:pt x="213829" y="36296"/>
                </a:lnTo>
                <a:lnTo>
                  <a:pt x="216852" y="116598"/>
                </a:lnTo>
                <a:lnTo>
                  <a:pt x="221907" y="170357"/>
                </a:lnTo>
                <a:lnTo>
                  <a:pt x="228473" y="218541"/>
                </a:lnTo>
                <a:lnTo>
                  <a:pt x="236270" y="259435"/>
                </a:lnTo>
                <a:lnTo>
                  <a:pt x="255193" y="313397"/>
                </a:lnTo>
                <a:lnTo>
                  <a:pt x="269532" y="324015"/>
                </a:lnTo>
                <a:lnTo>
                  <a:pt x="273354" y="332143"/>
                </a:lnTo>
                <a:lnTo>
                  <a:pt x="282282" y="369252"/>
                </a:lnTo>
                <a:lnTo>
                  <a:pt x="290830" y="428205"/>
                </a:lnTo>
                <a:lnTo>
                  <a:pt x="298526" y="505028"/>
                </a:lnTo>
                <a:lnTo>
                  <a:pt x="305041" y="595972"/>
                </a:lnTo>
                <a:lnTo>
                  <a:pt x="310070" y="697534"/>
                </a:lnTo>
                <a:lnTo>
                  <a:pt x="313296" y="806157"/>
                </a:lnTo>
                <a:lnTo>
                  <a:pt x="314439" y="918133"/>
                </a:lnTo>
                <a:lnTo>
                  <a:pt x="307289" y="1029792"/>
                </a:lnTo>
                <a:lnTo>
                  <a:pt x="287108" y="1137793"/>
                </a:lnTo>
                <a:lnTo>
                  <a:pt x="255765" y="1238770"/>
                </a:lnTo>
                <a:lnTo>
                  <a:pt x="215163" y="1329118"/>
                </a:lnTo>
                <a:lnTo>
                  <a:pt x="167170" y="1405407"/>
                </a:lnTo>
                <a:lnTo>
                  <a:pt x="141173" y="1436954"/>
                </a:lnTo>
                <a:lnTo>
                  <a:pt x="86194" y="1485151"/>
                </a:lnTo>
                <a:lnTo>
                  <a:pt x="29298" y="1510548"/>
                </a:lnTo>
                <a:lnTo>
                  <a:pt x="0" y="1513923"/>
                </a:lnTo>
                <a:lnTo>
                  <a:pt x="1447" y="1526540"/>
                </a:lnTo>
                <a:lnTo>
                  <a:pt x="63004" y="1512543"/>
                </a:lnTo>
                <a:lnTo>
                  <a:pt x="122428" y="1473299"/>
                </a:lnTo>
                <a:lnTo>
                  <a:pt x="150571" y="1445534"/>
                </a:lnTo>
                <a:lnTo>
                  <a:pt x="177482" y="1412862"/>
                </a:lnTo>
                <a:lnTo>
                  <a:pt x="226377" y="1335138"/>
                </a:lnTo>
                <a:lnTo>
                  <a:pt x="267665" y="1243266"/>
                </a:lnTo>
                <a:lnTo>
                  <a:pt x="299466" y="1140853"/>
                </a:lnTo>
                <a:lnTo>
                  <a:pt x="319913" y="1031367"/>
                </a:lnTo>
                <a:lnTo>
                  <a:pt x="327151" y="918476"/>
                </a:lnTo>
                <a:lnTo>
                  <a:pt x="325996" y="805903"/>
                </a:lnTo>
                <a:lnTo>
                  <a:pt x="322757" y="697039"/>
                </a:lnTo>
                <a:lnTo>
                  <a:pt x="317715" y="595210"/>
                </a:lnTo>
                <a:lnTo>
                  <a:pt x="311188" y="503936"/>
                </a:lnTo>
                <a:lnTo>
                  <a:pt x="303453" y="426745"/>
                </a:lnTo>
                <a:lnTo>
                  <a:pt x="294767" y="366953"/>
                </a:lnTo>
                <a:lnTo>
                  <a:pt x="285280" y="327660"/>
                </a:lnTo>
                <a:lnTo>
                  <a:pt x="273558" y="311264"/>
                </a:lnTo>
                <a:lnTo>
                  <a:pt x="265391" y="305155"/>
                </a:lnTo>
                <a:lnTo>
                  <a:pt x="248653" y="256552"/>
                </a:lnTo>
                <a:lnTo>
                  <a:pt x="241020" y="216496"/>
                </a:lnTo>
                <a:lnTo>
                  <a:pt x="234530" y="168910"/>
                </a:lnTo>
                <a:lnTo>
                  <a:pt x="229527" y="115773"/>
                </a:lnTo>
                <a:lnTo>
                  <a:pt x="226534" y="36296"/>
                </a:lnTo>
                <a:close/>
              </a:path>
              <a:path w="327660" h="1526539">
                <a:moveTo>
                  <a:pt x="218808" y="0"/>
                </a:moveTo>
                <a:lnTo>
                  <a:pt x="170484" y="90512"/>
                </a:lnTo>
                <a:lnTo>
                  <a:pt x="171653" y="94361"/>
                </a:lnTo>
                <a:lnTo>
                  <a:pt x="177838" y="97662"/>
                </a:lnTo>
                <a:lnTo>
                  <a:pt x="181686" y="96494"/>
                </a:lnTo>
                <a:lnTo>
                  <a:pt x="213829" y="36296"/>
                </a:lnTo>
                <a:lnTo>
                  <a:pt x="226534" y="36296"/>
                </a:lnTo>
                <a:lnTo>
                  <a:pt x="226517" y="35826"/>
                </a:lnTo>
                <a:lnTo>
                  <a:pt x="241559" y="35826"/>
                </a:lnTo>
                <a:lnTo>
                  <a:pt x="218808" y="0"/>
                </a:lnTo>
                <a:close/>
              </a:path>
              <a:path w="327660" h="1526539">
                <a:moveTo>
                  <a:pt x="241559" y="35826"/>
                </a:moveTo>
                <a:lnTo>
                  <a:pt x="226517" y="35826"/>
                </a:lnTo>
                <a:lnTo>
                  <a:pt x="263093" y="93421"/>
                </a:lnTo>
                <a:lnTo>
                  <a:pt x="267017" y="94297"/>
                </a:lnTo>
                <a:lnTo>
                  <a:pt x="272935" y="90538"/>
                </a:lnTo>
                <a:lnTo>
                  <a:pt x="273812" y="86614"/>
                </a:lnTo>
                <a:lnTo>
                  <a:pt x="241559" y="358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539424" y="2758338"/>
            <a:ext cx="685165" cy="2924810"/>
          </a:xfrm>
          <a:custGeom>
            <a:avLst/>
            <a:gdLst/>
            <a:ahLst/>
            <a:cxnLst/>
            <a:rect l="l" t="t" r="r" b="b"/>
            <a:pathLst>
              <a:path w="685164" h="2924810">
                <a:moveTo>
                  <a:pt x="373781" y="47878"/>
                </a:moveTo>
                <a:lnTo>
                  <a:pt x="351929" y="47878"/>
                </a:lnTo>
                <a:lnTo>
                  <a:pt x="377964" y="66471"/>
                </a:lnTo>
                <a:lnTo>
                  <a:pt x="410451" y="104470"/>
                </a:lnTo>
                <a:lnTo>
                  <a:pt x="442518" y="156489"/>
                </a:lnTo>
                <a:lnTo>
                  <a:pt x="473697" y="221386"/>
                </a:lnTo>
                <a:lnTo>
                  <a:pt x="503643" y="298043"/>
                </a:lnTo>
                <a:lnTo>
                  <a:pt x="532041" y="385356"/>
                </a:lnTo>
                <a:lnTo>
                  <a:pt x="558609" y="482244"/>
                </a:lnTo>
                <a:lnTo>
                  <a:pt x="583044" y="587628"/>
                </a:lnTo>
                <a:lnTo>
                  <a:pt x="605104" y="700443"/>
                </a:lnTo>
                <a:lnTo>
                  <a:pt x="624497" y="819619"/>
                </a:lnTo>
                <a:lnTo>
                  <a:pt x="640968" y="944041"/>
                </a:lnTo>
                <a:lnTo>
                  <a:pt x="664057" y="1204683"/>
                </a:lnTo>
                <a:lnTo>
                  <a:pt x="672223" y="1473720"/>
                </a:lnTo>
                <a:lnTo>
                  <a:pt x="668350" y="1608594"/>
                </a:lnTo>
                <a:lnTo>
                  <a:pt x="657047" y="1742427"/>
                </a:lnTo>
                <a:lnTo>
                  <a:pt x="638810" y="1874164"/>
                </a:lnTo>
                <a:lnTo>
                  <a:pt x="614133" y="2002726"/>
                </a:lnTo>
                <a:lnTo>
                  <a:pt x="583514" y="2127059"/>
                </a:lnTo>
                <a:lnTo>
                  <a:pt x="547458" y="2246109"/>
                </a:lnTo>
                <a:lnTo>
                  <a:pt x="506463" y="2358783"/>
                </a:lnTo>
                <a:lnTo>
                  <a:pt x="461035" y="2464041"/>
                </a:lnTo>
                <a:lnTo>
                  <a:pt x="411670" y="2560802"/>
                </a:lnTo>
                <a:lnTo>
                  <a:pt x="358901" y="2648013"/>
                </a:lnTo>
                <a:lnTo>
                  <a:pt x="303237" y="2724581"/>
                </a:lnTo>
                <a:lnTo>
                  <a:pt x="245224" y="2789466"/>
                </a:lnTo>
                <a:lnTo>
                  <a:pt x="185407" y="2841600"/>
                </a:lnTo>
                <a:lnTo>
                  <a:pt x="124383" y="2879973"/>
                </a:lnTo>
                <a:lnTo>
                  <a:pt x="62712" y="2903636"/>
                </a:lnTo>
                <a:lnTo>
                  <a:pt x="0" y="2911825"/>
                </a:lnTo>
                <a:lnTo>
                  <a:pt x="1650" y="2924418"/>
                </a:lnTo>
                <a:lnTo>
                  <a:pt x="65849" y="2916034"/>
                </a:lnTo>
                <a:lnTo>
                  <a:pt x="130098" y="2891386"/>
                </a:lnTo>
                <a:lnTo>
                  <a:pt x="193014" y="2851825"/>
                </a:lnTo>
                <a:lnTo>
                  <a:pt x="254165" y="2798521"/>
                </a:lnTo>
                <a:lnTo>
                  <a:pt x="313131" y="2732570"/>
                </a:lnTo>
                <a:lnTo>
                  <a:pt x="369481" y="2655049"/>
                </a:lnTo>
                <a:lnTo>
                  <a:pt x="422783" y="2566987"/>
                </a:lnTo>
                <a:lnTo>
                  <a:pt x="472528" y="2469451"/>
                </a:lnTo>
                <a:lnTo>
                  <a:pt x="518274" y="2363482"/>
                </a:lnTo>
                <a:lnTo>
                  <a:pt x="559511" y="2250122"/>
                </a:lnTo>
                <a:lnTo>
                  <a:pt x="595769" y="2130425"/>
                </a:lnTo>
                <a:lnTo>
                  <a:pt x="626541" y="2005444"/>
                </a:lnTo>
                <a:lnTo>
                  <a:pt x="651344" y="1876234"/>
                </a:lnTo>
                <a:lnTo>
                  <a:pt x="669671" y="1743837"/>
                </a:lnTo>
                <a:lnTo>
                  <a:pt x="681037" y="1609318"/>
                </a:lnTo>
                <a:lnTo>
                  <a:pt x="684936" y="1473708"/>
                </a:lnTo>
                <a:lnTo>
                  <a:pt x="676744" y="1203921"/>
                </a:lnTo>
                <a:lnTo>
                  <a:pt x="653592" y="942657"/>
                </a:lnTo>
                <a:lnTo>
                  <a:pt x="637070" y="817765"/>
                </a:lnTo>
                <a:lnTo>
                  <a:pt x="617613" y="698207"/>
                </a:lnTo>
                <a:lnTo>
                  <a:pt x="595464" y="584974"/>
                </a:lnTo>
                <a:lnTo>
                  <a:pt x="570915" y="479132"/>
                </a:lnTo>
                <a:lnTo>
                  <a:pt x="544207" y="381711"/>
                </a:lnTo>
                <a:lnTo>
                  <a:pt x="515607" y="293763"/>
                </a:lnTo>
                <a:lnTo>
                  <a:pt x="485355" y="216319"/>
                </a:lnTo>
                <a:lnTo>
                  <a:pt x="453682" y="150393"/>
                </a:lnTo>
                <a:lnTo>
                  <a:pt x="420738" y="96964"/>
                </a:lnTo>
                <a:lnTo>
                  <a:pt x="386613" y="57035"/>
                </a:lnTo>
                <a:lnTo>
                  <a:pt x="373781" y="47878"/>
                </a:lnTo>
                <a:close/>
              </a:path>
              <a:path w="685164" h="2924810">
                <a:moveTo>
                  <a:pt x="412661" y="0"/>
                </a:moveTo>
                <a:lnTo>
                  <a:pt x="314325" y="29311"/>
                </a:lnTo>
                <a:lnTo>
                  <a:pt x="388238" y="100469"/>
                </a:lnTo>
                <a:lnTo>
                  <a:pt x="392264" y="100393"/>
                </a:lnTo>
                <a:lnTo>
                  <a:pt x="397128" y="95351"/>
                </a:lnTo>
                <a:lnTo>
                  <a:pt x="397052" y="91325"/>
                </a:lnTo>
                <a:lnTo>
                  <a:pt x="351929" y="47878"/>
                </a:lnTo>
                <a:lnTo>
                  <a:pt x="373781" y="47878"/>
                </a:lnTo>
                <a:lnTo>
                  <a:pt x="351142" y="31724"/>
                </a:lnTo>
                <a:lnTo>
                  <a:pt x="350900" y="31661"/>
                </a:lnTo>
                <a:lnTo>
                  <a:pt x="416293" y="12166"/>
                </a:lnTo>
                <a:lnTo>
                  <a:pt x="418198" y="8623"/>
                </a:lnTo>
                <a:lnTo>
                  <a:pt x="416191" y="1904"/>
                </a:lnTo>
                <a:lnTo>
                  <a:pt x="4126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666526" y="1898624"/>
            <a:ext cx="103505" cy="771525"/>
          </a:xfrm>
          <a:custGeom>
            <a:avLst/>
            <a:gdLst/>
            <a:ahLst/>
            <a:cxnLst/>
            <a:rect l="l" t="t" r="r" b="b"/>
            <a:pathLst>
              <a:path w="103504" h="771525">
                <a:moveTo>
                  <a:pt x="57950" y="36093"/>
                </a:moveTo>
                <a:lnTo>
                  <a:pt x="45250" y="36093"/>
                </a:lnTo>
                <a:lnTo>
                  <a:pt x="45466" y="141681"/>
                </a:lnTo>
                <a:lnTo>
                  <a:pt x="45783" y="206857"/>
                </a:lnTo>
                <a:lnTo>
                  <a:pt x="46215" y="265264"/>
                </a:lnTo>
                <a:lnTo>
                  <a:pt x="46723" y="314617"/>
                </a:lnTo>
                <a:lnTo>
                  <a:pt x="47879" y="377367"/>
                </a:lnTo>
                <a:lnTo>
                  <a:pt x="49123" y="394690"/>
                </a:lnTo>
                <a:lnTo>
                  <a:pt x="49720" y="418998"/>
                </a:lnTo>
                <a:lnTo>
                  <a:pt x="50787" y="506298"/>
                </a:lnTo>
                <a:lnTo>
                  <a:pt x="51206" y="564667"/>
                </a:lnTo>
                <a:lnTo>
                  <a:pt x="51536" y="629818"/>
                </a:lnTo>
                <a:lnTo>
                  <a:pt x="51828" y="771436"/>
                </a:lnTo>
                <a:lnTo>
                  <a:pt x="64528" y="771410"/>
                </a:lnTo>
                <a:lnTo>
                  <a:pt x="64236" y="629793"/>
                </a:lnTo>
                <a:lnTo>
                  <a:pt x="63906" y="564603"/>
                </a:lnTo>
                <a:lnTo>
                  <a:pt x="63487" y="506209"/>
                </a:lnTo>
                <a:lnTo>
                  <a:pt x="62979" y="456831"/>
                </a:lnTo>
                <a:lnTo>
                  <a:pt x="61810" y="394081"/>
                </a:lnTo>
                <a:lnTo>
                  <a:pt x="60579" y="376758"/>
                </a:lnTo>
                <a:lnTo>
                  <a:pt x="59982" y="352450"/>
                </a:lnTo>
                <a:lnTo>
                  <a:pt x="59410" y="314464"/>
                </a:lnTo>
                <a:lnTo>
                  <a:pt x="58915" y="265125"/>
                </a:lnTo>
                <a:lnTo>
                  <a:pt x="58483" y="206768"/>
                </a:lnTo>
                <a:lnTo>
                  <a:pt x="58166" y="141681"/>
                </a:lnTo>
                <a:lnTo>
                  <a:pt x="57950" y="36093"/>
                </a:lnTo>
                <a:close/>
              </a:path>
              <a:path w="103504" h="771525">
                <a:moveTo>
                  <a:pt x="51523" y="0"/>
                </a:moveTo>
                <a:lnTo>
                  <a:pt x="0" y="88734"/>
                </a:lnTo>
                <a:lnTo>
                  <a:pt x="1028" y="92621"/>
                </a:lnTo>
                <a:lnTo>
                  <a:pt x="7099" y="96138"/>
                </a:lnTo>
                <a:lnTo>
                  <a:pt x="10985" y="95110"/>
                </a:lnTo>
                <a:lnTo>
                  <a:pt x="45250" y="36093"/>
                </a:lnTo>
                <a:lnTo>
                  <a:pt x="57950" y="36093"/>
                </a:lnTo>
                <a:lnTo>
                  <a:pt x="72660" y="36068"/>
                </a:lnTo>
                <a:lnTo>
                  <a:pt x="51523" y="0"/>
                </a:lnTo>
                <a:close/>
              </a:path>
              <a:path w="103504" h="771525">
                <a:moveTo>
                  <a:pt x="72660" y="36068"/>
                </a:moveTo>
                <a:lnTo>
                  <a:pt x="57950" y="36068"/>
                </a:lnTo>
                <a:lnTo>
                  <a:pt x="92443" y="94945"/>
                </a:lnTo>
                <a:lnTo>
                  <a:pt x="96342" y="95961"/>
                </a:lnTo>
                <a:lnTo>
                  <a:pt x="102387" y="92417"/>
                </a:lnTo>
                <a:lnTo>
                  <a:pt x="103403" y="88519"/>
                </a:lnTo>
                <a:lnTo>
                  <a:pt x="72660" y="360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069448" y="1784324"/>
            <a:ext cx="692785" cy="2141220"/>
          </a:xfrm>
          <a:custGeom>
            <a:avLst/>
            <a:gdLst/>
            <a:ahLst/>
            <a:cxnLst/>
            <a:rect l="l" t="t" r="r" b="b"/>
            <a:pathLst>
              <a:path w="692785" h="2141220">
                <a:moveTo>
                  <a:pt x="58051" y="57188"/>
                </a:moveTo>
                <a:lnTo>
                  <a:pt x="45351" y="57188"/>
                </a:lnTo>
                <a:lnTo>
                  <a:pt x="45351" y="107988"/>
                </a:lnTo>
                <a:lnTo>
                  <a:pt x="58051" y="107988"/>
                </a:lnTo>
                <a:lnTo>
                  <a:pt x="58051" y="57188"/>
                </a:lnTo>
                <a:close/>
              </a:path>
              <a:path w="692785" h="2141220">
                <a:moveTo>
                  <a:pt x="51701" y="0"/>
                </a:moveTo>
                <a:lnTo>
                  <a:pt x="0" y="88633"/>
                </a:lnTo>
                <a:lnTo>
                  <a:pt x="1028" y="92519"/>
                </a:lnTo>
                <a:lnTo>
                  <a:pt x="7086" y="96050"/>
                </a:lnTo>
                <a:lnTo>
                  <a:pt x="10972" y="95034"/>
                </a:lnTo>
                <a:lnTo>
                  <a:pt x="51701" y="25196"/>
                </a:lnTo>
                <a:lnTo>
                  <a:pt x="66401" y="25196"/>
                </a:lnTo>
                <a:lnTo>
                  <a:pt x="51701" y="0"/>
                </a:lnTo>
                <a:close/>
              </a:path>
              <a:path w="692785" h="2141220">
                <a:moveTo>
                  <a:pt x="66401" y="25196"/>
                </a:moveTo>
                <a:lnTo>
                  <a:pt x="51701" y="25196"/>
                </a:lnTo>
                <a:lnTo>
                  <a:pt x="92430" y="95034"/>
                </a:lnTo>
                <a:lnTo>
                  <a:pt x="96316" y="96050"/>
                </a:lnTo>
                <a:lnTo>
                  <a:pt x="102374" y="92519"/>
                </a:lnTo>
                <a:lnTo>
                  <a:pt x="103403" y="88633"/>
                </a:lnTo>
                <a:lnTo>
                  <a:pt x="66401" y="25196"/>
                </a:lnTo>
                <a:close/>
              </a:path>
              <a:path w="692785" h="2141220">
                <a:moveTo>
                  <a:pt x="58051" y="146088"/>
                </a:moveTo>
                <a:lnTo>
                  <a:pt x="45351" y="146088"/>
                </a:lnTo>
                <a:lnTo>
                  <a:pt x="45351" y="196888"/>
                </a:lnTo>
                <a:lnTo>
                  <a:pt x="58051" y="196888"/>
                </a:lnTo>
                <a:lnTo>
                  <a:pt x="58051" y="146088"/>
                </a:lnTo>
                <a:close/>
              </a:path>
              <a:path w="692785" h="2141220">
                <a:moveTo>
                  <a:pt x="58051" y="234988"/>
                </a:moveTo>
                <a:lnTo>
                  <a:pt x="45351" y="234988"/>
                </a:lnTo>
                <a:lnTo>
                  <a:pt x="45351" y="285788"/>
                </a:lnTo>
                <a:lnTo>
                  <a:pt x="58051" y="285788"/>
                </a:lnTo>
                <a:lnTo>
                  <a:pt x="58051" y="234988"/>
                </a:lnTo>
                <a:close/>
              </a:path>
              <a:path w="692785" h="2141220">
                <a:moveTo>
                  <a:pt x="58051" y="323888"/>
                </a:moveTo>
                <a:lnTo>
                  <a:pt x="45351" y="323888"/>
                </a:lnTo>
                <a:lnTo>
                  <a:pt x="45351" y="374688"/>
                </a:lnTo>
                <a:lnTo>
                  <a:pt x="58051" y="374688"/>
                </a:lnTo>
                <a:lnTo>
                  <a:pt x="58051" y="323888"/>
                </a:lnTo>
                <a:close/>
              </a:path>
              <a:path w="692785" h="2141220">
                <a:moveTo>
                  <a:pt x="58051" y="412788"/>
                </a:moveTo>
                <a:lnTo>
                  <a:pt x="45351" y="412788"/>
                </a:lnTo>
                <a:lnTo>
                  <a:pt x="45351" y="463588"/>
                </a:lnTo>
                <a:lnTo>
                  <a:pt x="58051" y="463588"/>
                </a:lnTo>
                <a:lnTo>
                  <a:pt x="58051" y="412788"/>
                </a:lnTo>
                <a:close/>
              </a:path>
              <a:path w="692785" h="2141220">
                <a:moveTo>
                  <a:pt x="58051" y="501688"/>
                </a:moveTo>
                <a:lnTo>
                  <a:pt x="45351" y="501688"/>
                </a:lnTo>
                <a:lnTo>
                  <a:pt x="45351" y="552488"/>
                </a:lnTo>
                <a:lnTo>
                  <a:pt x="58051" y="552488"/>
                </a:lnTo>
                <a:lnTo>
                  <a:pt x="58051" y="501688"/>
                </a:lnTo>
                <a:close/>
              </a:path>
              <a:path w="692785" h="2141220">
                <a:moveTo>
                  <a:pt x="58051" y="590588"/>
                </a:moveTo>
                <a:lnTo>
                  <a:pt x="45351" y="590588"/>
                </a:lnTo>
                <a:lnTo>
                  <a:pt x="45351" y="641388"/>
                </a:lnTo>
                <a:lnTo>
                  <a:pt x="58051" y="641388"/>
                </a:lnTo>
                <a:lnTo>
                  <a:pt x="58051" y="590588"/>
                </a:lnTo>
                <a:close/>
              </a:path>
              <a:path w="692785" h="2141220">
                <a:moveTo>
                  <a:pt x="58051" y="679488"/>
                </a:moveTo>
                <a:lnTo>
                  <a:pt x="45351" y="679488"/>
                </a:lnTo>
                <a:lnTo>
                  <a:pt x="45351" y="730288"/>
                </a:lnTo>
                <a:lnTo>
                  <a:pt x="58051" y="730288"/>
                </a:lnTo>
                <a:lnTo>
                  <a:pt x="58051" y="679488"/>
                </a:lnTo>
                <a:close/>
              </a:path>
              <a:path w="692785" h="2141220">
                <a:moveTo>
                  <a:pt x="58051" y="768388"/>
                </a:moveTo>
                <a:lnTo>
                  <a:pt x="45351" y="768388"/>
                </a:lnTo>
                <a:lnTo>
                  <a:pt x="45351" y="819188"/>
                </a:lnTo>
                <a:lnTo>
                  <a:pt x="58051" y="819188"/>
                </a:lnTo>
                <a:lnTo>
                  <a:pt x="58051" y="768388"/>
                </a:lnTo>
                <a:close/>
              </a:path>
              <a:path w="692785" h="2141220">
                <a:moveTo>
                  <a:pt x="58051" y="857288"/>
                </a:moveTo>
                <a:lnTo>
                  <a:pt x="45351" y="857288"/>
                </a:lnTo>
                <a:lnTo>
                  <a:pt x="45351" y="908088"/>
                </a:lnTo>
                <a:lnTo>
                  <a:pt x="58051" y="908088"/>
                </a:lnTo>
                <a:lnTo>
                  <a:pt x="58051" y="857288"/>
                </a:lnTo>
                <a:close/>
              </a:path>
              <a:path w="692785" h="2141220">
                <a:moveTo>
                  <a:pt x="58051" y="946188"/>
                </a:moveTo>
                <a:lnTo>
                  <a:pt x="45351" y="946188"/>
                </a:lnTo>
                <a:lnTo>
                  <a:pt x="45351" y="996988"/>
                </a:lnTo>
                <a:lnTo>
                  <a:pt x="58051" y="996988"/>
                </a:lnTo>
                <a:lnTo>
                  <a:pt x="58051" y="946188"/>
                </a:lnTo>
                <a:close/>
              </a:path>
              <a:path w="692785" h="2141220">
                <a:moveTo>
                  <a:pt x="58051" y="1035088"/>
                </a:moveTo>
                <a:lnTo>
                  <a:pt x="45351" y="1035088"/>
                </a:lnTo>
                <a:lnTo>
                  <a:pt x="45351" y="1085888"/>
                </a:lnTo>
                <a:lnTo>
                  <a:pt x="58051" y="1085888"/>
                </a:lnTo>
                <a:lnTo>
                  <a:pt x="58051" y="1035088"/>
                </a:lnTo>
                <a:close/>
              </a:path>
              <a:path w="692785" h="2141220">
                <a:moveTo>
                  <a:pt x="58051" y="1123988"/>
                </a:moveTo>
                <a:lnTo>
                  <a:pt x="45351" y="1123988"/>
                </a:lnTo>
                <a:lnTo>
                  <a:pt x="45351" y="1174788"/>
                </a:lnTo>
                <a:lnTo>
                  <a:pt x="58051" y="1174788"/>
                </a:lnTo>
                <a:lnTo>
                  <a:pt x="58051" y="1123988"/>
                </a:lnTo>
                <a:close/>
              </a:path>
              <a:path w="692785" h="2141220">
                <a:moveTo>
                  <a:pt x="58051" y="1212888"/>
                </a:moveTo>
                <a:lnTo>
                  <a:pt x="45351" y="1212888"/>
                </a:lnTo>
                <a:lnTo>
                  <a:pt x="45351" y="1263688"/>
                </a:lnTo>
                <a:lnTo>
                  <a:pt x="58051" y="1263688"/>
                </a:lnTo>
                <a:lnTo>
                  <a:pt x="58051" y="1212888"/>
                </a:lnTo>
                <a:close/>
              </a:path>
              <a:path w="692785" h="2141220">
                <a:moveTo>
                  <a:pt x="58051" y="1301788"/>
                </a:moveTo>
                <a:lnTo>
                  <a:pt x="45351" y="1301788"/>
                </a:lnTo>
                <a:lnTo>
                  <a:pt x="45351" y="1352588"/>
                </a:lnTo>
                <a:lnTo>
                  <a:pt x="58051" y="1352588"/>
                </a:lnTo>
                <a:lnTo>
                  <a:pt x="58051" y="1301788"/>
                </a:lnTo>
                <a:close/>
              </a:path>
              <a:path w="692785" h="2141220">
                <a:moveTo>
                  <a:pt x="58051" y="1390688"/>
                </a:moveTo>
                <a:lnTo>
                  <a:pt x="45351" y="1390688"/>
                </a:lnTo>
                <a:lnTo>
                  <a:pt x="45351" y="1441488"/>
                </a:lnTo>
                <a:lnTo>
                  <a:pt x="58051" y="1441488"/>
                </a:lnTo>
                <a:lnTo>
                  <a:pt x="58051" y="1390688"/>
                </a:lnTo>
                <a:close/>
              </a:path>
              <a:path w="692785" h="2141220">
                <a:moveTo>
                  <a:pt x="104825" y="1470914"/>
                </a:moveTo>
                <a:lnTo>
                  <a:pt x="54025" y="1470914"/>
                </a:lnTo>
                <a:lnTo>
                  <a:pt x="54025" y="1483614"/>
                </a:lnTo>
                <a:lnTo>
                  <a:pt x="104825" y="1483614"/>
                </a:lnTo>
                <a:lnTo>
                  <a:pt x="104825" y="1470914"/>
                </a:lnTo>
                <a:close/>
              </a:path>
              <a:path w="692785" h="2141220">
                <a:moveTo>
                  <a:pt x="193725" y="1470914"/>
                </a:moveTo>
                <a:lnTo>
                  <a:pt x="142925" y="1470914"/>
                </a:lnTo>
                <a:lnTo>
                  <a:pt x="142925" y="1483614"/>
                </a:lnTo>
                <a:lnTo>
                  <a:pt x="193725" y="1483614"/>
                </a:lnTo>
                <a:lnTo>
                  <a:pt x="193725" y="1470914"/>
                </a:lnTo>
                <a:close/>
              </a:path>
              <a:path w="692785" h="2141220">
                <a:moveTo>
                  <a:pt x="282625" y="1470914"/>
                </a:moveTo>
                <a:lnTo>
                  <a:pt x="231825" y="1470914"/>
                </a:lnTo>
                <a:lnTo>
                  <a:pt x="231825" y="1483614"/>
                </a:lnTo>
                <a:lnTo>
                  <a:pt x="282625" y="1483614"/>
                </a:lnTo>
                <a:lnTo>
                  <a:pt x="282625" y="1470914"/>
                </a:lnTo>
                <a:close/>
              </a:path>
              <a:path w="692785" h="2141220">
                <a:moveTo>
                  <a:pt x="371525" y="1470914"/>
                </a:moveTo>
                <a:lnTo>
                  <a:pt x="320725" y="1470914"/>
                </a:lnTo>
                <a:lnTo>
                  <a:pt x="320725" y="1483614"/>
                </a:lnTo>
                <a:lnTo>
                  <a:pt x="371525" y="1483614"/>
                </a:lnTo>
                <a:lnTo>
                  <a:pt x="371525" y="1470914"/>
                </a:lnTo>
                <a:close/>
              </a:path>
              <a:path w="692785" h="2141220">
                <a:moveTo>
                  <a:pt x="460425" y="1470914"/>
                </a:moveTo>
                <a:lnTo>
                  <a:pt x="409625" y="1470914"/>
                </a:lnTo>
                <a:lnTo>
                  <a:pt x="409625" y="1483614"/>
                </a:lnTo>
                <a:lnTo>
                  <a:pt x="460425" y="1483614"/>
                </a:lnTo>
                <a:lnTo>
                  <a:pt x="460425" y="1470914"/>
                </a:lnTo>
                <a:close/>
              </a:path>
              <a:path w="692785" h="2141220">
                <a:moveTo>
                  <a:pt x="549325" y="1470914"/>
                </a:moveTo>
                <a:lnTo>
                  <a:pt x="498525" y="1470914"/>
                </a:lnTo>
                <a:lnTo>
                  <a:pt x="498525" y="1483614"/>
                </a:lnTo>
                <a:lnTo>
                  <a:pt x="549325" y="1483614"/>
                </a:lnTo>
                <a:lnTo>
                  <a:pt x="549325" y="1470914"/>
                </a:lnTo>
                <a:close/>
              </a:path>
              <a:path w="692785" h="2141220">
                <a:moveTo>
                  <a:pt x="638225" y="1470914"/>
                </a:moveTo>
                <a:lnTo>
                  <a:pt x="587425" y="1470914"/>
                </a:lnTo>
                <a:lnTo>
                  <a:pt x="587425" y="1483614"/>
                </a:lnTo>
                <a:lnTo>
                  <a:pt x="638225" y="1483614"/>
                </a:lnTo>
                <a:lnTo>
                  <a:pt x="638225" y="1470914"/>
                </a:lnTo>
                <a:close/>
              </a:path>
              <a:path w="692785" h="2141220">
                <a:moveTo>
                  <a:pt x="692340" y="1470914"/>
                </a:moveTo>
                <a:lnTo>
                  <a:pt x="676325" y="1470914"/>
                </a:lnTo>
                <a:lnTo>
                  <a:pt x="676325" y="1483614"/>
                </a:lnTo>
                <a:lnTo>
                  <a:pt x="679640" y="1483614"/>
                </a:lnTo>
                <a:lnTo>
                  <a:pt x="679640" y="1518399"/>
                </a:lnTo>
                <a:lnTo>
                  <a:pt x="692340" y="1518399"/>
                </a:lnTo>
                <a:lnTo>
                  <a:pt x="692340" y="1470914"/>
                </a:lnTo>
                <a:close/>
              </a:path>
              <a:path w="692785" h="2141220">
                <a:moveTo>
                  <a:pt x="692340" y="1556499"/>
                </a:moveTo>
                <a:lnTo>
                  <a:pt x="679640" y="1556499"/>
                </a:lnTo>
                <a:lnTo>
                  <a:pt x="679640" y="1607299"/>
                </a:lnTo>
                <a:lnTo>
                  <a:pt x="692340" y="1607299"/>
                </a:lnTo>
                <a:lnTo>
                  <a:pt x="692340" y="1556499"/>
                </a:lnTo>
                <a:close/>
              </a:path>
              <a:path w="692785" h="2141220">
                <a:moveTo>
                  <a:pt x="692340" y="1645399"/>
                </a:moveTo>
                <a:lnTo>
                  <a:pt x="679640" y="1645399"/>
                </a:lnTo>
                <a:lnTo>
                  <a:pt x="679640" y="1696199"/>
                </a:lnTo>
                <a:lnTo>
                  <a:pt x="692340" y="1696199"/>
                </a:lnTo>
                <a:lnTo>
                  <a:pt x="692340" y="1645399"/>
                </a:lnTo>
                <a:close/>
              </a:path>
              <a:path w="692785" h="2141220">
                <a:moveTo>
                  <a:pt x="692340" y="1734299"/>
                </a:moveTo>
                <a:lnTo>
                  <a:pt x="679640" y="1734299"/>
                </a:lnTo>
                <a:lnTo>
                  <a:pt x="679640" y="1785099"/>
                </a:lnTo>
                <a:lnTo>
                  <a:pt x="692340" y="1785099"/>
                </a:lnTo>
                <a:lnTo>
                  <a:pt x="692340" y="1734299"/>
                </a:lnTo>
                <a:close/>
              </a:path>
              <a:path w="692785" h="2141220">
                <a:moveTo>
                  <a:pt x="692340" y="1823199"/>
                </a:moveTo>
                <a:lnTo>
                  <a:pt x="679640" y="1823199"/>
                </a:lnTo>
                <a:lnTo>
                  <a:pt x="679640" y="1873999"/>
                </a:lnTo>
                <a:lnTo>
                  <a:pt x="692340" y="1873999"/>
                </a:lnTo>
                <a:lnTo>
                  <a:pt x="692340" y="1823199"/>
                </a:lnTo>
                <a:close/>
              </a:path>
              <a:path w="692785" h="2141220">
                <a:moveTo>
                  <a:pt x="692340" y="1912099"/>
                </a:moveTo>
                <a:lnTo>
                  <a:pt x="679640" y="1912099"/>
                </a:lnTo>
                <a:lnTo>
                  <a:pt x="679640" y="1962899"/>
                </a:lnTo>
                <a:lnTo>
                  <a:pt x="692340" y="1962899"/>
                </a:lnTo>
                <a:lnTo>
                  <a:pt x="692340" y="1912099"/>
                </a:lnTo>
                <a:close/>
              </a:path>
              <a:path w="692785" h="2141220">
                <a:moveTo>
                  <a:pt x="692340" y="2000999"/>
                </a:moveTo>
                <a:lnTo>
                  <a:pt x="679640" y="2000999"/>
                </a:lnTo>
                <a:lnTo>
                  <a:pt x="679640" y="2051799"/>
                </a:lnTo>
                <a:lnTo>
                  <a:pt x="692340" y="2051799"/>
                </a:lnTo>
                <a:lnTo>
                  <a:pt x="692340" y="2000999"/>
                </a:lnTo>
                <a:close/>
              </a:path>
              <a:path w="692785" h="2141220">
                <a:moveTo>
                  <a:pt x="692340" y="2089899"/>
                </a:moveTo>
                <a:lnTo>
                  <a:pt x="679640" y="2089899"/>
                </a:lnTo>
                <a:lnTo>
                  <a:pt x="679640" y="2140699"/>
                </a:lnTo>
                <a:lnTo>
                  <a:pt x="692340" y="2140699"/>
                </a:lnTo>
                <a:lnTo>
                  <a:pt x="692340" y="20898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108450" y="2189848"/>
            <a:ext cx="634365" cy="103505"/>
          </a:xfrm>
          <a:custGeom>
            <a:avLst/>
            <a:gdLst/>
            <a:ahLst/>
            <a:cxnLst/>
            <a:rect l="l" t="t" r="r" b="b"/>
            <a:pathLst>
              <a:path w="634364" h="103505">
                <a:moveTo>
                  <a:pt x="545680" y="0"/>
                </a:moveTo>
                <a:lnTo>
                  <a:pt x="541794" y="1028"/>
                </a:lnTo>
                <a:lnTo>
                  <a:pt x="538264" y="7086"/>
                </a:lnTo>
                <a:lnTo>
                  <a:pt x="539292" y="10972"/>
                </a:lnTo>
                <a:lnTo>
                  <a:pt x="609117" y="51701"/>
                </a:lnTo>
                <a:lnTo>
                  <a:pt x="539292" y="92430"/>
                </a:lnTo>
                <a:lnTo>
                  <a:pt x="538264" y="96316"/>
                </a:lnTo>
                <a:lnTo>
                  <a:pt x="541794" y="102374"/>
                </a:lnTo>
                <a:lnTo>
                  <a:pt x="545680" y="103403"/>
                </a:lnTo>
                <a:lnTo>
                  <a:pt x="634314" y="51701"/>
                </a:lnTo>
                <a:lnTo>
                  <a:pt x="545680" y="0"/>
                </a:lnTo>
                <a:close/>
              </a:path>
              <a:path w="634364" h="103505">
                <a:moveTo>
                  <a:pt x="571500" y="45351"/>
                </a:moveTo>
                <a:lnTo>
                  <a:pt x="520700" y="45351"/>
                </a:lnTo>
                <a:lnTo>
                  <a:pt x="520700" y="58051"/>
                </a:lnTo>
                <a:lnTo>
                  <a:pt x="571500" y="58051"/>
                </a:lnTo>
                <a:lnTo>
                  <a:pt x="571500" y="45351"/>
                </a:lnTo>
                <a:close/>
              </a:path>
              <a:path w="634364" h="103505">
                <a:moveTo>
                  <a:pt x="482600" y="45351"/>
                </a:moveTo>
                <a:lnTo>
                  <a:pt x="431800" y="45351"/>
                </a:lnTo>
                <a:lnTo>
                  <a:pt x="431800" y="58051"/>
                </a:lnTo>
                <a:lnTo>
                  <a:pt x="482600" y="58051"/>
                </a:lnTo>
                <a:lnTo>
                  <a:pt x="482600" y="45351"/>
                </a:lnTo>
                <a:close/>
              </a:path>
              <a:path w="634364" h="103505">
                <a:moveTo>
                  <a:pt x="393700" y="45351"/>
                </a:moveTo>
                <a:lnTo>
                  <a:pt x="342900" y="45351"/>
                </a:lnTo>
                <a:lnTo>
                  <a:pt x="342900" y="58051"/>
                </a:lnTo>
                <a:lnTo>
                  <a:pt x="393700" y="58051"/>
                </a:lnTo>
                <a:lnTo>
                  <a:pt x="393700" y="45351"/>
                </a:lnTo>
                <a:close/>
              </a:path>
              <a:path w="634364" h="103505">
                <a:moveTo>
                  <a:pt x="323494" y="32651"/>
                </a:moveTo>
                <a:lnTo>
                  <a:pt x="266700" y="32651"/>
                </a:lnTo>
                <a:lnTo>
                  <a:pt x="266700" y="45351"/>
                </a:lnTo>
                <a:lnTo>
                  <a:pt x="317144" y="45351"/>
                </a:lnTo>
                <a:lnTo>
                  <a:pt x="311150" y="39357"/>
                </a:lnTo>
                <a:lnTo>
                  <a:pt x="323494" y="39357"/>
                </a:lnTo>
                <a:lnTo>
                  <a:pt x="323494" y="32651"/>
                </a:lnTo>
                <a:close/>
              </a:path>
              <a:path w="634364" h="103505">
                <a:moveTo>
                  <a:pt x="228600" y="32651"/>
                </a:moveTo>
                <a:lnTo>
                  <a:pt x="177800" y="32651"/>
                </a:lnTo>
                <a:lnTo>
                  <a:pt x="177800" y="45351"/>
                </a:lnTo>
                <a:lnTo>
                  <a:pt x="228600" y="45351"/>
                </a:lnTo>
                <a:lnTo>
                  <a:pt x="228600" y="32651"/>
                </a:lnTo>
                <a:close/>
              </a:path>
              <a:path w="634364" h="103505">
                <a:moveTo>
                  <a:pt x="139700" y="32651"/>
                </a:moveTo>
                <a:lnTo>
                  <a:pt x="88900" y="32651"/>
                </a:lnTo>
                <a:lnTo>
                  <a:pt x="88900" y="45351"/>
                </a:lnTo>
                <a:lnTo>
                  <a:pt x="139700" y="45351"/>
                </a:lnTo>
                <a:lnTo>
                  <a:pt x="139700" y="32651"/>
                </a:lnTo>
                <a:close/>
              </a:path>
              <a:path w="634364" h="103505">
                <a:moveTo>
                  <a:pt x="50800" y="32651"/>
                </a:moveTo>
                <a:lnTo>
                  <a:pt x="0" y="32651"/>
                </a:lnTo>
                <a:lnTo>
                  <a:pt x="0" y="45351"/>
                </a:lnTo>
                <a:lnTo>
                  <a:pt x="50800" y="45351"/>
                </a:lnTo>
                <a:lnTo>
                  <a:pt x="50800" y="326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739248" y="2660624"/>
            <a:ext cx="671830" cy="2049780"/>
          </a:xfrm>
          <a:custGeom>
            <a:avLst/>
            <a:gdLst/>
            <a:ahLst/>
            <a:cxnLst/>
            <a:rect l="l" t="t" r="r" b="b"/>
            <a:pathLst>
              <a:path w="671829" h="2049779">
                <a:moveTo>
                  <a:pt x="51701" y="0"/>
                </a:moveTo>
                <a:lnTo>
                  <a:pt x="0" y="88633"/>
                </a:lnTo>
                <a:lnTo>
                  <a:pt x="1028" y="92519"/>
                </a:lnTo>
                <a:lnTo>
                  <a:pt x="7086" y="96050"/>
                </a:lnTo>
                <a:lnTo>
                  <a:pt x="10972" y="95034"/>
                </a:lnTo>
                <a:lnTo>
                  <a:pt x="45351" y="36093"/>
                </a:lnTo>
                <a:lnTo>
                  <a:pt x="72757" y="36093"/>
                </a:lnTo>
                <a:lnTo>
                  <a:pt x="71661" y="34213"/>
                </a:lnTo>
                <a:lnTo>
                  <a:pt x="46443" y="34213"/>
                </a:lnTo>
                <a:lnTo>
                  <a:pt x="51701" y="25196"/>
                </a:lnTo>
                <a:lnTo>
                  <a:pt x="66401" y="25196"/>
                </a:lnTo>
                <a:lnTo>
                  <a:pt x="51701" y="0"/>
                </a:lnTo>
                <a:close/>
              </a:path>
              <a:path w="671829" h="2049779">
                <a:moveTo>
                  <a:pt x="72757" y="36093"/>
                </a:moveTo>
                <a:lnTo>
                  <a:pt x="58051" y="36093"/>
                </a:lnTo>
                <a:lnTo>
                  <a:pt x="92430" y="95034"/>
                </a:lnTo>
                <a:lnTo>
                  <a:pt x="96316" y="96050"/>
                </a:lnTo>
                <a:lnTo>
                  <a:pt x="102374" y="92519"/>
                </a:lnTo>
                <a:lnTo>
                  <a:pt x="103403" y="88633"/>
                </a:lnTo>
                <a:lnTo>
                  <a:pt x="72757" y="36093"/>
                </a:lnTo>
                <a:close/>
              </a:path>
              <a:path w="671829" h="2049779">
                <a:moveTo>
                  <a:pt x="58051" y="36093"/>
                </a:moveTo>
                <a:lnTo>
                  <a:pt x="45351" y="36093"/>
                </a:lnTo>
                <a:lnTo>
                  <a:pt x="45351" y="85013"/>
                </a:lnTo>
                <a:lnTo>
                  <a:pt x="58051" y="85013"/>
                </a:lnTo>
                <a:lnTo>
                  <a:pt x="58051" y="36093"/>
                </a:lnTo>
                <a:close/>
              </a:path>
              <a:path w="671829" h="2049779">
                <a:moveTo>
                  <a:pt x="66401" y="25196"/>
                </a:moveTo>
                <a:lnTo>
                  <a:pt x="51701" y="25196"/>
                </a:lnTo>
                <a:lnTo>
                  <a:pt x="56959" y="34213"/>
                </a:lnTo>
                <a:lnTo>
                  <a:pt x="71661" y="34213"/>
                </a:lnTo>
                <a:lnTo>
                  <a:pt x="66401" y="25196"/>
                </a:lnTo>
                <a:close/>
              </a:path>
              <a:path w="671829" h="2049779">
                <a:moveTo>
                  <a:pt x="58051" y="123113"/>
                </a:moveTo>
                <a:lnTo>
                  <a:pt x="45351" y="123113"/>
                </a:lnTo>
                <a:lnTo>
                  <a:pt x="45351" y="173913"/>
                </a:lnTo>
                <a:lnTo>
                  <a:pt x="58051" y="173913"/>
                </a:lnTo>
                <a:lnTo>
                  <a:pt x="58051" y="123113"/>
                </a:lnTo>
                <a:close/>
              </a:path>
              <a:path w="671829" h="2049779">
                <a:moveTo>
                  <a:pt x="58051" y="212013"/>
                </a:moveTo>
                <a:lnTo>
                  <a:pt x="45351" y="212013"/>
                </a:lnTo>
                <a:lnTo>
                  <a:pt x="45351" y="262813"/>
                </a:lnTo>
                <a:lnTo>
                  <a:pt x="58051" y="262813"/>
                </a:lnTo>
                <a:lnTo>
                  <a:pt x="58051" y="212013"/>
                </a:lnTo>
                <a:close/>
              </a:path>
              <a:path w="671829" h="2049779">
                <a:moveTo>
                  <a:pt x="58051" y="300913"/>
                </a:moveTo>
                <a:lnTo>
                  <a:pt x="45351" y="300913"/>
                </a:lnTo>
                <a:lnTo>
                  <a:pt x="45351" y="351713"/>
                </a:lnTo>
                <a:lnTo>
                  <a:pt x="58051" y="351713"/>
                </a:lnTo>
                <a:lnTo>
                  <a:pt x="58051" y="300913"/>
                </a:lnTo>
                <a:close/>
              </a:path>
              <a:path w="671829" h="2049779">
                <a:moveTo>
                  <a:pt x="58051" y="389813"/>
                </a:moveTo>
                <a:lnTo>
                  <a:pt x="45351" y="389813"/>
                </a:lnTo>
                <a:lnTo>
                  <a:pt x="45351" y="440613"/>
                </a:lnTo>
                <a:lnTo>
                  <a:pt x="58051" y="440613"/>
                </a:lnTo>
                <a:lnTo>
                  <a:pt x="58051" y="389813"/>
                </a:lnTo>
                <a:close/>
              </a:path>
              <a:path w="671829" h="2049779">
                <a:moveTo>
                  <a:pt x="58051" y="478713"/>
                </a:moveTo>
                <a:lnTo>
                  <a:pt x="45351" y="478713"/>
                </a:lnTo>
                <a:lnTo>
                  <a:pt x="45351" y="529513"/>
                </a:lnTo>
                <a:lnTo>
                  <a:pt x="58051" y="529513"/>
                </a:lnTo>
                <a:lnTo>
                  <a:pt x="58051" y="478713"/>
                </a:lnTo>
                <a:close/>
              </a:path>
              <a:path w="671829" h="2049779">
                <a:moveTo>
                  <a:pt x="58051" y="567613"/>
                </a:moveTo>
                <a:lnTo>
                  <a:pt x="45351" y="567613"/>
                </a:lnTo>
                <a:lnTo>
                  <a:pt x="45351" y="618413"/>
                </a:lnTo>
                <a:lnTo>
                  <a:pt x="58051" y="618413"/>
                </a:lnTo>
                <a:lnTo>
                  <a:pt x="58051" y="567613"/>
                </a:lnTo>
                <a:close/>
              </a:path>
              <a:path w="671829" h="2049779">
                <a:moveTo>
                  <a:pt x="58051" y="656513"/>
                </a:moveTo>
                <a:lnTo>
                  <a:pt x="45351" y="656513"/>
                </a:lnTo>
                <a:lnTo>
                  <a:pt x="45351" y="707313"/>
                </a:lnTo>
                <a:lnTo>
                  <a:pt x="58051" y="707313"/>
                </a:lnTo>
                <a:lnTo>
                  <a:pt x="58051" y="656513"/>
                </a:lnTo>
                <a:close/>
              </a:path>
              <a:path w="671829" h="2049779">
                <a:moveTo>
                  <a:pt x="58051" y="745413"/>
                </a:moveTo>
                <a:lnTo>
                  <a:pt x="45351" y="745413"/>
                </a:lnTo>
                <a:lnTo>
                  <a:pt x="45351" y="796213"/>
                </a:lnTo>
                <a:lnTo>
                  <a:pt x="58051" y="796213"/>
                </a:lnTo>
                <a:lnTo>
                  <a:pt x="58051" y="745413"/>
                </a:lnTo>
                <a:close/>
              </a:path>
              <a:path w="671829" h="2049779">
                <a:moveTo>
                  <a:pt x="58051" y="834313"/>
                </a:moveTo>
                <a:lnTo>
                  <a:pt x="45351" y="834313"/>
                </a:lnTo>
                <a:lnTo>
                  <a:pt x="45351" y="885113"/>
                </a:lnTo>
                <a:lnTo>
                  <a:pt x="58051" y="885113"/>
                </a:lnTo>
                <a:lnTo>
                  <a:pt x="58051" y="834313"/>
                </a:lnTo>
                <a:close/>
              </a:path>
              <a:path w="671829" h="2049779">
                <a:moveTo>
                  <a:pt x="136639" y="882726"/>
                </a:moveTo>
                <a:lnTo>
                  <a:pt x="85839" y="882726"/>
                </a:lnTo>
                <a:lnTo>
                  <a:pt x="85839" y="895426"/>
                </a:lnTo>
                <a:lnTo>
                  <a:pt x="136639" y="895426"/>
                </a:lnTo>
                <a:lnTo>
                  <a:pt x="136639" y="882726"/>
                </a:lnTo>
                <a:close/>
              </a:path>
              <a:path w="671829" h="2049779">
                <a:moveTo>
                  <a:pt x="225539" y="882726"/>
                </a:moveTo>
                <a:lnTo>
                  <a:pt x="174739" y="882726"/>
                </a:lnTo>
                <a:lnTo>
                  <a:pt x="174739" y="895426"/>
                </a:lnTo>
                <a:lnTo>
                  <a:pt x="225539" y="895426"/>
                </a:lnTo>
                <a:lnTo>
                  <a:pt x="225539" y="882726"/>
                </a:lnTo>
                <a:close/>
              </a:path>
              <a:path w="671829" h="2049779">
                <a:moveTo>
                  <a:pt x="314439" y="882726"/>
                </a:moveTo>
                <a:lnTo>
                  <a:pt x="263639" y="882726"/>
                </a:lnTo>
                <a:lnTo>
                  <a:pt x="263639" y="895426"/>
                </a:lnTo>
                <a:lnTo>
                  <a:pt x="314439" y="895426"/>
                </a:lnTo>
                <a:lnTo>
                  <a:pt x="314439" y="882726"/>
                </a:lnTo>
                <a:close/>
              </a:path>
              <a:path w="671829" h="2049779">
                <a:moveTo>
                  <a:pt x="403339" y="882726"/>
                </a:moveTo>
                <a:lnTo>
                  <a:pt x="352539" y="882726"/>
                </a:lnTo>
                <a:lnTo>
                  <a:pt x="352539" y="895426"/>
                </a:lnTo>
                <a:lnTo>
                  <a:pt x="403339" y="895426"/>
                </a:lnTo>
                <a:lnTo>
                  <a:pt x="403339" y="882726"/>
                </a:lnTo>
                <a:close/>
              </a:path>
              <a:path w="671829" h="2049779">
                <a:moveTo>
                  <a:pt x="492239" y="882726"/>
                </a:moveTo>
                <a:lnTo>
                  <a:pt x="441439" y="882726"/>
                </a:lnTo>
                <a:lnTo>
                  <a:pt x="441439" y="895426"/>
                </a:lnTo>
                <a:lnTo>
                  <a:pt x="492239" y="895426"/>
                </a:lnTo>
                <a:lnTo>
                  <a:pt x="492239" y="882726"/>
                </a:lnTo>
                <a:close/>
              </a:path>
              <a:path w="671829" h="2049779">
                <a:moveTo>
                  <a:pt x="581139" y="882726"/>
                </a:moveTo>
                <a:lnTo>
                  <a:pt x="530339" y="882726"/>
                </a:lnTo>
                <a:lnTo>
                  <a:pt x="530339" y="895426"/>
                </a:lnTo>
                <a:lnTo>
                  <a:pt x="581139" y="895426"/>
                </a:lnTo>
                <a:lnTo>
                  <a:pt x="581139" y="882726"/>
                </a:lnTo>
                <a:close/>
              </a:path>
              <a:path w="671829" h="2049779">
                <a:moveTo>
                  <a:pt x="671779" y="882726"/>
                </a:moveTo>
                <a:lnTo>
                  <a:pt x="619239" y="882726"/>
                </a:lnTo>
                <a:lnTo>
                  <a:pt x="619239" y="895426"/>
                </a:lnTo>
                <a:lnTo>
                  <a:pt x="665429" y="895426"/>
                </a:lnTo>
                <a:lnTo>
                  <a:pt x="663689" y="893686"/>
                </a:lnTo>
                <a:lnTo>
                  <a:pt x="671779" y="893686"/>
                </a:lnTo>
                <a:lnTo>
                  <a:pt x="671779" y="882726"/>
                </a:lnTo>
                <a:close/>
              </a:path>
              <a:path w="671829" h="2049779">
                <a:moveTo>
                  <a:pt x="671779" y="931786"/>
                </a:moveTo>
                <a:lnTo>
                  <a:pt x="659079" y="931786"/>
                </a:lnTo>
                <a:lnTo>
                  <a:pt x="659079" y="982586"/>
                </a:lnTo>
                <a:lnTo>
                  <a:pt x="671779" y="982586"/>
                </a:lnTo>
                <a:lnTo>
                  <a:pt x="671779" y="931786"/>
                </a:lnTo>
                <a:close/>
              </a:path>
              <a:path w="671829" h="2049779">
                <a:moveTo>
                  <a:pt x="671779" y="1020686"/>
                </a:moveTo>
                <a:lnTo>
                  <a:pt x="659079" y="1020686"/>
                </a:lnTo>
                <a:lnTo>
                  <a:pt x="659079" y="1071486"/>
                </a:lnTo>
                <a:lnTo>
                  <a:pt x="671779" y="1071486"/>
                </a:lnTo>
                <a:lnTo>
                  <a:pt x="671779" y="1020686"/>
                </a:lnTo>
                <a:close/>
              </a:path>
              <a:path w="671829" h="2049779">
                <a:moveTo>
                  <a:pt x="671779" y="1109586"/>
                </a:moveTo>
                <a:lnTo>
                  <a:pt x="659079" y="1109586"/>
                </a:lnTo>
                <a:lnTo>
                  <a:pt x="659079" y="1160386"/>
                </a:lnTo>
                <a:lnTo>
                  <a:pt x="671779" y="1160386"/>
                </a:lnTo>
                <a:lnTo>
                  <a:pt x="671779" y="1109586"/>
                </a:lnTo>
                <a:close/>
              </a:path>
              <a:path w="671829" h="2049779">
                <a:moveTo>
                  <a:pt x="671779" y="1198486"/>
                </a:moveTo>
                <a:lnTo>
                  <a:pt x="659079" y="1198486"/>
                </a:lnTo>
                <a:lnTo>
                  <a:pt x="659079" y="1249286"/>
                </a:lnTo>
                <a:lnTo>
                  <a:pt x="671779" y="1249286"/>
                </a:lnTo>
                <a:lnTo>
                  <a:pt x="671779" y="1198486"/>
                </a:lnTo>
                <a:close/>
              </a:path>
              <a:path w="671829" h="2049779">
                <a:moveTo>
                  <a:pt x="671779" y="1287386"/>
                </a:moveTo>
                <a:lnTo>
                  <a:pt x="659079" y="1287386"/>
                </a:lnTo>
                <a:lnTo>
                  <a:pt x="659079" y="1338186"/>
                </a:lnTo>
                <a:lnTo>
                  <a:pt x="671779" y="1338186"/>
                </a:lnTo>
                <a:lnTo>
                  <a:pt x="671779" y="1287386"/>
                </a:lnTo>
                <a:close/>
              </a:path>
              <a:path w="671829" h="2049779">
                <a:moveTo>
                  <a:pt x="671779" y="1376286"/>
                </a:moveTo>
                <a:lnTo>
                  <a:pt x="659079" y="1376286"/>
                </a:lnTo>
                <a:lnTo>
                  <a:pt x="659079" y="1427086"/>
                </a:lnTo>
                <a:lnTo>
                  <a:pt x="671779" y="1427086"/>
                </a:lnTo>
                <a:lnTo>
                  <a:pt x="671779" y="1376286"/>
                </a:lnTo>
                <a:close/>
              </a:path>
              <a:path w="671829" h="2049779">
                <a:moveTo>
                  <a:pt x="671779" y="1465186"/>
                </a:moveTo>
                <a:lnTo>
                  <a:pt x="659079" y="1465186"/>
                </a:lnTo>
                <a:lnTo>
                  <a:pt x="659079" y="1515986"/>
                </a:lnTo>
                <a:lnTo>
                  <a:pt x="671779" y="1515986"/>
                </a:lnTo>
                <a:lnTo>
                  <a:pt x="671779" y="1465186"/>
                </a:lnTo>
                <a:close/>
              </a:path>
              <a:path w="671829" h="2049779">
                <a:moveTo>
                  <a:pt x="671779" y="1554086"/>
                </a:moveTo>
                <a:lnTo>
                  <a:pt x="659079" y="1554086"/>
                </a:lnTo>
                <a:lnTo>
                  <a:pt x="659079" y="1604886"/>
                </a:lnTo>
                <a:lnTo>
                  <a:pt x="671779" y="1604886"/>
                </a:lnTo>
                <a:lnTo>
                  <a:pt x="671779" y="1554086"/>
                </a:lnTo>
                <a:close/>
              </a:path>
              <a:path w="671829" h="2049779">
                <a:moveTo>
                  <a:pt x="671779" y="1642986"/>
                </a:moveTo>
                <a:lnTo>
                  <a:pt x="659079" y="1642986"/>
                </a:lnTo>
                <a:lnTo>
                  <a:pt x="659079" y="1693786"/>
                </a:lnTo>
                <a:lnTo>
                  <a:pt x="671779" y="1693786"/>
                </a:lnTo>
                <a:lnTo>
                  <a:pt x="671779" y="1642986"/>
                </a:lnTo>
                <a:close/>
              </a:path>
              <a:path w="671829" h="2049779">
                <a:moveTo>
                  <a:pt x="671779" y="1731886"/>
                </a:moveTo>
                <a:lnTo>
                  <a:pt x="659079" y="1731886"/>
                </a:lnTo>
                <a:lnTo>
                  <a:pt x="659079" y="1782686"/>
                </a:lnTo>
                <a:lnTo>
                  <a:pt x="671779" y="1782686"/>
                </a:lnTo>
                <a:lnTo>
                  <a:pt x="671779" y="1731886"/>
                </a:lnTo>
                <a:close/>
              </a:path>
              <a:path w="671829" h="2049779">
                <a:moveTo>
                  <a:pt x="671779" y="1820786"/>
                </a:moveTo>
                <a:lnTo>
                  <a:pt x="659079" y="1820786"/>
                </a:lnTo>
                <a:lnTo>
                  <a:pt x="659079" y="1871586"/>
                </a:lnTo>
                <a:lnTo>
                  <a:pt x="671779" y="1871586"/>
                </a:lnTo>
                <a:lnTo>
                  <a:pt x="671779" y="1820786"/>
                </a:lnTo>
                <a:close/>
              </a:path>
              <a:path w="671829" h="2049779">
                <a:moveTo>
                  <a:pt x="671779" y="1909686"/>
                </a:moveTo>
                <a:lnTo>
                  <a:pt x="659079" y="1909686"/>
                </a:lnTo>
                <a:lnTo>
                  <a:pt x="659079" y="1960486"/>
                </a:lnTo>
                <a:lnTo>
                  <a:pt x="671779" y="1960486"/>
                </a:lnTo>
                <a:lnTo>
                  <a:pt x="671779" y="1909686"/>
                </a:lnTo>
                <a:close/>
              </a:path>
              <a:path w="671829" h="2049779">
                <a:moveTo>
                  <a:pt x="671779" y="1998586"/>
                </a:moveTo>
                <a:lnTo>
                  <a:pt x="659079" y="1998586"/>
                </a:lnTo>
                <a:lnTo>
                  <a:pt x="659079" y="2049386"/>
                </a:lnTo>
                <a:lnTo>
                  <a:pt x="671779" y="2049386"/>
                </a:lnTo>
                <a:lnTo>
                  <a:pt x="671779" y="19985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22608" y="5514064"/>
            <a:ext cx="56896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npu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: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504113" y="4691697"/>
            <a:ext cx="98996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Reset</a:t>
            </a:r>
            <a:r>
              <a:rPr kumimoji="0" sz="18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gate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9451" y="3922763"/>
            <a:ext cx="116776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Update</a:t>
            </a:r>
            <a:r>
              <a:rPr kumimoji="0" sz="18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gate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79451" y="2745790"/>
            <a:ext cx="147955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Memory</a:t>
            </a:r>
            <a:r>
              <a:rPr kumimoji="0" sz="1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(reset)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61300" y="1615821"/>
            <a:ext cx="128524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Final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memory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0" y="6581001"/>
            <a:ext cx="1117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Richard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Socher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78756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pc="-40" dirty="0">
                <a:solidFill>
                  <a:schemeClr val="tx1"/>
                </a:solidFill>
              </a:rPr>
              <a:t>Gated Recurrent Units (G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pc="10" dirty="0">
                <a:solidFill>
                  <a:schemeClr val="tx1"/>
                </a:solidFill>
              </a:rPr>
              <a:t>U</a:t>
            </a:r>
            <a:r>
              <a:rPr lang="en-US" dirty="0">
                <a:solidFill>
                  <a:schemeClr val="tx1"/>
                </a:solidFill>
              </a:rPr>
              <a:t>s)</a:t>
            </a:r>
            <a:endParaRPr spc="-1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007262"/>
            <a:ext cx="8275320" cy="475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If </a:t>
            </a:r>
            <a:r>
              <a:rPr kumimoji="0" lang="en-US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reset </a:t>
            </a:r>
            <a:r>
              <a:rPr kumimoji="0" lang="en-US" sz="2800" b="1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r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close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to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0,</a:t>
            </a: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ignore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			        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previous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hidden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state</a:t>
            </a:r>
            <a:r>
              <a:rPr kumimoji="0" lang="en-US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: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Allows </a:t>
            </a:r>
            <a:r>
              <a:rPr kumimoji="0" lang="en-US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			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model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to 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drop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information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that </a:t>
            </a:r>
            <a:r>
              <a:rPr kumimoji="0" lang="en-US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			         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irrelevant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the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future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469900" marR="5080" lvl="0" indent="-457200" algn="l" defTabSz="914400" rtl="0" eaLnBrk="1" fontAlgn="auto" latinLnBrk="0" hangingPunct="1">
              <a:lnSpc>
                <a:spcPct val="101200"/>
              </a:lnSpc>
              <a:spcBef>
                <a:spcPts val="170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If update </a:t>
            </a:r>
            <a:r>
              <a:rPr kumimoji="0" lang="en-US" sz="28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z</a:t>
            </a:r>
            <a:r>
              <a:rPr kumimoji="0" lang="en-US" sz="2800" b="0" i="0" u="none" strike="noStrike" kern="1200" cap="none" spc="-1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is close to 1, can copy information through many time steps, i.e. </a:t>
            </a: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copy-paste state: </a:t>
            </a:r>
            <a:r>
              <a:rPr kumimoji="0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Less </a:t>
            </a:r>
            <a:r>
              <a:rPr kumimoji="0" sz="280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vanishing</a:t>
            </a:r>
            <a:r>
              <a:rPr kumimoji="0" sz="280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gradient!</a:t>
            </a:r>
            <a:endParaRPr kumimoji="0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469900" marR="120650" lvl="0" indent="-457200" algn="l" defTabSz="914400" rtl="0" eaLnBrk="1" fontAlgn="auto" latinLnBrk="0" hangingPunct="1">
              <a:lnSpc>
                <a:spcPct val="101200"/>
              </a:lnSpc>
              <a:spcBef>
                <a:spcPts val="170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Units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with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short-term dependencies often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have</a:t>
            </a:r>
            <a:r>
              <a:rPr kumimoji="0" sz="28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reset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gates </a:t>
            </a:r>
            <a:r>
              <a:rPr kumimoji="0" lang="en-US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(r) 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very</a:t>
            </a: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active</a:t>
            </a:r>
            <a:r>
              <a:rPr kumimoji="0" lang="en-US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; ones with</a:t>
            </a:r>
            <a:r>
              <a:rPr kumimoji="0" lang="en-US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long-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term </a:t>
            </a:r>
            <a:r>
              <a:rPr kumimoji="0" lang="en-US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dependencies have</a:t>
            </a:r>
            <a:r>
              <a:rPr kumimoji="0" lang="en-US" sz="28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lang="en-US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active 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update </a:t>
            </a:r>
            <a:r>
              <a:rPr kumimoji="0" lang="en-US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gates (z)</a:t>
            </a:r>
            <a:r>
              <a:rPr kumimoji="0" lang="en-US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65800" y="990600"/>
            <a:ext cx="3073400" cy="48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91200" y="1473200"/>
            <a:ext cx="3048000" cy="48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78500" y="2044700"/>
            <a:ext cx="3251200" cy="330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91200" y="2565400"/>
            <a:ext cx="3124200" cy="330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81001"/>
            <a:ext cx="20195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Richard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Socher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45206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10" dirty="0">
                <a:solidFill>
                  <a:schemeClr val="tx1"/>
                </a:solidFill>
              </a:rPr>
              <a:t>Long-short-term-memories</a:t>
            </a:r>
            <a:r>
              <a:rPr spc="90" dirty="0">
                <a:solidFill>
                  <a:schemeClr val="tx1"/>
                </a:solidFill>
              </a:rPr>
              <a:t> </a:t>
            </a:r>
            <a:r>
              <a:rPr spc="5" dirty="0">
                <a:solidFill>
                  <a:schemeClr val="tx1"/>
                </a:solidFill>
              </a:rPr>
              <a:t>(LSTMs)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790934"/>
            <a:ext cx="8542096" cy="5206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Proposed by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Hochreiter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and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Schmidhuber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in 1997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Tx/>
              <a:buNone/>
              <a:tabLst>
                <a:tab pos="469265" algn="l"/>
                <a:tab pos="469900" algn="l"/>
              </a:tabLst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We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can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make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units 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even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more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complex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84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Allow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each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time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step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to</a:t>
            </a:r>
            <a:r>
              <a:rPr kumimoji="0" sz="2800" b="0" i="0" u="none" strike="noStrike" kern="1200" cap="none" spc="3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modify</a:t>
            </a:r>
          </a:p>
          <a:p>
            <a:pPr marL="9271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rgbClr val="3A87FF"/>
              </a:buClr>
              <a:buSzTx/>
              <a:buFont typeface="Arial"/>
              <a:buChar char="•"/>
              <a:tabLst>
                <a:tab pos="926465" algn="l"/>
                <a:tab pos="927100" algn="l"/>
              </a:tabLst>
              <a:defRPr/>
            </a:pPr>
            <a:r>
              <a:rPr kumimoji="0" sz="24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Input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gate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(current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cell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matters)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9271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1420"/>
              </a:spcBef>
              <a:spcAft>
                <a:spcPts val="0"/>
              </a:spcAft>
              <a:buClr>
                <a:srgbClr val="3A87FF"/>
              </a:buClr>
              <a:buSzTx/>
              <a:buFont typeface="Arial"/>
              <a:buChar char="•"/>
              <a:tabLst>
                <a:tab pos="926465" algn="l"/>
                <a:tab pos="927100" algn="l"/>
              </a:tabLst>
              <a:defRPr/>
            </a:pP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Forget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(gate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0,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forget</a:t>
            </a:r>
            <a:r>
              <a:rPr kumimoji="0" sz="2400" b="0" i="0" u="none" strike="noStrike" kern="1200" cap="none" spc="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past)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9271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rgbClr val="3A87FF"/>
              </a:buClr>
              <a:buSzTx/>
              <a:buFont typeface="Arial"/>
              <a:buChar char="•"/>
              <a:tabLst>
                <a:tab pos="926465" algn="l"/>
                <a:tab pos="927100" algn="l"/>
              </a:tabLst>
              <a:defRPr/>
            </a:pP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Output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(how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much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cell</a:t>
            </a:r>
            <a:r>
              <a:rPr kumimoji="0" lang="en-US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is</a:t>
            </a:r>
            <a:r>
              <a:rPr kumimoji="0" lang="en-US" sz="24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exposed)</a:t>
            </a:r>
          </a:p>
          <a:p>
            <a:pPr marL="9271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rgbClr val="3A87FF"/>
              </a:buClr>
              <a:buSzTx/>
              <a:buFont typeface="Arial"/>
              <a:buChar char="•"/>
              <a:tabLst>
                <a:tab pos="926465" algn="l"/>
                <a:tab pos="927100" algn="l"/>
              </a:tabLst>
              <a:defRPr/>
            </a:pP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New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memory</a:t>
            </a:r>
            <a:r>
              <a:rPr kumimoji="0" sz="24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cell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Final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memory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cell: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rgbClr val="CC0000"/>
              </a:buClr>
              <a:buSzTx/>
              <a:buFont typeface="Arial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Final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hidden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state: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27700" y="2885557"/>
            <a:ext cx="2997200" cy="48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76900" y="3431657"/>
            <a:ext cx="3098800" cy="48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02300" y="3990457"/>
            <a:ext cx="3073400" cy="48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27700" y="4523857"/>
            <a:ext cx="3403600" cy="482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27700" y="5285857"/>
            <a:ext cx="2362200" cy="254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27700" y="5984357"/>
            <a:ext cx="1905000" cy="279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581001"/>
            <a:ext cx="20195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Richard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Socher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25975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pc="-10" dirty="0">
                <a:solidFill>
                  <a:schemeClr val="tx1"/>
                </a:solidFill>
              </a:rPr>
              <a:t>Long-short-term-memories</a:t>
            </a:r>
            <a:r>
              <a:rPr lang="en-US" spc="90" dirty="0">
                <a:solidFill>
                  <a:schemeClr val="tx1"/>
                </a:solidFill>
              </a:rPr>
              <a:t> </a:t>
            </a:r>
            <a:r>
              <a:rPr lang="en-US" spc="5" dirty="0">
                <a:solidFill>
                  <a:schemeClr val="tx1"/>
                </a:solidFill>
              </a:rPr>
              <a:t>(LSTMs)</a:t>
            </a:r>
            <a:endParaRPr spc="5" dirty="0">
              <a:solidFill>
                <a:schemeClr val="tx1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9834" y="5255907"/>
            <a:ext cx="7291705" cy="1077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Intuition: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memory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cells 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can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keep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information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intact,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unless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inputs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makes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them 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forget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it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or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overwrite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it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with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new</a:t>
            </a:r>
            <a:r>
              <a:rPr kumimoji="0" sz="1800" b="0" i="0" u="none" strike="noStrike" kern="1200" cap="none" spc="3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input</a:t>
            </a:r>
            <a:endParaRPr kumimoji="0" lang="en-US" sz="18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Cell 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can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decide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to 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output 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this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information or just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store</a:t>
            </a:r>
            <a:r>
              <a:rPr kumimoji="0" sz="1800" b="0" i="0" u="none" strike="noStrike" kern="1200" cap="none" spc="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libri"/>
              </a:rPr>
              <a:t>it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libri"/>
            </a:endParaRPr>
          </a:p>
        </p:txBody>
      </p:sp>
      <p:pic>
        <p:nvPicPr>
          <p:cNvPr id="93" name="Picture 9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77" y="1337429"/>
            <a:ext cx="4242018" cy="3568883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0" y="6581001"/>
            <a:ext cx="2640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Richard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Socher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figure from wildml.com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EAFA7BE9-A804-451F-B461-4332EC7CCCFF}"/>
              </a:ext>
            </a:extLst>
          </p:cNvPr>
          <p:cNvSpPr/>
          <p:nvPr/>
        </p:nvSpPr>
        <p:spPr>
          <a:xfrm>
            <a:off x="5356859" y="1504562"/>
            <a:ext cx="2997200" cy="48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42B12AC-F369-4769-A11B-57F306FC42F8}"/>
              </a:ext>
            </a:extLst>
          </p:cNvPr>
          <p:cNvSpPr/>
          <p:nvPr/>
        </p:nvSpPr>
        <p:spPr>
          <a:xfrm>
            <a:off x="5306059" y="2050662"/>
            <a:ext cx="3098800" cy="48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0D5E864C-DE99-44EC-8654-BF083FF1701B}"/>
              </a:ext>
            </a:extLst>
          </p:cNvPr>
          <p:cNvSpPr/>
          <p:nvPr/>
        </p:nvSpPr>
        <p:spPr>
          <a:xfrm>
            <a:off x="5331459" y="2609462"/>
            <a:ext cx="3073400" cy="482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F17BFD4-32EF-404D-9CCD-312C4A04281F}"/>
              </a:ext>
            </a:extLst>
          </p:cNvPr>
          <p:cNvSpPr/>
          <p:nvPr/>
        </p:nvSpPr>
        <p:spPr>
          <a:xfrm>
            <a:off x="5356859" y="3142862"/>
            <a:ext cx="3403600" cy="482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8E22299C-8945-4429-8EA0-BD7A1D1C6E34}"/>
              </a:ext>
            </a:extLst>
          </p:cNvPr>
          <p:cNvSpPr/>
          <p:nvPr/>
        </p:nvSpPr>
        <p:spPr>
          <a:xfrm>
            <a:off x="5356859" y="3904862"/>
            <a:ext cx="2362200" cy="254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B152FB13-D1E1-438E-A2ED-8FD3CF0F73F8}"/>
              </a:ext>
            </a:extLst>
          </p:cNvPr>
          <p:cNvSpPr/>
          <p:nvPr/>
        </p:nvSpPr>
        <p:spPr>
          <a:xfrm>
            <a:off x="5356859" y="4603362"/>
            <a:ext cx="1905000" cy="279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02106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23827" y="3901870"/>
            <a:ext cx="4503501" cy="7657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676" y="282076"/>
            <a:ext cx="889664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>
                <a:latin typeface="Garamond" panose="02020404030301010803" pitchFamily="18" charset="0"/>
                <a:cs typeface="Carlito"/>
              </a:rPr>
              <a:t>Review on your own: </a:t>
            </a:r>
            <a:r>
              <a:rPr spc="-5" dirty="0">
                <a:latin typeface="Garamond" panose="02020404030301010803" pitchFamily="18" charset="0"/>
                <a:cs typeface="Carlito"/>
              </a:rPr>
              <a:t>Gated Recurrent Units</a:t>
            </a:r>
            <a:r>
              <a:rPr spc="-80" dirty="0">
                <a:latin typeface="Garamond" panose="02020404030301010803" pitchFamily="18" charset="0"/>
                <a:cs typeface="Carlito"/>
              </a:rPr>
              <a:t> </a:t>
            </a:r>
            <a:r>
              <a:rPr dirty="0">
                <a:latin typeface="Garamond" panose="02020404030301010803" pitchFamily="18" charset="0"/>
                <a:cs typeface="Carlito"/>
              </a:rPr>
              <a:t>(GRU)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048735"/>
            <a:ext cx="8101965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Proposed by Cho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et al. in 2014 as a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simpler alternative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the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LSTM.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  <a:tab pos="4361815" algn="l"/>
                <a:tab pos="6617970" algn="l"/>
              </a:tabLst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On each timestep </a:t>
            </a: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we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have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input	and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hidden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	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(no cell</a:t>
            </a:r>
            <a:r>
              <a:rPr kumimoji="0" sz="2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state).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8029" y="6444183"/>
            <a:ext cx="800544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"Learning Phrase Representations using RNN Encoder–Decoder for Statistical Machine Translation", </a:t>
            </a:r>
            <a:r>
              <a:rPr kumimoji="0" sz="1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Cho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et al. 2014,</a:t>
            </a:r>
            <a:r>
              <a:rPr kumimoji="0" sz="10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000" b="0" i="0" u="sng" strike="noStrike" kern="1200" cap="none" spc="-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Carlito"/>
                <a:hlinkClick r:id="rId3"/>
              </a:rPr>
              <a:t>https://arxiv.org/pdf/1406.1078v3.pdf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19610" y="2490165"/>
            <a:ext cx="3470394" cy="9002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174" y="1948433"/>
            <a:ext cx="3427729" cy="524503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805" marR="171450" lvl="0" indent="0" algn="l" defTabSz="9144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Update </a:t>
            </a: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gate:</a:t>
            </a:r>
            <a:r>
              <a:rPr kumimoji="0" sz="1600" b="1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controls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what parts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 hidden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 are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updated vs</a:t>
            </a:r>
            <a:r>
              <a:rPr kumimoji="0" sz="1600" b="0" i="0" u="none" strike="noStrike" kern="1200" cap="none" spc="2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preserved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71189" y="2231263"/>
            <a:ext cx="711835" cy="476250"/>
          </a:xfrm>
          <a:custGeom>
            <a:avLst/>
            <a:gdLst/>
            <a:ahLst/>
            <a:cxnLst/>
            <a:rect l="l" t="t" r="r" b="b"/>
            <a:pathLst>
              <a:path w="711835" h="476250">
                <a:moveTo>
                  <a:pt x="642801" y="441920"/>
                </a:moveTo>
                <a:lnTo>
                  <a:pt x="627252" y="465454"/>
                </a:lnTo>
                <a:lnTo>
                  <a:pt x="711835" y="475741"/>
                </a:lnTo>
                <a:lnTo>
                  <a:pt x="696410" y="448945"/>
                </a:lnTo>
                <a:lnTo>
                  <a:pt x="653414" y="448945"/>
                </a:lnTo>
                <a:lnTo>
                  <a:pt x="642801" y="441920"/>
                </a:lnTo>
                <a:close/>
              </a:path>
              <a:path w="711835" h="476250">
                <a:moveTo>
                  <a:pt x="653713" y="425404"/>
                </a:moveTo>
                <a:lnTo>
                  <a:pt x="642801" y="441920"/>
                </a:lnTo>
                <a:lnTo>
                  <a:pt x="653414" y="448945"/>
                </a:lnTo>
                <a:lnTo>
                  <a:pt x="664337" y="432435"/>
                </a:lnTo>
                <a:lnTo>
                  <a:pt x="653713" y="425404"/>
                </a:lnTo>
                <a:close/>
              </a:path>
              <a:path w="711835" h="476250">
                <a:moveTo>
                  <a:pt x="669289" y="401827"/>
                </a:moveTo>
                <a:lnTo>
                  <a:pt x="653713" y="425404"/>
                </a:lnTo>
                <a:lnTo>
                  <a:pt x="664337" y="432435"/>
                </a:lnTo>
                <a:lnTo>
                  <a:pt x="653414" y="448945"/>
                </a:lnTo>
                <a:lnTo>
                  <a:pt x="696410" y="448945"/>
                </a:lnTo>
                <a:lnTo>
                  <a:pt x="669289" y="401827"/>
                </a:lnTo>
                <a:close/>
              </a:path>
              <a:path w="711835" h="476250">
                <a:moveTo>
                  <a:pt x="10922" y="0"/>
                </a:moveTo>
                <a:lnTo>
                  <a:pt x="0" y="16510"/>
                </a:lnTo>
                <a:lnTo>
                  <a:pt x="642801" y="441920"/>
                </a:lnTo>
                <a:lnTo>
                  <a:pt x="653713" y="425404"/>
                </a:lnTo>
                <a:lnTo>
                  <a:pt x="10922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11611" y="1513767"/>
            <a:ext cx="356185" cy="2310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61814" y="1520799"/>
            <a:ext cx="338872" cy="2209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602" y="2718054"/>
            <a:ext cx="3427729" cy="771364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170" marR="548005" lvl="0" indent="0" algn="just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Reset </a:t>
            </a:r>
            <a:r>
              <a:rPr kumimoji="0" sz="1600" b="1" i="0" u="heavy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gate:</a:t>
            </a:r>
            <a:r>
              <a:rPr kumimoji="0" sz="1600" b="1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controls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what parts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 previous hidden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 are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used to  compute new</a:t>
            </a:r>
            <a:r>
              <a:rPr kumimoji="0" sz="1600" b="0" i="0" u="none" strike="noStrike" kern="1200" cap="none" spc="3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content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71442" y="3124200"/>
            <a:ext cx="712470" cy="86360"/>
          </a:xfrm>
          <a:custGeom>
            <a:avLst/>
            <a:gdLst/>
            <a:ahLst/>
            <a:cxnLst/>
            <a:rect l="l" t="t" r="r" b="b"/>
            <a:pathLst>
              <a:path w="712470" h="86360">
                <a:moveTo>
                  <a:pt x="638429" y="10033"/>
                </a:moveTo>
                <a:lnTo>
                  <a:pt x="636742" y="38098"/>
                </a:lnTo>
                <a:lnTo>
                  <a:pt x="649478" y="38862"/>
                </a:lnTo>
                <a:lnTo>
                  <a:pt x="648208" y="58674"/>
                </a:lnTo>
                <a:lnTo>
                  <a:pt x="635505" y="58674"/>
                </a:lnTo>
                <a:lnTo>
                  <a:pt x="633857" y="86105"/>
                </a:lnTo>
                <a:lnTo>
                  <a:pt x="697968" y="58674"/>
                </a:lnTo>
                <a:lnTo>
                  <a:pt x="648208" y="58674"/>
                </a:lnTo>
                <a:lnTo>
                  <a:pt x="635551" y="57915"/>
                </a:lnTo>
                <a:lnTo>
                  <a:pt x="699742" y="57915"/>
                </a:lnTo>
                <a:lnTo>
                  <a:pt x="712216" y="52577"/>
                </a:lnTo>
                <a:lnTo>
                  <a:pt x="638429" y="10033"/>
                </a:lnTo>
                <a:close/>
              </a:path>
              <a:path w="712470" h="86360">
                <a:moveTo>
                  <a:pt x="636742" y="38098"/>
                </a:moveTo>
                <a:lnTo>
                  <a:pt x="635551" y="57915"/>
                </a:lnTo>
                <a:lnTo>
                  <a:pt x="648208" y="58674"/>
                </a:lnTo>
                <a:lnTo>
                  <a:pt x="649478" y="38862"/>
                </a:lnTo>
                <a:lnTo>
                  <a:pt x="636742" y="38098"/>
                </a:lnTo>
                <a:close/>
              </a:path>
              <a:path w="712470" h="86360">
                <a:moveTo>
                  <a:pt x="1270" y="0"/>
                </a:moveTo>
                <a:lnTo>
                  <a:pt x="0" y="19812"/>
                </a:lnTo>
                <a:lnTo>
                  <a:pt x="635551" y="57915"/>
                </a:lnTo>
                <a:lnTo>
                  <a:pt x="636742" y="38098"/>
                </a:lnTo>
                <a:lnTo>
                  <a:pt x="127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4602" y="5040629"/>
            <a:ext cx="3427729" cy="1018869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170" marR="98425" lvl="0" indent="0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Hidden </a:t>
            </a: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state:</a:t>
            </a:r>
            <a:r>
              <a:rPr kumimoji="0" sz="1600" b="1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update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gate 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simultaneously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controls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what is </a:t>
            </a: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kept 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from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previous hidden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state,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and what  is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updated to new hidden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</a:t>
            </a:r>
            <a:r>
              <a:rPr kumimoji="0" sz="1600" b="0" i="0" u="none" strike="noStrike" kern="1200" cap="none" spc="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content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63950" y="4575809"/>
            <a:ext cx="720090" cy="1010285"/>
          </a:xfrm>
          <a:custGeom>
            <a:avLst/>
            <a:gdLst/>
            <a:ahLst/>
            <a:cxnLst/>
            <a:rect l="l" t="t" r="r" b="b"/>
            <a:pathLst>
              <a:path w="720089" h="1010285">
                <a:moveTo>
                  <a:pt x="667663" y="56461"/>
                </a:moveTo>
                <a:lnTo>
                  <a:pt x="0" y="998727"/>
                </a:lnTo>
                <a:lnTo>
                  <a:pt x="16255" y="1010157"/>
                </a:lnTo>
                <a:lnTo>
                  <a:pt x="683786" y="67902"/>
                </a:lnTo>
                <a:lnTo>
                  <a:pt x="667663" y="56461"/>
                </a:lnTo>
                <a:close/>
              </a:path>
              <a:path w="720089" h="1010285">
                <a:moveTo>
                  <a:pt x="712616" y="46100"/>
                </a:moveTo>
                <a:lnTo>
                  <a:pt x="675004" y="46100"/>
                </a:lnTo>
                <a:lnTo>
                  <a:pt x="691134" y="57531"/>
                </a:lnTo>
                <a:lnTo>
                  <a:pt x="683786" y="67902"/>
                </a:lnTo>
                <a:lnTo>
                  <a:pt x="706754" y="84200"/>
                </a:lnTo>
                <a:lnTo>
                  <a:pt x="712616" y="46100"/>
                </a:lnTo>
                <a:close/>
              </a:path>
              <a:path w="720089" h="1010285">
                <a:moveTo>
                  <a:pt x="675004" y="46100"/>
                </a:moveTo>
                <a:lnTo>
                  <a:pt x="667663" y="56461"/>
                </a:lnTo>
                <a:lnTo>
                  <a:pt x="683786" y="67902"/>
                </a:lnTo>
                <a:lnTo>
                  <a:pt x="691134" y="57531"/>
                </a:lnTo>
                <a:lnTo>
                  <a:pt x="675004" y="46100"/>
                </a:lnTo>
                <a:close/>
              </a:path>
              <a:path w="720089" h="1010285">
                <a:moveTo>
                  <a:pt x="719709" y="0"/>
                </a:moveTo>
                <a:lnTo>
                  <a:pt x="644651" y="40131"/>
                </a:lnTo>
                <a:lnTo>
                  <a:pt x="667663" y="56461"/>
                </a:lnTo>
                <a:lnTo>
                  <a:pt x="675004" y="46100"/>
                </a:lnTo>
                <a:lnTo>
                  <a:pt x="712616" y="46100"/>
                </a:lnTo>
                <a:lnTo>
                  <a:pt x="719709" y="0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4602" y="3774185"/>
            <a:ext cx="3427729" cy="1017585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170" marR="231775" lvl="0" indent="0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New hidden </a:t>
            </a: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state content:</a:t>
            </a:r>
            <a:r>
              <a:rPr kumimoji="0" sz="1600" b="1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reset gate 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selects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useful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parts of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prev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hidden 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state.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Use this and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current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input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 compute new hidden</a:t>
            </a:r>
            <a:r>
              <a:rPr kumimoji="0" sz="1600" b="0" i="0" u="none" strike="noStrike" kern="1200" cap="none" spc="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content.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69284" y="4090923"/>
            <a:ext cx="714375" cy="231140"/>
          </a:xfrm>
          <a:custGeom>
            <a:avLst/>
            <a:gdLst/>
            <a:ahLst/>
            <a:cxnLst/>
            <a:rect l="l" t="t" r="r" b="b"/>
            <a:pathLst>
              <a:path w="714375" h="231139">
                <a:moveTo>
                  <a:pt x="638412" y="27148"/>
                </a:moveTo>
                <a:lnTo>
                  <a:pt x="0" y="211581"/>
                </a:lnTo>
                <a:lnTo>
                  <a:pt x="5587" y="230631"/>
                </a:lnTo>
                <a:lnTo>
                  <a:pt x="643932" y="46218"/>
                </a:lnTo>
                <a:lnTo>
                  <a:pt x="638412" y="27148"/>
                </a:lnTo>
                <a:close/>
              </a:path>
              <a:path w="714375" h="231139">
                <a:moveTo>
                  <a:pt x="705568" y="23621"/>
                </a:moveTo>
                <a:lnTo>
                  <a:pt x="650620" y="23621"/>
                </a:lnTo>
                <a:lnTo>
                  <a:pt x="656208" y="42671"/>
                </a:lnTo>
                <a:lnTo>
                  <a:pt x="643932" y="46218"/>
                </a:lnTo>
                <a:lnTo>
                  <a:pt x="651763" y="73278"/>
                </a:lnTo>
                <a:lnTo>
                  <a:pt x="705568" y="23621"/>
                </a:lnTo>
                <a:close/>
              </a:path>
              <a:path w="714375" h="231139">
                <a:moveTo>
                  <a:pt x="650620" y="23621"/>
                </a:moveTo>
                <a:lnTo>
                  <a:pt x="638412" y="27148"/>
                </a:lnTo>
                <a:lnTo>
                  <a:pt x="643932" y="46218"/>
                </a:lnTo>
                <a:lnTo>
                  <a:pt x="656208" y="42671"/>
                </a:lnTo>
                <a:lnTo>
                  <a:pt x="650620" y="23621"/>
                </a:lnTo>
                <a:close/>
              </a:path>
              <a:path w="714375" h="231139">
                <a:moveTo>
                  <a:pt x="630554" y="0"/>
                </a:moveTo>
                <a:lnTo>
                  <a:pt x="638412" y="27148"/>
                </a:lnTo>
                <a:lnTo>
                  <a:pt x="650620" y="23621"/>
                </a:lnTo>
                <a:lnTo>
                  <a:pt x="705568" y="23621"/>
                </a:lnTo>
                <a:lnTo>
                  <a:pt x="714375" y="15493"/>
                </a:lnTo>
                <a:lnTo>
                  <a:pt x="630554" y="0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36770" y="5162550"/>
            <a:ext cx="3968750" cy="772006"/>
          </a:xfrm>
          <a:prstGeom prst="rect">
            <a:avLst/>
          </a:prstGeom>
          <a:ln w="19811">
            <a:solidFill>
              <a:srgbClr val="00AF5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0805" marR="202565" lvl="0" indent="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>
                  <a:solidFill>
                    <a:srgbClr val="00AF5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How </a:t>
            </a:r>
            <a:r>
              <a:rPr kumimoji="0" sz="1600" b="1" i="0" u="heavy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>
                  <a:solidFill>
                    <a:srgbClr val="00AF5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does </a:t>
            </a:r>
            <a:r>
              <a:rPr kumimoji="0" sz="1600" b="1" i="0" u="heavy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>
                  <a:solidFill>
                    <a:srgbClr val="00AF5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this solve </a:t>
            </a:r>
            <a:r>
              <a:rPr kumimoji="0" sz="1600" b="1" i="0" u="heavy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>
                  <a:solidFill>
                    <a:srgbClr val="00AF5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vanishing gradient?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GRU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makes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it easier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retain info 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long-term (e.g.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by setting update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gate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</a:t>
            </a:r>
            <a:r>
              <a:rPr kumimoji="0" sz="1600" b="0" i="0" u="none" strike="noStrike" kern="1200" cap="none" spc="2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0)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8A1835-CAEB-4D23-A0BF-0C9195F00E3C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9502" y="2360805"/>
            <a:ext cx="3828155" cy="15451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116323" y="2285745"/>
            <a:ext cx="4565015" cy="3926840"/>
            <a:chOff x="4116323" y="2285745"/>
            <a:chExt cx="4565015" cy="3926840"/>
          </a:xfrm>
        </p:grpSpPr>
        <p:sp>
          <p:nvSpPr>
            <p:cNvPr id="4" name="object 4"/>
            <p:cNvSpPr/>
            <p:nvPr/>
          </p:nvSpPr>
          <p:spPr>
            <a:xfrm>
              <a:off x="4116323" y="4892066"/>
              <a:ext cx="4194048" cy="130908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286750" y="2295905"/>
              <a:ext cx="384175" cy="3906520"/>
            </a:xfrm>
            <a:custGeom>
              <a:avLst/>
              <a:gdLst/>
              <a:ahLst/>
              <a:cxnLst/>
              <a:rect l="l" t="t" r="r" b="b"/>
              <a:pathLst>
                <a:path w="384175" h="3906520">
                  <a:moveTo>
                    <a:pt x="0" y="0"/>
                  </a:moveTo>
                  <a:lnTo>
                    <a:pt x="60691" y="5046"/>
                  </a:lnTo>
                  <a:lnTo>
                    <a:pt x="113403" y="19096"/>
                  </a:lnTo>
                  <a:lnTo>
                    <a:pt x="154972" y="40517"/>
                  </a:lnTo>
                  <a:lnTo>
                    <a:pt x="182233" y="67673"/>
                  </a:lnTo>
                  <a:lnTo>
                    <a:pt x="192024" y="98933"/>
                  </a:lnTo>
                  <a:lnTo>
                    <a:pt x="192024" y="1854073"/>
                  </a:lnTo>
                  <a:lnTo>
                    <a:pt x="201814" y="1885332"/>
                  </a:lnTo>
                  <a:lnTo>
                    <a:pt x="229075" y="1912488"/>
                  </a:lnTo>
                  <a:lnTo>
                    <a:pt x="270644" y="1933909"/>
                  </a:lnTo>
                  <a:lnTo>
                    <a:pt x="323356" y="1947959"/>
                  </a:lnTo>
                  <a:lnTo>
                    <a:pt x="384048" y="1953006"/>
                  </a:lnTo>
                  <a:lnTo>
                    <a:pt x="323356" y="1958052"/>
                  </a:lnTo>
                  <a:lnTo>
                    <a:pt x="270644" y="1972102"/>
                  </a:lnTo>
                  <a:lnTo>
                    <a:pt x="229075" y="1993523"/>
                  </a:lnTo>
                  <a:lnTo>
                    <a:pt x="201814" y="2020679"/>
                  </a:lnTo>
                  <a:lnTo>
                    <a:pt x="192024" y="2051939"/>
                  </a:lnTo>
                  <a:lnTo>
                    <a:pt x="192024" y="3807117"/>
                  </a:lnTo>
                  <a:lnTo>
                    <a:pt x="182233" y="3838377"/>
                  </a:lnTo>
                  <a:lnTo>
                    <a:pt x="154972" y="3865525"/>
                  </a:lnTo>
                  <a:lnTo>
                    <a:pt x="113403" y="3886932"/>
                  </a:lnTo>
                  <a:lnTo>
                    <a:pt x="60691" y="3900970"/>
                  </a:lnTo>
                  <a:lnTo>
                    <a:pt x="0" y="3906012"/>
                  </a:lnTo>
                </a:path>
              </a:pathLst>
            </a:custGeom>
            <a:ln w="19812">
              <a:solidFill>
                <a:srgbClr val="FF86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3540" y="1027377"/>
            <a:ext cx="79095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92910" algn="l"/>
                <a:tab pos="3211195" algn="l"/>
              </a:tabLst>
              <a:defRPr/>
            </a:pP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We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have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sequence</a:t>
            </a:r>
            <a:r>
              <a:rPr kumimoji="0" sz="1800" b="0" i="0" u="none" strike="noStrike" kern="1200" cap="none" spc="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inputs	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, and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will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compute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sequence of hidden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states 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and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cell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states	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.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On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timestep</a:t>
            </a:r>
            <a:r>
              <a:rPr kumimoji="0" sz="18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32421" y="1081704"/>
            <a:ext cx="323052" cy="2092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52600" y="1246632"/>
            <a:ext cx="344424" cy="2712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166309" y="1063984"/>
            <a:ext cx="312528" cy="2057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92515" y="2691561"/>
            <a:ext cx="211468" cy="31159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61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All these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are vectors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same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length</a:t>
            </a:r>
            <a:r>
              <a:rPr kumimoji="0" sz="1600" b="0" i="0" u="none" strike="noStrike" kern="1200" cap="none" spc="6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9673" y="1712214"/>
            <a:ext cx="3343910" cy="524503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170" marR="280035" lvl="0" indent="0" algn="l" defTabSz="9144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Forget </a:t>
            </a: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gate:</a:t>
            </a:r>
            <a:r>
              <a:rPr kumimoji="0" sz="1600" b="1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controls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what is </a:t>
            </a: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kept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vs 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forgotten, from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previous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cell</a:t>
            </a:r>
            <a:r>
              <a:rPr kumimoji="0" sz="1600" b="0" i="0" u="none" strike="noStrike" kern="1200" cap="none" spc="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75455" y="1998726"/>
            <a:ext cx="374650" cy="478155"/>
          </a:xfrm>
          <a:custGeom>
            <a:avLst/>
            <a:gdLst/>
            <a:ahLst/>
            <a:cxnLst/>
            <a:rect l="l" t="t" r="r" b="b"/>
            <a:pathLst>
              <a:path w="374650" h="478155">
                <a:moveTo>
                  <a:pt x="319905" y="423977"/>
                </a:moveTo>
                <a:lnTo>
                  <a:pt x="297561" y="441325"/>
                </a:lnTo>
                <a:lnTo>
                  <a:pt x="374396" y="478154"/>
                </a:lnTo>
                <a:lnTo>
                  <a:pt x="365597" y="433959"/>
                </a:lnTo>
                <a:lnTo>
                  <a:pt x="327660" y="433959"/>
                </a:lnTo>
                <a:lnTo>
                  <a:pt x="319905" y="423977"/>
                </a:lnTo>
                <a:close/>
              </a:path>
              <a:path w="374650" h="478155">
                <a:moveTo>
                  <a:pt x="335499" y="411870"/>
                </a:moveTo>
                <a:lnTo>
                  <a:pt x="319905" y="423977"/>
                </a:lnTo>
                <a:lnTo>
                  <a:pt x="327660" y="433959"/>
                </a:lnTo>
                <a:lnTo>
                  <a:pt x="343281" y="421894"/>
                </a:lnTo>
                <a:lnTo>
                  <a:pt x="335499" y="411870"/>
                </a:lnTo>
                <a:close/>
              </a:path>
              <a:path w="374650" h="478155">
                <a:moveTo>
                  <a:pt x="357759" y="394588"/>
                </a:moveTo>
                <a:lnTo>
                  <a:pt x="335499" y="411870"/>
                </a:lnTo>
                <a:lnTo>
                  <a:pt x="343281" y="421894"/>
                </a:lnTo>
                <a:lnTo>
                  <a:pt x="327660" y="433959"/>
                </a:lnTo>
                <a:lnTo>
                  <a:pt x="365597" y="433959"/>
                </a:lnTo>
                <a:lnTo>
                  <a:pt x="357759" y="394588"/>
                </a:lnTo>
                <a:close/>
              </a:path>
              <a:path w="374650" h="478155">
                <a:moveTo>
                  <a:pt x="15748" y="0"/>
                </a:moveTo>
                <a:lnTo>
                  <a:pt x="0" y="12191"/>
                </a:lnTo>
                <a:lnTo>
                  <a:pt x="319905" y="423977"/>
                </a:lnTo>
                <a:lnTo>
                  <a:pt x="335499" y="411870"/>
                </a:lnTo>
                <a:lnTo>
                  <a:pt x="15748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9673" y="2478785"/>
            <a:ext cx="3343910" cy="525785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0170" marR="153670" lvl="0" indent="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Input </a:t>
            </a: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gate:</a:t>
            </a:r>
            <a:r>
              <a:rPr kumimoji="0" sz="1600" b="1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controls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what parts of the 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new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cell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content are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written to</a:t>
            </a:r>
            <a:r>
              <a:rPr kumimoji="0" sz="1600" b="0" i="0" u="none" strike="noStrike" kern="1200" cap="none" spc="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cell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76090" y="2764535"/>
            <a:ext cx="341630" cy="358775"/>
          </a:xfrm>
          <a:custGeom>
            <a:avLst/>
            <a:gdLst/>
            <a:ahLst/>
            <a:cxnLst/>
            <a:rect l="l" t="t" r="r" b="b"/>
            <a:pathLst>
              <a:path w="341629" h="358775">
                <a:moveTo>
                  <a:pt x="281421" y="310162"/>
                </a:moveTo>
                <a:lnTo>
                  <a:pt x="260985" y="329564"/>
                </a:lnTo>
                <a:lnTo>
                  <a:pt x="341122" y="358648"/>
                </a:lnTo>
                <a:lnTo>
                  <a:pt x="329141" y="319404"/>
                </a:lnTo>
                <a:lnTo>
                  <a:pt x="290195" y="319404"/>
                </a:lnTo>
                <a:lnTo>
                  <a:pt x="281421" y="310162"/>
                </a:lnTo>
                <a:close/>
              </a:path>
              <a:path w="341629" h="358775">
                <a:moveTo>
                  <a:pt x="295757" y="296550"/>
                </a:moveTo>
                <a:lnTo>
                  <a:pt x="281421" y="310162"/>
                </a:lnTo>
                <a:lnTo>
                  <a:pt x="290195" y="319404"/>
                </a:lnTo>
                <a:lnTo>
                  <a:pt x="304546" y="305815"/>
                </a:lnTo>
                <a:lnTo>
                  <a:pt x="295757" y="296550"/>
                </a:lnTo>
                <a:close/>
              </a:path>
              <a:path w="341629" h="358775">
                <a:moveTo>
                  <a:pt x="316230" y="277113"/>
                </a:moveTo>
                <a:lnTo>
                  <a:pt x="295757" y="296550"/>
                </a:lnTo>
                <a:lnTo>
                  <a:pt x="304546" y="305815"/>
                </a:lnTo>
                <a:lnTo>
                  <a:pt x="290195" y="319404"/>
                </a:lnTo>
                <a:lnTo>
                  <a:pt x="329141" y="319404"/>
                </a:lnTo>
                <a:lnTo>
                  <a:pt x="316230" y="277113"/>
                </a:lnTo>
                <a:close/>
              </a:path>
              <a:path w="341629" h="358775">
                <a:moveTo>
                  <a:pt x="14478" y="0"/>
                </a:moveTo>
                <a:lnTo>
                  <a:pt x="0" y="13715"/>
                </a:lnTo>
                <a:lnTo>
                  <a:pt x="281421" y="310162"/>
                </a:lnTo>
                <a:lnTo>
                  <a:pt x="295757" y="296550"/>
                </a:lnTo>
                <a:lnTo>
                  <a:pt x="14478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9673" y="3246882"/>
            <a:ext cx="3343910" cy="525143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170" marR="321310" lvl="0" indent="0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Output </a:t>
            </a: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gate:</a:t>
            </a:r>
            <a:r>
              <a:rPr kumimoji="0" sz="1600" b="1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controls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what parts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cell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are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output to hidden</a:t>
            </a:r>
            <a:r>
              <a:rPr kumimoji="0" sz="1600" b="0" i="0" u="none" strike="noStrike" kern="1200" cap="none" spc="3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779520" y="3530346"/>
            <a:ext cx="337820" cy="153670"/>
          </a:xfrm>
          <a:custGeom>
            <a:avLst/>
            <a:gdLst/>
            <a:ahLst/>
            <a:cxnLst/>
            <a:rect l="l" t="t" r="r" b="b"/>
            <a:pathLst>
              <a:path w="337820" h="153670">
                <a:moveTo>
                  <a:pt x="263479" y="127108"/>
                </a:moveTo>
                <a:lnTo>
                  <a:pt x="252729" y="153161"/>
                </a:lnTo>
                <a:lnTo>
                  <a:pt x="337692" y="146938"/>
                </a:lnTo>
                <a:lnTo>
                  <a:pt x="324661" y="131952"/>
                </a:lnTo>
                <a:lnTo>
                  <a:pt x="275208" y="131952"/>
                </a:lnTo>
                <a:lnTo>
                  <a:pt x="263479" y="127108"/>
                </a:lnTo>
                <a:close/>
              </a:path>
              <a:path w="337820" h="153670">
                <a:moveTo>
                  <a:pt x="271018" y="108837"/>
                </a:moveTo>
                <a:lnTo>
                  <a:pt x="263479" y="127108"/>
                </a:lnTo>
                <a:lnTo>
                  <a:pt x="275208" y="131952"/>
                </a:lnTo>
                <a:lnTo>
                  <a:pt x="282701" y="113664"/>
                </a:lnTo>
                <a:lnTo>
                  <a:pt x="271018" y="108837"/>
                </a:lnTo>
                <a:close/>
              </a:path>
              <a:path w="337820" h="153670">
                <a:moveTo>
                  <a:pt x="281813" y="82676"/>
                </a:moveTo>
                <a:lnTo>
                  <a:pt x="271018" y="108837"/>
                </a:lnTo>
                <a:lnTo>
                  <a:pt x="282701" y="113664"/>
                </a:lnTo>
                <a:lnTo>
                  <a:pt x="275208" y="131952"/>
                </a:lnTo>
                <a:lnTo>
                  <a:pt x="324661" y="131952"/>
                </a:lnTo>
                <a:lnTo>
                  <a:pt x="281813" y="82676"/>
                </a:lnTo>
                <a:close/>
              </a:path>
              <a:path w="337820" h="153670">
                <a:moveTo>
                  <a:pt x="7619" y="0"/>
                </a:moveTo>
                <a:lnTo>
                  <a:pt x="0" y="18287"/>
                </a:lnTo>
                <a:lnTo>
                  <a:pt x="263479" y="127108"/>
                </a:lnTo>
                <a:lnTo>
                  <a:pt x="271018" y="108837"/>
                </a:lnTo>
                <a:lnTo>
                  <a:pt x="7619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9673" y="4013453"/>
            <a:ext cx="3343910" cy="526426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170" marR="542925" lvl="0" indent="0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New </a:t>
            </a:r>
            <a:r>
              <a:rPr kumimoji="0" sz="1600" b="1" i="0" u="heavy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cell </a:t>
            </a: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content:</a:t>
            </a:r>
            <a:r>
              <a:rPr kumimoji="0" sz="1600" b="1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this is the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new 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content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written to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1600" b="0" i="0" u="none" strike="noStrike" kern="1200" cap="none" spc="3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cell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774566" y="4301363"/>
            <a:ext cx="375285" cy="688340"/>
          </a:xfrm>
          <a:custGeom>
            <a:avLst/>
            <a:gdLst/>
            <a:ahLst/>
            <a:cxnLst/>
            <a:rect l="l" t="t" r="r" b="b"/>
            <a:pathLst>
              <a:path w="375285" h="688339">
                <a:moveTo>
                  <a:pt x="330515" y="625528"/>
                </a:moveTo>
                <a:lnTo>
                  <a:pt x="305688" y="638810"/>
                </a:lnTo>
                <a:lnTo>
                  <a:pt x="375285" y="687959"/>
                </a:lnTo>
                <a:lnTo>
                  <a:pt x="373833" y="636778"/>
                </a:lnTo>
                <a:lnTo>
                  <a:pt x="336550" y="636778"/>
                </a:lnTo>
                <a:lnTo>
                  <a:pt x="330515" y="625528"/>
                </a:lnTo>
                <a:close/>
              </a:path>
              <a:path w="375285" h="688339">
                <a:moveTo>
                  <a:pt x="348050" y="616147"/>
                </a:moveTo>
                <a:lnTo>
                  <a:pt x="330515" y="625528"/>
                </a:lnTo>
                <a:lnTo>
                  <a:pt x="336550" y="636778"/>
                </a:lnTo>
                <a:lnTo>
                  <a:pt x="354075" y="627380"/>
                </a:lnTo>
                <a:lnTo>
                  <a:pt x="348050" y="616147"/>
                </a:lnTo>
                <a:close/>
              </a:path>
              <a:path w="375285" h="688339">
                <a:moveTo>
                  <a:pt x="372872" y="602869"/>
                </a:moveTo>
                <a:lnTo>
                  <a:pt x="348050" y="616147"/>
                </a:lnTo>
                <a:lnTo>
                  <a:pt x="354075" y="627380"/>
                </a:lnTo>
                <a:lnTo>
                  <a:pt x="336550" y="636778"/>
                </a:lnTo>
                <a:lnTo>
                  <a:pt x="373833" y="636778"/>
                </a:lnTo>
                <a:lnTo>
                  <a:pt x="372872" y="602869"/>
                </a:lnTo>
                <a:close/>
              </a:path>
              <a:path w="375285" h="688339">
                <a:moveTo>
                  <a:pt x="17525" y="0"/>
                </a:moveTo>
                <a:lnTo>
                  <a:pt x="0" y="9398"/>
                </a:lnTo>
                <a:lnTo>
                  <a:pt x="330515" y="625528"/>
                </a:lnTo>
                <a:lnTo>
                  <a:pt x="348050" y="616147"/>
                </a:lnTo>
                <a:lnTo>
                  <a:pt x="17525" y="0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9673" y="4781550"/>
            <a:ext cx="3343910" cy="771364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170" marR="169545" lvl="0" indent="0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Cell </a:t>
            </a: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state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 erase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“forget”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) some 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content from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last cell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state,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and write 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“input”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)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some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new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cell</a:t>
            </a:r>
            <a:r>
              <a:rPr kumimoji="0" sz="1600" b="0" i="0" u="none" strike="noStrike" kern="1200" cap="none" spc="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content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76217" y="5189092"/>
            <a:ext cx="340995" cy="346710"/>
          </a:xfrm>
          <a:custGeom>
            <a:avLst/>
            <a:gdLst/>
            <a:ahLst/>
            <a:cxnLst/>
            <a:rect l="l" t="t" r="r" b="b"/>
            <a:pathLst>
              <a:path w="340995" h="346710">
                <a:moveTo>
                  <a:pt x="280463" y="299112"/>
                </a:moveTo>
                <a:lnTo>
                  <a:pt x="260350" y="318896"/>
                </a:lnTo>
                <a:lnTo>
                  <a:pt x="340995" y="346455"/>
                </a:lnTo>
                <a:lnTo>
                  <a:pt x="328550" y="308101"/>
                </a:lnTo>
                <a:lnTo>
                  <a:pt x="289306" y="308101"/>
                </a:lnTo>
                <a:lnTo>
                  <a:pt x="280463" y="299112"/>
                </a:lnTo>
                <a:close/>
              </a:path>
              <a:path w="340995" h="346710">
                <a:moveTo>
                  <a:pt x="294615" y="285191"/>
                </a:moveTo>
                <a:lnTo>
                  <a:pt x="280463" y="299112"/>
                </a:lnTo>
                <a:lnTo>
                  <a:pt x="289306" y="308101"/>
                </a:lnTo>
                <a:lnTo>
                  <a:pt x="303530" y="294258"/>
                </a:lnTo>
                <a:lnTo>
                  <a:pt x="294615" y="285191"/>
                </a:lnTo>
                <a:close/>
              </a:path>
              <a:path w="340995" h="346710">
                <a:moveTo>
                  <a:pt x="314706" y="265429"/>
                </a:moveTo>
                <a:lnTo>
                  <a:pt x="294615" y="285191"/>
                </a:lnTo>
                <a:lnTo>
                  <a:pt x="303530" y="294258"/>
                </a:lnTo>
                <a:lnTo>
                  <a:pt x="289306" y="308101"/>
                </a:lnTo>
                <a:lnTo>
                  <a:pt x="328550" y="308101"/>
                </a:lnTo>
                <a:lnTo>
                  <a:pt x="314706" y="265429"/>
                </a:lnTo>
                <a:close/>
              </a:path>
              <a:path w="340995" h="346710">
                <a:moveTo>
                  <a:pt x="14224" y="0"/>
                </a:moveTo>
                <a:lnTo>
                  <a:pt x="0" y="13969"/>
                </a:lnTo>
                <a:lnTo>
                  <a:pt x="280463" y="299112"/>
                </a:lnTo>
                <a:lnTo>
                  <a:pt x="294615" y="285191"/>
                </a:lnTo>
                <a:lnTo>
                  <a:pt x="14224" y="0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9673" y="5795009"/>
            <a:ext cx="3343910" cy="525785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0170" marR="304800" lvl="0" indent="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Hidden </a:t>
            </a: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state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read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“output”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)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some 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content from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</a:t>
            </a:r>
            <a:r>
              <a:rPr kumimoji="0" sz="1600" b="0" i="0" u="none" strike="noStrike" kern="1200" cap="none" spc="3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cell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81933" y="6011976"/>
            <a:ext cx="335280" cy="85090"/>
          </a:xfrm>
          <a:custGeom>
            <a:avLst/>
            <a:gdLst/>
            <a:ahLst/>
            <a:cxnLst/>
            <a:rect l="l" t="t" r="r" b="b"/>
            <a:pathLst>
              <a:path w="335279" h="85089">
                <a:moveTo>
                  <a:pt x="258376" y="27914"/>
                </a:moveTo>
                <a:lnTo>
                  <a:pt x="0" y="65036"/>
                </a:lnTo>
                <a:lnTo>
                  <a:pt x="2793" y="84645"/>
                </a:lnTo>
                <a:lnTo>
                  <a:pt x="261182" y="47521"/>
                </a:lnTo>
                <a:lnTo>
                  <a:pt x="258376" y="27914"/>
                </a:lnTo>
                <a:close/>
              </a:path>
              <a:path w="335279" h="85089">
                <a:moveTo>
                  <a:pt x="332947" y="26098"/>
                </a:moveTo>
                <a:lnTo>
                  <a:pt x="271017" y="26098"/>
                </a:lnTo>
                <a:lnTo>
                  <a:pt x="273812" y="45707"/>
                </a:lnTo>
                <a:lnTo>
                  <a:pt x="261182" y="47521"/>
                </a:lnTo>
                <a:lnTo>
                  <a:pt x="265175" y="75425"/>
                </a:lnTo>
                <a:lnTo>
                  <a:pt x="335279" y="26873"/>
                </a:lnTo>
                <a:lnTo>
                  <a:pt x="332947" y="26098"/>
                </a:lnTo>
                <a:close/>
              </a:path>
              <a:path w="335279" h="85089">
                <a:moveTo>
                  <a:pt x="271017" y="26098"/>
                </a:moveTo>
                <a:lnTo>
                  <a:pt x="258376" y="27914"/>
                </a:lnTo>
                <a:lnTo>
                  <a:pt x="261182" y="47521"/>
                </a:lnTo>
                <a:lnTo>
                  <a:pt x="273812" y="45707"/>
                </a:lnTo>
                <a:lnTo>
                  <a:pt x="271017" y="26098"/>
                </a:lnTo>
                <a:close/>
              </a:path>
              <a:path w="335279" h="85089">
                <a:moveTo>
                  <a:pt x="254380" y="0"/>
                </a:moveTo>
                <a:lnTo>
                  <a:pt x="258376" y="27914"/>
                </a:lnTo>
                <a:lnTo>
                  <a:pt x="271017" y="26098"/>
                </a:lnTo>
                <a:lnTo>
                  <a:pt x="332947" y="26098"/>
                </a:lnTo>
                <a:lnTo>
                  <a:pt x="254380" y="0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94782" y="1507997"/>
            <a:ext cx="2552700" cy="526426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 marR="195580" lvl="0" indent="0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Sigmoid function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 all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gate  values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are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between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0 and</a:t>
            </a:r>
            <a:r>
              <a:rPr kumimoji="0" sz="1600" b="0" i="0" u="none" strike="noStrike" kern="1200" cap="none" spc="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1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867402" y="1794382"/>
            <a:ext cx="635000" cy="2061845"/>
            <a:chOff x="4867402" y="1794382"/>
            <a:chExt cx="635000" cy="2061845"/>
          </a:xfrm>
        </p:grpSpPr>
        <p:sp>
          <p:nvSpPr>
            <p:cNvPr id="26" name="object 26"/>
            <p:cNvSpPr/>
            <p:nvPr/>
          </p:nvSpPr>
          <p:spPr>
            <a:xfrm>
              <a:off x="4996434" y="1794382"/>
              <a:ext cx="506095" cy="629920"/>
            </a:xfrm>
            <a:custGeom>
              <a:avLst/>
              <a:gdLst/>
              <a:ahLst/>
              <a:cxnLst/>
              <a:rect l="l" t="t" r="r" b="b"/>
              <a:pathLst>
                <a:path w="506095" h="629919">
                  <a:moveTo>
                    <a:pt x="17779" y="546226"/>
                  </a:moveTo>
                  <a:lnTo>
                    <a:pt x="0" y="629538"/>
                  </a:lnTo>
                  <a:lnTo>
                    <a:pt x="77342" y="593725"/>
                  </a:lnTo>
                  <a:lnTo>
                    <a:pt x="67787" y="586104"/>
                  </a:lnTo>
                  <a:lnTo>
                    <a:pt x="47370" y="586104"/>
                  </a:lnTo>
                  <a:lnTo>
                    <a:pt x="31876" y="573658"/>
                  </a:lnTo>
                  <a:lnTo>
                    <a:pt x="39777" y="563768"/>
                  </a:lnTo>
                  <a:lnTo>
                    <a:pt x="17779" y="546226"/>
                  </a:lnTo>
                  <a:close/>
                </a:path>
                <a:path w="506095" h="629919">
                  <a:moveTo>
                    <a:pt x="39777" y="563768"/>
                  </a:moveTo>
                  <a:lnTo>
                    <a:pt x="31876" y="573658"/>
                  </a:lnTo>
                  <a:lnTo>
                    <a:pt x="47370" y="586104"/>
                  </a:lnTo>
                  <a:lnTo>
                    <a:pt x="55315" y="576159"/>
                  </a:lnTo>
                  <a:lnTo>
                    <a:pt x="39777" y="563768"/>
                  </a:lnTo>
                  <a:close/>
                </a:path>
                <a:path w="506095" h="629919">
                  <a:moveTo>
                    <a:pt x="55315" y="576159"/>
                  </a:moveTo>
                  <a:lnTo>
                    <a:pt x="47370" y="586104"/>
                  </a:lnTo>
                  <a:lnTo>
                    <a:pt x="67787" y="586104"/>
                  </a:lnTo>
                  <a:lnTo>
                    <a:pt x="55315" y="576159"/>
                  </a:lnTo>
                  <a:close/>
                </a:path>
                <a:path w="506095" h="629919">
                  <a:moveTo>
                    <a:pt x="490092" y="0"/>
                  </a:moveTo>
                  <a:lnTo>
                    <a:pt x="39777" y="563768"/>
                  </a:lnTo>
                  <a:lnTo>
                    <a:pt x="55315" y="576159"/>
                  </a:lnTo>
                  <a:lnTo>
                    <a:pt x="505587" y="12445"/>
                  </a:lnTo>
                  <a:lnTo>
                    <a:pt x="490092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4877562" y="2423921"/>
              <a:ext cx="238125" cy="1422400"/>
            </a:xfrm>
            <a:custGeom>
              <a:avLst/>
              <a:gdLst/>
              <a:ahLst/>
              <a:cxnLst/>
              <a:rect l="l" t="t" r="r" b="b"/>
              <a:pathLst>
                <a:path w="238125" h="1422400">
                  <a:moveTo>
                    <a:pt x="0" y="1421891"/>
                  </a:moveTo>
                  <a:lnTo>
                    <a:pt x="237743" y="1421891"/>
                  </a:lnTo>
                  <a:lnTo>
                    <a:pt x="237743" y="0"/>
                  </a:lnTo>
                  <a:lnTo>
                    <a:pt x="0" y="0"/>
                  </a:lnTo>
                  <a:lnTo>
                    <a:pt x="0" y="1421891"/>
                  </a:lnTo>
                  <a:close/>
                </a:path>
              </a:pathLst>
            </a:custGeom>
            <a:ln w="19812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764529" y="6212584"/>
            <a:ext cx="2209800" cy="526426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197485" marR="139065" lvl="0" indent="-55244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Gates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are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applied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using 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element-wise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product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439918" y="5795009"/>
            <a:ext cx="1534795" cy="717550"/>
          </a:xfrm>
          <a:custGeom>
            <a:avLst/>
            <a:gdLst/>
            <a:ahLst/>
            <a:cxnLst/>
            <a:rect l="l" t="t" r="r" b="b"/>
            <a:pathLst>
              <a:path w="1534795" h="717550">
                <a:moveTo>
                  <a:pt x="330581" y="702538"/>
                </a:moveTo>
                <a:lnTo>
                  <a:pt x="62369" y="451751"/>
                </a:lnTo>
                <a:lnTo>
                  <a:pt x="70510" y="443052"/>
                </a:lnTo>
                <a:lnTo>
                  <a:pt x="81661" y="431139"/>
                </a:lnTo>
                <a:lnTo>
                  <a:pt x="0" y="406908"/>
                </a:lnTo>
                <a:lnTo>
                  <a:pt x="29591" y="486791"/>
                </a:lnTo>
                <a:lnTo>
                  <a:pt x="48869" y="466178"/>
                </a:lnTo>
                <a:lnTo>
                  <a:pt x="316992" y="717003"/>
                </a:lnTo>
                <a:lnTo>
                  <a:pt x="330581" y="702538"/>
                </a:lnTo>
                <a:close/>
              </a:path>
              <a:path w="1534795" h="717550">
                <a:moveTo>
                  <a:pt x="1534668" y="76200"/>
                </a:moveTo>
                <a:lnTo>
                  <a:pt x="1528318" y="63500"/>
                </a:lnTo>
                <a:lnTo>
                  <a:pt x="1496568" y="0"/>
                </a:lnTo>
                <a:lnTo>
                  <a:pt x="1458468" y="76200"/>
                </a:lnTo>
                <a:lnTo>
                  <a:pt x="1486662" y="76200"/>
                </a:lnTo>
                <a:lnTo>
                  <a:pt x="1486662" y="418490"/>
                </a:lnTo>
                <a:lnTo>
                  <a:pt x="1506474" y="418490"/>
                </a:lnTo>
                <a:lnTo>
                  <a:pt x="1506474" y="76200"/>
                </a:lnTo>
                <a:lnTo>
                  <a:pt x="1534668" y="76200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FF192C-E8A7-4B7E-9B90-E05C8206FFCC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  <p:sp>
        <p:nvSpPr>
          <p:cNvPr id="33" name="object 14">
            <a:extLst>
              <a:ext uri="{FF2B5EF4-FFF2-40B4-BE49-F238E27FC236}">
                <a16:creationId xmlns:a16="http://schemas.microsoft.com/office/drawing/2014/main" id="{100F08C2-F8A6-4957-88A6-F313B73A5DBA}"/>
              </a:ext>
            </a:extLst>
          </p:cNvPr>
          <p:cNvSpPr txBox="1">
            <a:spLocks/>
          </p:cNvSpPr>
          <p:nvPr/>
        </p:nvSpPr>
        <p:spPr>
          <a:xfrm>
            <a:off x="-4368" y="345361"/>
            <a:ext cx="9295482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sz="3000" kern="0" spc="-5">
                <a:latin typeface="Garamond" panose="02020404030301010803" pitchFamily="18" charset="0"/>
                <a:cs typeface="Carlito"/>
              </a:rPr>
              <a:t>Review on your own: </a:t>
            </a:r>
            <a:r>
              <a:rPr lang="en-US" sz="3000" kern="0">
                <a:latin typeface="Garamond" panose="02020404030301010803" pitchFamily="18" charset="0"/>
                <a:cs typeface="Carlito"/>
              </a:rPr>
              <a:t>Long Short-Term </a:t>
            </a:r>
            <a:r>
              <a:rPr lang="en-US" sz="3000" kern="0" spc="-5">
                <a:latin typeface="Garamond" panose="02020404030301010803" pitchFamily="18" charset="0"/>
                <a:cs typeface="Carlito"/>
              </a:rPr>
              <a:t>Memory</a:t>
            </a:r>
            <a:r>
              <a:rPr lang="en-US" sz="3000" kern="0" spc="-90">
                <a:latin typeface="Garamond" panose="02020404030301010803" pitchFamily="18" charset="0"/>
                <a:cs typeface="Carlito"/>
              </a:rPr>
              <a:t> </a:t>
            </a:r>
            <a:r>
              <a:rPr lang="en-US" sz="3000" kern="0" spc="-5">
                <a:latin typeface="Garamond" panose="02020404030301010803" pitchFamily="18" charset="0"/>
                <a:cs typeface="Carlito"/>
              </a:rPr>
              <a:t>(LSTM)</a:t>
            </a:r>
            <a:endParaRPr lang="en-US" sz="3000" kern="0" spc="-5" dirty="0">
              <a:latin typeface="Garamond" panose="02020404030301010803" pitchFamily="18" charset="0"/>
              <a:cs typeface="Carli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01467" y="1478854"/>
            <a:ext cx="3403091" cy="3525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41550" y="2693034"/>
            <a:ext cx="348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-7" normalizeH="0" baseline="1388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t-1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0247" y="3698875"/>
            <a:ext cx="371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-7" normalizeH="0" baseline="1388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t-1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0241" y="2577846"/>
            <a:ext cx="223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</a:t>
            </a:r>
            <a:r>
              <a:rPr kumimoji="0" sz="1800" b="0" i="0" u="none" strike="noStrike" kern="1200" cap="none" spc="-7" normalizeH="0" baseline="-20833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endParaRPr kumimoji="0" sz="1800" b="0" i="0" u="none" strike="noStrike" kern="1200" cap="none" spc="0" normalizeH="0" baseline="-20833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00241" y="3675379"/>
            <a:ext cx="2463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</a:t>
            </a:r>
            <a:r>
              <a:rPr kumimoji="0" sz="1800" b="0" i="0" u="none" strike="noStrike" kern="1200" cap="none" spc="-7" normalizeH="0" baseline="-20833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endParaRPr kumimoji="0" sz="1800" b="0" i="0" u="none" strike="noStrike" kern="1200" cap="none" spc="0" normalizeH="0" baseline="-20833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95015" y="3177920"/>
            <a:ext cx="8001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49878" y="3280029"/>
            <a:ext cx="65405" cy="15581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1386" y="3056889"/>
            <a:ext cx="15748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</a:t>
            </a:r>
            <a:r>
              <a:rPr kumimoji="0" sz="1350" b="0" i="0" u="none" strike="noStrike" kern="1200" cap="none" spc="7" normalizeH="0" baseline="-2160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endParaRPr kumimoji="0" sz="1350" b="0" i="0" u="none" strike="noStrike" kern="1200" cap="none" spc="0" normalizeH="0" baseline="-21604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43373" y="3058413"/>
            <a:ext cx="2108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</a:t>
            </a:r>
            <a:r>
              <a:rPr kumimoji="0" sz="1350" b="0" i="0" u="none" strike="noStrike" kern="1200" cap="none" spc="7" normalizeH="0" baseline="-2160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endParaRPr kumimoji="0" sz="1350" b="0" i="0" u="none" strike="noStrike" kern="1200" cap="none" spc="0" normalizeH="0" baseline="-21604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74794" y="2517394"/>
            <a:ext cx="19113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</a:t>
            </a:r>
            <a:r>
              <a:rPr kumimoji="0" sz="1350" b="0" i="0" u="none" strike="noStrike" kern="1200" cap="none" spc="0" normalizeH="0" baseline="-2160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37430" y="3375152"/>
            <a:ext cx="65405" cy="15581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37354" y="3222498"/>
            <a:ext cx="15176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~</a:t>
            </a:r>
            <a:r>
              <a:rPr kumimoji="0" sz="2100" b="0" i="0" u="none" strike="noStrike" kern="1200" cap="none" spc="-525" normalizeH="0" baseline="-15873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</a:t>
            </a:r>
            <a:endParaRPr kumimoji="0" sz="2100" b="0" i="0" u="none" strike="noStrike" kern="1200" cap="none" spc="0" normalizeH="0" baseline="-15873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-4368" y="345361"/>
            <a:ext cx="9295482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000" spc="-5" dirty="0">
                <a:latin typeface="Garamond" panose="02020404030301010803" pitchFamily="18" charset="0"/>
                <a:cs typeface="Carlito"/>
              </a:rPr>
              <a:t>Review on your own: </a:t>
            </a:r>
            <a:r>
              <a:rPr sz="3000" dirty="0">
                <a:latin typeface="Garamond" panose="02020404030301010803" pitchFamily="18" charset="0"/>
                <a:cs typeface="Carlito"/>
              </a:rPr>
              <a:t>Long Short-Term </a:t>
            </a:r>
            <a:r>
              <a:rPr sz="3000" spc="-5" dirty="0">
                <a:latin typeface="Garamond" panose="02020404030301010803" pitchFamily="18" charset="0"/>
                <a:cs typeface="Carlito"/>
              </a:rPr>
              <a:t>Memory</a:t>
            </a:r>
            <a:r>
              <a:rPr sz="3000" spc="-90" dirty="0">
                <a:latin typeface="Garamond" panose="02020404030301010803" pitchFamily="18" charset="0"/>
                <a:cs typeface="Carlito"/>
              </a:rPr>
              <a:t> </a:t>
            </a:r>
            <a:r>
              <a:rPr sz="3000" spc="-5" dirty="0">
                <a:latin typeface="Garamond" panose="02020404030301010803" pitchFamily="18" charset="0"/>
                <a:cs typeface="Carlito"/>
              </a:rPr>
              <a:t>(LSTM)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83540" y="1134383"/>
            <a:ext cx="49542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You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can think of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LSTM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equations visually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like</a:t>
            </a:r>
            <a:r>
              <a:rPr kumimoji="0" sz="1800" b="0" i="0" u="none" strike="noStrike" kern="1200" cap="none" spc="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this: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2107" y="5573267"/>
            <a:ext cx="4764405" cy="856615"/>
            <a:chOff x="102107" y="5573267"/>
            <a:chExt cx="4764405" cy="856615"/>
          </a:xfrm>
        </p:grpSpPr>
        <p:sp>
          <p:nvSpPr>
            <p:cNvPr id="17" name="object 17"/>
            <p:cNvSpPr/>
            <p:nvPr/>
          </p:nvSpPr>
          <p:spPr>
            <a:xfrm>
              <a:off x="175321" y="5664857"/>
              <a:ext cx="4594714" cy="6733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06679" y="5577839"/>
              <a:ext cx="4754880" cy="847725"/>
            </a:xfrm>
            <a:custGeom>
              <a:avLst/>
              <a:gdLst/>
              <a:ahLst/>
              <a:cxnLst/>
              <a:rect l="l" t="t" r="r" b="b"/>
              <a:pathLst>
                <a:path w="4754880" h="847725">
                  <a:moveTo>
                    <a:pt x="0" y="847344"/>
                  </a:moveTo>
                  <a:lnTo>
                    <a:pt x="4754880" y="847344"/>
                  </a:lnTo>
                  <a:lnTo>
                    <a:pt x="4754880" y="0"/>
                  </a:lnTo>
                  <a:lnTo>
                    <a:pt x="0" y="0"/>
                  </a:lnTo>
                  <a:lnTo>
                    <a:pt x="0" y="847344"/>
                  </a:lnTo>
                  <a:close/>
                </a:path>
              </a:pathLst>
            </a:custGeom>
            <a:ln w="9143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11074" y="3246882"/>
            <a:ext cx="1423670" cy="525785"/>
          </a:xfrm>
          <a:prstGeom prst="rect">
            <a:avLst/>
          </a:prstGeom>
          <a:ln w="19812">
            <a:solidFill>
              <a:srgbClr val="4285F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261620" marR="165100" lvl="0" indent="-9144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Compute</a:t>
            </a:r>
            <a:r>
              <a:rPr kumimoji="0" sz="1600" b="0" i="0" u="none" strike="noStrike" kern="1200" cap="none" spc="-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 </a:t>
            </a: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forget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gate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727" y="3529584"/>
            <a:ext cx="1465580" cy="152400"/>
          </a:xfrm>
          <a:custGeom>
            <a:avLst/>
            <a:gdLst/>
            <a:ahLst/>
            <a:cxnLst/>
            <a:rect l="l" t="t" r="r" b="b"/>
            <a:pathLst>
              <a:path w="1465580" h="152400">
                <a:moveTo>
                  <a:pt x="1392301" y="76326"/>
                </a:moveTo>
                <a:lnTo>
                  <a:pt x="1390187" y="104458"/>
                </a:lnTo>
                <a:lnTo>
                  <a:pt x="1402842" y="105409"/>
                </a:lnTo>
                <a:lnTo>
                  <a:pt x="1401318" y="125221"/>
                </a:lnTo>
                <a:lnTo>
                  <a:pt x="1388627" y="125221"/>
                </a:lnTo>
                <a:lnTo>
                  <a:pt x="1386586" y="152399"/>
                </a:lnTo>
                <a:lnTo>
                  <a:pt x="1452772" y="125221"/>
                </a:lnTo>
                <a:lnTo>
                  <a:pt x="1401318" y="125221"/>
                </a:lnTo>
                <a:lnTo>
                  <a:pt x="1388699" y="124272"/>
                </a:lnTo>
                <a:lnTo>
                  <a:pt x="1455084" y="124272"/>
                </a:lnTo>
                <a:lnTo>
                  <a:pt x="1465453" y="120014"/>
                </a:lnTo>
                <a:lnTo>
                  <a:pt x="1392301" y="76326"/>
                </a:lnTo>
                <a:close/>
              </a:path>
              <a:path w="1465580" h="152400">
                <a:moveTo>
                  <a:pt x="1390187" y="104458"/>
                </a:moveTo>
                <a:lnTo>
                  <a:pt x="1388699" y="124272"/>
                </a:lnTo>
                <a:lnTo>
                  <a:pt x="1401318" y="125221"/>
                </a:lnTo>
                <a:lnTo>
                  <a:pt x="1402842" y="105409"/>
                </a:lnTo>
                <a:lnTo>
                  <a:pt x="1390187" y="104458"/>
                </a:lnTo>
                <a:close/>
              </a:path>
              <a:path w="1465580" h="152400">
                <a:moveTo>
                  <a:pt x="1524" y="0"/>
                </a:moveTo>
                <a:lnTo>
                  <a:pt x="0" y="19812"/>
                </a:lnTo>
                <a:lnTo>
                  <a:pt x="1388699" y="124272"/>
                </a:lnTo>
                <a:lnTo>
                  <a:pt x="1390187" y="104458"/>
                </a:lnTo>
                <a:lnTo>
                  <a:pt x="1524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1074" y="2160270"/>
            <a:ext cx="1423670" cy="525143"/>
          </a:xfrm>
          <a:prstGeom prst="rect">
            <a:avLst/>
          </a:prstGeom>
          <a:ln w="19812">
            <a:solidFill>
              <a:srgbClr val="4285F4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199390" marR="0" lvl="0" indent="0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Forget</a:t>
            </a:r>
            <a:r>
              <a:rPr kumimoji="0" sz="1600" b="0" i="0" u="none" strike="noStrike" kern="1200" cap="none" spc="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some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22987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cell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content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632711" y="2443098"/>
            <a:ext cx="1563370" cy="320675"/>
          </a:xfrm>
          <a:custGeom>
            <a:avLst/>
            <a:gdLst/>
            <a:ahLst/>
            <a:cxnLst/>
            <a:rect l="l" t="t" r="r" b="b"/>
            <a:pathLst>
              <a:path w="1563370" h="320675">
                <a:moveTo>
                  <a:pt x="1486192" y="292969"/>
                </a:moveTo>
                <a:lnTo>
                  <a:pt x="1481074" y="320675"/>
                </a:lnTo>
                <a:lnTo>
                  <a:pt x="1562989" y="296925"/>
                </a:lnTo>
                <a:lnTo>
                  <a:pt x="1560793" y="295275"/>
                </a:lnTo>
                <a:lnTo>
                  <a:pt x="1498727" y="295275"/>
                </a:lnTo>
                <a:lnTo>
                  <a:pt x="1486192" y="292969"/>
                </a:lnTo>
                <a:close/>
              </a:path>
              <a:path w="1563370" h="320675">
                <a:moveTo>
                  <a:pt x="1489803" y="273421"/>
                </a:moveTo>
                <a:lnTo>
                  <a:pt x="1486192" y="292969"/>
                </a:lnTo>
                <a:lnTo>
                  <a:pt x="1498727" y="295275"/>
                </a:lnTo>
                <a:lnTo>
                  <a:pt x="1502283" y="275716"/>
                </a:lnTo>
                <a:lnTo>
                  <a:pt x="1489803" y="273421"/>
                </a:lnTo>
                <a:close/>
              </a:path>
              <a:path w="1563370" h="320675">
                <a:moveTo>
                  <a:pt x="1494917" y="245745"/>
                </a:moveTo>
                <a:lnTo>
                  <a:pt x="1489803" y="273421"/>
                </a:lnTo>
                <a:lnTo>
                  <a:pt x="1502283" y="275716"/>
                </a:lnTo>
                <a:lnTo>
                  <a:pt x="1498727" y="295275"/>
                </a:lnTo>
                <a:lnTo>
                  <a:pt x="1560793" y="295275"/>
                </a:lnTo>
                <a:lnTo>
                  <a:pt x="1494917" y="245745"/>
                </a:lnTo>
                <a:close/>
              </a:path>
              <a:path w="1563370" h="320675">
                <a:moveTo>
                  <a:pt x="3556" y="0"/>
                </a:moveTo>
                <a:lnTo>
                  <a:pt x="0" y="19558"/>
                </a:lnTo>
                <a:lnTo>
                  <a:pt x="1486192" y="292969"/>
                </a:lnTo>
                <a:lnTo>
                  <a:pt x="1489803" y="273421"/>
                </a:lnTo>
                <a:lnTo>
                  <a:pt x="3556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9881" y="4557521"/>
            <a:ext cx="1423670" cy="525785"/>
          </a:xfrm>
          <a:prstGeom prst="rect">
            <a:avLst/>
          </a:prstGeom>
          <a:ln w="19812">
            <a:solidFill>
              <a:srgbClr val="4285F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292100" marR="165100" lvl="0" indent="-12192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Compute</a:t>
            </a:r>
            <a:r>
              <a:rPr kumimoji="0" sz="1600" b="0" i="0" u="none" strike="noStrike" kern="1200" cap="none" spc="-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input</a:t>
            </a:r>
            <a:r>
              <a:rPr kumimoji="0" sz="1600" b="0" i="0" u="none" strike="noStrike" kern="1200" cap="none" spc="-4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gate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97710" y="3757421"/>
            <a:ext cx="1583690" cy="1101090"/>
          </a:xfrm>
          <a:custGeom>
            <a:avLst/>
            <a:gdLst/>
            <a:ahLst/>
            <a:cxnLst/>
            <a:rect l="l" t="t" r="r" b="b"/>
            <a:pathLst>
              <a:path w="1583689" h="1101089">
                <a:moveTo>
                  <a:pt x="1514893" y="35253"/>
                </a:moveTo>
                <a:lnTo>
                  <a:pt x="0" y="1084452"/>
                </a:lnTo>
                <a:lnTo>
                  <a:pt x="11175" y="1100835"/>
                </a:lnTo>
                <a:lnTo>
                  <a:pt x="1526156" y="51537"/>
                </a:lnTo>
                <a:lnTo>
                  <a:pt x="1514893" y="35253"/>
                </a:lnTo>
                <a:close/>
              </a:path>
              <a:path w="1583689" h="1101089">
                <a:moveTo>
                  <a:pt x="1567764" y="28066"/>
                </a:moveTo>
                <a:lnTo>
                  <a:pt x="1525269" y="28066"/>
                </a:lnTo>
                <a:lnTo>
                  <a:pt x="1536573" y="44322"/>
                </a:lnTo>
                <a:lnTo>
                  <a:pt x="1526156" y="51537"/>
                </a:lnTo>
                <a:lnTo>
                  <a:pt x="1542161" y="74675"/>
                </a:lnTo>
                <a:lnTo>
                  <a:pt x="1567764" y="28066"/>
                </a:lnTo>
                <a:close/>
              </a:path>
              <a:path w="1583689" h="1101089">
                <a:moveTo>
                  <a:pt x="1525269" y="28066"/>
                </a:moveTo>
                <a:lnTo>
                  <a:pt x="1514893" y="35253"/>
                </a:lnTo>
                <a:lnTo>
                  <a:pt x="1526156" y="51537"/>
                </a:lnTo>
                <a:lnTo>
                  <a:pt x="1536573" y="44322"/>
                </a:lnTo>
                <a:lnTo>
                  <a:pt x="1525269" y="28066"/>
                </a:lnTo>
                <a:close/>
              </a:path>
              <a:path w="1583689" h="1101089">
                <a:moveTo>
                  <a:pt x="1583181" y="0"/>
                </a:moveTo>
                <a:lnTo>
                  <a:pt x="1498853" y="12064"/>
                </a:lnTo>
                <a:lnTo>
                  <a:pt x="1514893" y="35253"/>
                </a:lnTo>
                <a:lnTo>
                  <a:pt x="1525269" y="28066"/>
                </a:lnTo>
                <a:lnTo>
                  <a:pt x="1567764" y="28066"/>
                </a:lnTo>
                <a:lnTo>
                  <a:pt x="1583181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73602" y="4557521"/>
            <a:ext cx="1626235" cy="525785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131445" marR="127000" lvl="0" indent="13970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Compute the  new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cell</a:t>
            </a:r>
            <a:r>
              <a:rPr kumimoji="0" sz="1600" b="0" i="0" u="none" strike="noStrike" kern="1200" cap="none" spc="-4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content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251071" y="3749802"/>
            <a:ext cx="245110" cy="810895"/>
          </a:xfrm>
          <a:custGeom>
            <a:avLst/>
            <a:gdLst/>
            <a:ahLst/>
            <a:cxnLst/>
            <a:rect l="l" t="t" r="r" b="b"/>
            <a:pathLst>
              <a:path w="245110" h="810895">
                <a:moveTo>
                  <a:pt x="46381" y="70989"/>
                </a:moveTo>
                <a:lnTo>
                  <a:pt x="27205" y="76189"/>
                </a:lnTo>
                <a:lnTo>
                  <a:pt x="225805" y="810387"/>
                </a:lnTo>
                <a:lnTo>
                  <a:pt x="244855" y="805307"/>
                </a:lnTo>
                <a:lnTo>
                  <a:pt x="46381" y="70989"/>
                </a:lnTo>
                <a:close/>
              </a:path>
              <a:path w="245110" h="810895">
                <a:moveTo>
                  <a:pt x="16890" y="0"/>
                </a:moveTo>
                <a:lnTo>
                  <a:pt x="0" y="83566"/>
                </a:lnTo>
                <a:lnTo>
                  <a:pt x="27205" y="76189"/>
                </a:lnTo>
                <a:lnTo>
                  <a:pt x="23875" y="63881"/>
                </a:lnTo>
                <a:lnTo>
                  <a:pt x="43052" y="58674"/>
                </a:lnTo>
                <a:lnTo>
                  <a:pt x="69123" y="58674"/>
                </a:lnTo>
                <a:lnTo>
                  <a:pt x="16890" y="0"/>
                </a:lnTo>
                <a:close/>
              </a:path>
              <a:path w="245110" h="810895">
                <a:moveTo>
                  <a:pt x="43052" y="58674"/>
                </a:moveTo>
                <a:lnTo>
                  <a:pt x="23875" y="63881"/>
                </a:lnTo>
                <a:lnTo>
                  <a:pt x="27205" y="76189"/>
                </a:lnTo>
                <a:lnTo>
                  <a:pt x="46381" y="70989"/>
                </a:lnTo>
                <a:lnTo>
                  <a:pt x="43052" y="58674"/>
                </a:lnTo>
                <a:close/>
              </a:path>
              <a:path w="245110" h="810895">
                <a:moveTo>
                  <a:pt x="69123" y="58674"/>
                </a:moveTo>
                <a:lnTo>
                  <a:pt x="43052" y="58674"/>
                </a:lnTo>
                <a:lnTo>
                  <a:pt x="46381" y="70989"/>
                </a:lnTo>
                <a:lnTo>
                  <a:pt x="73532" y="63627"/>
                </a:lnTo>
                <a:lnTo>
                  <a:pt x="69123" y="58674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94070" y="4557521"/>
            <a:ext cx="1402080" cy="525785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217170" marR="154940" lvl="0" indent="-58419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Compute</a:t>
            </a:r>
            <a:r>
              <a:rPr kumimoji="0" sz="1600" b="0" i="0" u="none" strike="noStrike" kern="1200" cap="none" spc="-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 output</a:t>
            </a:r>
            <a:r>
              <a:rPr kumimoji="0" sz="1600" b="0" i="0" u="none" strike="noStrike" kern="1200" cap="none" spc="-2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gate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758690" y="3745610"/>
            <a:ext cx="1839595" cy="821055"/>
          </a:xfrm>
          <a:custGeom>
            <a:avLst/>
            <a:gdLst/>
            <a:ahLst/>
            <a:cxnLst/>
            <a:rect l="l" t="t" r="r" b="b"/>
            <a:pathLst>
              <a:path w="1839595" h="821054">
                <a:moveTo>
                  <a:pt x="73712" y="25810"/>
                </a:moveTo>
                <a:lnTo>
                  <a:pt x="65708" y="43969"/>
                </a:lnTo>
                <a:lnTo>
                  <a:pt x="1831593" y="821055"/>
                </a:lnTo>
                <a:lnTo>
                  <a:pt x="1839594" y="803020"/>
                </a:lnTo>
                <a:lnTo>
                  <a:pt x="73712" y="25810"/>
                </a:lnTo>
                <a:close/>
              </a:path>
              <a:path w="1839595" h="821054">
                <a:moveTo>
                  <a:pt x="85089" y="0"/>
                </a:moveTo>
                <a:lnTo>
                  <a:pt x="0" y="4190"/>
                </a:lnTo>
                <a:lnTo>
                  <a:pt x="54356" y="69722"/>
                </a:lnTo>
                <a:lnTo>
                  <a:pt x="65708" y="43969"/>
                </a:lnTo>
                <a:lnTo>
                  <a:pt x="54101" y="38862"/>
                </a:lnTo>
                <a:lnTo>
                  <a:pt x="62102" y="20700"/>
                </a:lnTo>
                <a:lnTo>
                  <a:pt x="75964" y="20700"/>
                </a:lnTo>
                <a:lnTo>
                  <a:pt x="85089" y="0"/>
                </a:lnTo>
                <a:close/>
              </a:path>
              <a:path w="1839595" h="821054">
                <a:moveTo>
                  <a:pt x="62102" y="20700"/>
                </a:moveTo>
                <a:lnTo>
                  <a:pt x="54101" y="38862"/>
                </a:lnTo>
                <a:lnTo>
                  <a:pt x="65708" y="43969"/>
                </a:lnTo>
                <a:lnTo>
                  <a:pt x="73712" y="25810"/>
                </a:lnTo>
                <a:lnTo>
                  <a:pt x="62102" y="20700"/>
                </a:lnTo>
                <a:close/>
              </a:path>
              <a:path w="1839595" h="821054">
                <a:moveTo>
                  <a:pt x="75964" y="20700"/>
                </a:moveTo>
                <a:lnTo>
                  <a:pt x="62102" y="20700"/>
                </a:lnTo>
                <a:lnTo>
                  <a:pt x="73712" y="25810"/>
                </a:lnTo>
                <a:lnTo>
                  <a:pt x="75964" y="2070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55470" y="1611630"/>
            <a:ext cx="2682240" cy="278922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157480" marR="0" lvl="0" indent="0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Write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some new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cell</a:t>
            </a:r>
            <a:r>
              <a:rPr kumimoji="0" sz="1600" b="0" i="0" u="none" strike="noStrike" kern="1200" cap="none" spc="6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content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190494" y="1945258"/>
            <a:ext cx="3414395" cy="1438910"/>
          </a:xfrm>
          <a:custGeom>
            <a:avLst/>
            <a:gdLst/>
            <a:ahLst/>
            <a:cxnLst/>
            <a:rect l="l" t="t" r="r" b="b"/>
            <a:pathLst>
              <a:path w="3414395" h="1438910">
                <a:moveTo>
                  <a:pt x="966216" y="764286"/>
                </a:moveTo>
                <a:lnTo>
                  <a:pt x="951369" y="732790"/>
                </a:lnTo>
                <a:lnTo>
                  <a:pt x="929894" y="687197"/>
                </a:lnTo>
                <a:lnTo>
                  <a:pt x="912456" y="709371"/>
                </a:lnTo>
                <a:lnTo>
                  <a:pt x="12192" y="0"/>
                </a:lnTo>
                <a:lnTo>
                  <a:pt x="0" y="15494"/>
                </a:lnTo>
                <a:lnTo>
                  <a:pt x="900226" y="724941"/>
                </a:lnTo>
                <a:lnTo>
                  <a:pt x="882777" y="747141"/>
                </a:lnTo>
                <a:lnTo>
                  <a:pt x="966216" y="764286"/>
                </a:lnTo>
                <a:close/>
              </a:path>
              <a:path w="3414395" h="1438910">
                <a:moveTo>
                  <a:pt x="3414255" y="1418971"/>
                </a:moveTo>
                <a:lnTo>
                  <a:pt x="2099170" y="1256944"/>
                </a:lnTo>
                <a:lnTo>
                  <a:pt x="2099360" y="1255395"/>
                </a:lnTo>
                <a:lnTo>
                  <a:pt x="2102612" y="1228979"/>
                </a:lnTo>
                <a:lnTo>
                  <a:pt x="2022348" y="1257427"/>
                </a:lnTo>
                <a:lnTo>
                  <a:pt x="2093341" y="1304544"/>
                </a:lnTo>
                <a:lnTo>
                  <a:pt x="2096757" y="1276629"/>
                </a:lnTo>
                <a:lnTo>
                  <a:pt x="3411855" y="1438656"/>
                </a:lnTo>
                <a:lnTo>
                  <a:pt x="3414255" y="141897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04254" y="3080766"/>
            <a:ext cx="2357755" cy="525785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394335" marR="125095" lvl="0" indent="-26416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Output some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cell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content 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hidden</a:t>
            </a: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state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75909" y="6475806"/>
            <a:ext cx="3578860" cy="131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sng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Source:</a:t>
            </a:r>
            <a:r>
              <a:rPr kumimoji="0" sz="10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1000" b="0" i="0" u="sng" strike="noStrike" kern="1200" cap="none" spc="-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Carlito"/>
                <a:hlinkClick r:id="rId4"/>
              </a:rPr>
              <a:t>http://colah.github.io/posts/2015-08-Understanding-LSTMs/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0CF6C1-65C2-401A-AEAA-A4F1F4C47A4F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39" y="249377"/>
            <a:ext cx="2719583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Garamond" panose="02020404030301010803" pitchFamily="18" charset="0"/>
                <a:cs typeface="Carlito"/>
              </a:rPr>
              <a:t>LSTM vs</a:t>
            </a:r>
            <a:r>
              <a:rPr spc="-85" dirty="0">
                <a:latin typeface="Garamond" panose="02020404030301010803" pitchFamily="18" charset="0"/>
                <a:cs typeface="Carlito"/>
              </a:rPr>
              <a:t> </a:t>
            </a:r>
            <a:r>
              <a:rPr spc="-5" dirty="0">
                <a:latin typeface="Garamond" panose="02020404030301010803" pitchFamily="18" charset="0"/>
                <a:cs typeface="Carlito"/>
              </a:rPr>
              <a:t>GRU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5661"/>
            <a:ext cx="8357870" cy="490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2069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Researchers have proposed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many gated RNN variants,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but LSTM 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and GRU are the most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widely-used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 biggest difference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that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GRU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quicker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compute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and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has  fewer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parameters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21336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There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no conclusive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evidence that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one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consistently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performs  better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than the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other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1143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LSTM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is 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good default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choice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(especially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if your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data has  particularly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long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dependencies, or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you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have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lots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of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training</a:t>
            </a:r>
            <a:r>
              <a:rPr kumimoji="0" sz="2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data)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Carlito"/>
            </a:endParaRPr>
          </a:p>
          <a:p>
            <a:pPr marL="355600" marR="307975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heavy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Rule </a:t>
            </a:r>
            <a:r>
              <a:rPr kumimoji="0" sz="2400" b="0" i="0" u="heavy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of </a:t>
            </a:r>
            <a:r>
              <a:rPr kumimoji="0" sz="2400" b="0" i="0" u="heavy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Garamond" panose="02020404030301010803" pitchFamily="18" charset="0"/>
                <a:ea typeface="+mn-ea"/>
                <a:cs typeface="Carlito"/>
              </a:rPr>
              <a:t>thumb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: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start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with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LSTM, but switch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to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GRU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if you</a:t>
            </a:r>
            <a:r>
              <a:rPr kumimoji="0" sz="24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want 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something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more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Carlito"/>
              </a:rPr>
              <a:t>efficient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1F36A-5F80-43AE-AA20-76EA3B62719C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E8E1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E8E1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3899</TotalTime>
  <Words>3350</Words>
  <Application>Microsoft Macintosh PowerPoint</Application>
  <PresentationFormat>On-screen Show (4:3)</PresentationFormat>
  <Paragraphs>612</Paragraphs>
  <Slides>68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68</vt:i4>
      </vt:variant>
    </vt:vector>
  </HeadingPairs>
  <TitlesOfParts>
    <vt:vector size="83" baseType="lpstr">
      <vt:lpstr>Carlito</vt:lpstr>
      <vt:lpstr>Arial</vt:lpstr>
      <vt:lpstr>Calibri</vt:lpstr>
      <vt:lpstr>Century Gothic</vt:lpstr>
      <vt:lpstr>Courier New</vt:lpstr>
      <vt:lpstr>Garamond</vt:lpstr>
      <vt:lpstr>Times New Roman</vt:lpstr>
      <vt:lpstr>Trebuchet MS</vt:lpstr>
      <vt:lpstr>1_Office Theme</vt:lpstr>
      <vt:lpstr>Executive</vt:lpstr>
      <vt:lpstr>Office Theme</vt:lpstr>
      <vt:lpstr>2_Office Theme</vt:lpstr>
      <vt:lpstr>3_Office Theme</vt:lpstr>
      <vt:lpstr>10_Office Theme</vt:lpstr>
      <vt:lpstr>11_Office Theme</vt:lpstr>
      <vt:lpstr>PowerPoint Presentation</vt:lpstr>
      <vt:lpstr>Plan for this lecture</vt:lpstr>
      <vt:lpstr>Recurrent neural networks</vt:lpstr>
      <vt:lpstr>PowerPoint Presentation</vt:lpstr>
      <vt:lpstr>PowerPoint Presentation</vt:lpstr>
      <vt:lpstr>Recurrent Networks offer a lot of flexibility:</vt:lpstr>
      <vt:lpstr>Recurrent Networks offer a lot of flexibility:</vt:lpstr>
      <vt:lpstr>Recurrent Networks offer a lot of flexibility:</vt:lpstr>
      <vt:lpstr>Recurrent Networks offer a lot of flexibility:</vt:lpstr>
      <vt:lpstr>Recurrent Networks offer a lot of flexibility:</vt:lpstr>
      <vt:lpstr>Recurrent Neural Network</vt:lpstr>
      <vt:lpstr>Recurrent Neural Network</vt:lpstr>
      <vt:lpstr>Recurrent Neural Network</vt:lpstr>
      <vt:lpstr>Recurrent Neural Network</vt:lpstr>
      <vt:lpstr>(Vanilla) Recurrent Neural Network The state consists of a single “hidden” vector h:</vt:lpstr>
      <vt:lpstr>Character-level  language model  example</vt:lpstr>
      <vt:lpstr>PowerPoint Presentation</vt:lpstr>
      <vt:lpstr>PowerPoint Presentation</vt:lpstr>
      <vt:lpstr>PowerPoint Presentation</vt:lpstr>
      <vt:lpstr>Training a Recurrent Neural Network</vt:lpstr>
      <vt:lpstr>The vanishing/exploding gradient problem</vt:lpstr>
      <vt:lpstr>The vanishing gradient problem</vt:lpstr>
      <vt:lpstr>Now in more detail…</vt:lpstr>
      <vt:lpstr>Language Modeling</vt:lpstr>
      <vt:lpstr>n-gram Language Models</vt:lpstr>
      <vt:lpstr>n-gram Language Models</vt:lpstr>
      <vt:lpstr>Sparsity Problems with n-gram Language Models</vt:lpstr>
      <vt:lpstr>A fixed-window neural Language Model</vt:lpstr>
      <vt:lpstr>A fixed-window neural Language Model</vt:lpstr>
      <vt:lpstr>Recurrent Neural Networks (RNN) A family of neural architectures</vt:lpstr>
      <vt:lpstr>A RNN Language Model</vt:lpstr>
      <vt:lpstr>A RNN Language Model</vt:lpstr>
      <vt:lpstr>Recall: Training a RNN Language Model</vt:lpstr>
      <vt:lpstr>Training a RNN Language Model</vt:lpstr>
      <vt:lpstr>Training a RNN Language Model</vt:lpstr>
      <vt:lpstr>Training a RNN Language Model</vt:lpstr>
      <vt:lpstr>Training a RNN Language Model</vt:lpstr>
      <vt:lpstr>Training a RNN Language Model</vt:lpstr>
      <vt:lpstr>Backpropagation for RNNs</vt:lpstr>
      <vt:lpstr>Multivariable Chain Rule</vt:lpstr>
      <vt:lpstr>Backpropagation for RNNs: Proof sketch</vt:lpstr>
      <vt:lpstr>Backpropagation for RNNs</vt:lpstr>
      <vt:lpstr>Vanishing gradient intuition</vt:lpstr>
      <vt:lpstr>PowerPoint Presentation</vt:lpstr>
      <vt:lpstr>Vanishing gradient intuition</vt:lpstr>
      <vt:lpstr>Vanishing gradient intuition</vt:lpstr>
      <vt:lpstr>Vanishing gradient intuition</vt:lpstr>
      <vt:lpstr>Vanishing gradient intuition</vt:lpstr>
      <vt:lpstr>Vanishing gradient proof sketch</vt:lpstr>
      <vt:lpstr>Vanishing gradient proof sketch</vt:lpstr>
      <vt:lpstr>Why is vanishing gradient a problem?</vt:lpstr>
      <vt:lpstr>Effect of vanishing gradient on RNN-LM</vt:lpstr>
      <vt:lpstr>Effect of vanishing gradient on RNN-LM</vt:lpstr>
      <vt:lpstr>Why is exploding gradient a problem?</vt:lpstr>
      <vt:lpstr>Gradient clipping: solution for exploding gradient</vt:lpstr>
      <vt:lpstr>RNNs with Gates</vt:lpstr>
      <vt:lpstr>How to fix vanishing gradient problem?</vt:lpstr>
      <vt:lpstr>Gated Recurrent Units (GRUs)</vt:lpstr>
      <vt:lpstr>Gated Recurrent Units (GRUs)</vt:lpstr>
      <vt:lpstr>Gated Recurrent Units (GRUs)</vt:lpstr>
      <vt:lpstr>Gated Recurrent Units (GRUs)</vt:lpstr>
      <vt:lpstr>Gated Recurrent Units (GRUs)</vt:lpstr>
      <vt:lpstr>Long-short-term-memories (LSTMs)</vt:lpstr>
      <vt:lpstr>Long-short-term-memories (LSTMs)</vt:lpstr>
      <vt:lpstr>Review on your own: Gated Recurrent Units (GRU)</vt:lpstr>
      <vt:lpstr>PowerPoint Presentation</vt:lpstr>
      <vt:lpstr>Review on your own: Long Short-Term Memory (LSTM)</vt:lpstr>
      <vt:lpstr>LSTM vs GRU</vt:lpstr>
    </vt:vector>
  </TitlesOfParts>
  <Company>University of Pittsburgh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1678: Intro to Deep Learning</dc:title>
  <dc:creator>Adriana I. Kovashka</dc:creator>
  <cp:lastModifiedBy>Fan, Heng</cp:lastModifiedBy>
  <cp:revision>401</cp:revision>
  <dcterms:created xsi:type="dcterms:W3CDTF">2015-04-17T19:15:42Z</dcterms:created>
  <dcterms:modified xsi:type="dcterms:W3CDTF">2026-03-17T14:42:36Z</dcterms:modified>
</cp:coreProperties>
</file>