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7" r:id="rId2"/>
    <p:sldMasterId id="2147483733" r:id="rId3"/>
  </p:sldMasterIdLst>
  <p:notesMasterIdLst>
    <p:notesMasterId r:id="rId56"/>
  </p:notesMasterIdLst>
  <p:sldIdLst>
    <p:sldId id="894" r:id="rId4"/>
    <p:sldId id="1030" r:id="rId5"/>
    <p:sldId id="876" r:id="rId6"/>
    <p:sldId id="278" r:id="rId7"/>
    <p:sldId id="877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878" r:id="rId19"/>
    <p:sldId id="294" r:id="rId20"/>
    <p:sldId id="295" r:id="rId21"/>
    <p:sldId id="296" r:id="rId22"/>
    <p:sldId id="297" r:id="rId23"/>
    <p:sldId id="298" r:id="rId24"/>
    <p:sldId id="299" r:id="rId25"/>
    <p:sldId id="304" r:id="rId26"/>
    <p:sldId id="305" r:id="rId27"/>
    <p:sldId id="306" r:id="rId28"/>
    <p:sldId id="307" r:id="rId29"/>
    <p:sldId id="308" r:id="rId30"/>
    <p:sldId id="309" r:id="rId31"/>
    <p:sldId id="311" r:id="rId32"/>
    <p:sldId id="314" r:id="rId33"/>
    <p:sldId id="315" r:id="rId34"/>
    <p:sldId id="879" r:id="rId35"/>
    <p:sldId id="880" r:id="rId36"/>
    <p:sldId id="881" r:id="rId37"/>
    <p:sldId id="882" r:id="rId38"/>
    <p:sldId id="883" r:id="rId39"/>
    <p:sldId id="321" r:id="rId40"/>
    <p:sldId id="322" r:id="rId41"/>
    <p:sldId id="884" r:id="rId42"/>
    <p:sldId id="889" r:id="rId43"/>
    <p:sldId id="890" r:id="rId44"/>
    <p:sldId id="891" r:id="rId45"/>
    <p:sldId id="430" r:id="rId46"/>
    <p:sldId id="431" r:id="rId47"/>
    <p:sldId id="435" r:id="rId48"/>
    <p:sldId id="436" r:id="rId49"/>
    <p:sldId id="437" r:id="rId50"/>
    <p:sldId id="438" r:id="rId51"/>
    <p:sldId id="439" r:id="rId52"/>
    <p:sldId id="440" r:id="rId53"/>
    <p:sldId id="441" r:id="rId54"/>
    <p:sldId id="346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91096" autoAdjust="0"/>
  </p:normalViewPr>
  <p:slideViewPr>
    <p:cSldViewPr snapToGrid="0">
      <p:cViewPr varScale="1">
        <p:scale>
          <a:sx n="115" d="100"/>
          <a:sy n="115" d="100"/>
        </p:scale>
        <p:origin x="16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69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0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BBD37736-4DC9-4C05-99A7-856CCC231FA5}" type="datetimeFigureOut">
              <a:rPr lang="en-US" smtClean="0"/>
              <a:pPr/>
              <a:t>3/24/26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5BAD559-58E6-437A-A7FE-2E6C4DB0F6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009DEB-A5ED-49DA-809F-4D64373B3F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3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1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91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4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33522" y="2229228"/>
            <a:ext cx="6076937" cy="3555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698" y="270276"/>
            <a:ext cx="853660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2042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717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3833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0974" y="139999"/>
            <a:ext cx="961148" cy="6577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270316" y="343199"/>
            <a:ext cx="1885946" cy="177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63097" y="371632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1376648" y="329679"/>
            <a:ext cx="86995" cy="84667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1376648" y="329679"/>
            <a:ext cx="86995" cy="84667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1800" dirty="0">
              <a:latin typeface="Garamond" panose="02020404030301010803" pitchFamily="18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857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9596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4071360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85858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14415934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1966514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986FF"/>
                </a:solidFill>
                <a:latin typeface="Garamond" panose="02020404030301010803" pitchFamily="18" charset="0"/>
                <a:cs typeface="Garamond" panose="02020404030301010803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1716813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202643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324" y="130409"/>
            <a:ext cx="88673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7153" y="1391228"/>
            <a:ext cx="83696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310004" cy="273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r>
              <a:rPr lang="en-US" spc="-5" dirty="0">
                <a:latin typeface="Garamond" panose="02020404030301010803" pitchFamily="18" charset="0"/>
              </a:rPr>
              <a:t>8 Feb</a:t>
            </a:r>
            <a:r>
              <a:rPr lang="en-US" spc="-7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7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r>
              <a:rPr lang="nn-NO" spc="-5" dirty="0">
                <a:latin typeface="Garamond" panose="02020404030301010803" pitchFamily="18" charset="0"/>
              </a:rPr>
              <a:t>Fei-Fei Li &amp; Andrej Karpathy &amp; Justin</a:t>
            </a:r>
            <a:r>
              <a:rPr lang="nn-NO" spc="65" dirty="0">
                <a:latin typeface="Garamond" panose="02020404030301010803" pitchFamily="18" charset="0"/>
              </a:rPr>
              <a:t> </a:t>
            </a:r>
            <a:r>
              <a:rPr lang="nn-NO" spc="-5" dirty="0">
                <a:latin typeface="Garamond" panose="02020404030301010803" pitchFamily="18" charset="0"/>
              </a:rPr>
              <a:t>Johnson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6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49377"/>
            <a:ext cx="58794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986FF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318006"/>
            <a:ext cx="695198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0" y="6465595"/>
            <a:ext cx="256540" cy="185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lang="en-US" spc="-70" smtClean="0"/>
              <a:pPr marL="38100">
                <a:lnSpc>
                  <a:spcPts val="1435"/>
                </a:lnSpc>
              </a:pPr>
              <a:t>‹#›</a:t>
            </a:fld>
            <a:endParaRPr lang="en-US" spc="-70" dirty="0"/>
          </a:p>
        </p:txBody>
      </p:sp>
    </p:spTree>
    <p:extLst>
      <p:ext uri="{BB962C8B-B14F-4D97-AF65-F5344CB8AC3E}">
        <p14:creationId xmlns:p14="http://schemas.microsoft.com/office/powerpoint/2010/main" val="212978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</p:sldLayoutIdLst>
  <p:txStyles>
    <p:titleStyle>
      <a:lvl1pPr>
        <a:defRPr>
          <a:latin typeface="Garamond" panose="02020404030301010803" pitchFamily="18" charset="0"/>
          <a:ea typeface="+mj-ea"/>
          <a:cs typeface="+mj-cs"/>
        </a:defRPr>
      </a:lvl1pPr>
    </p:titleStyle>
    <p:bodyStyle>
      <a:lvl1pPr marL="0">
        <a:defRPr>
          <a:latin typeface="Garamond" panose="02020404030301010803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ta-net.eu/events/meta-forum-2016/slides/09_sennrich.pdf" TargetMode="Externa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ynettoday.com/editorials/state_of_nmt" TargetMode="Externa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6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12" Type="http://schemas.openxmlformats.org/officeDocument/2006/relationships/image" Target="../media/image45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9.jpg"/><Relationship Id="rId11" Type="http://schemas.openxmlformats.org/officeDocument/2006/relationships/image" Target="../media/image44.jpg"/><Relationship Id="rId5" Type="http://schemas.openxmlformats.org/officeDocument/2006/relationships/image" Target="../media/image38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2844304-8D4E-49AC-99A9-CC54E13E8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" y="46895"/>
            <a:ext cx="1841888" cy="594497"/>
          </a:xfrm>
          <a:prstGeom prst="rect">
            <a:avLst/>
          </a:prstGeom>
          <a:effectLst>
            <a:reflection stA="1500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0" y="1336432"/>
            <a:ext cx="914400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CSCE 5218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614362" y="3052641"/>
            <a:ext cx="7915275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614361" y="3409042"/>
            <a:ext cx="7915275" cy="942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Recurrent Neural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7A988-A29A-4D86-87FC-7064D9BC0171}"/>
              </a:ext>
            </a:extLst>
          </p:cNvPr>
          <p:cNvSpPr/>
          <p:nvPr/>
        </p:nvSpPr>
        <p:spPr>
          <a:xfrm>
            <a:off x="0" y="6400803"/>
            <a:ext cx="7915275" cy="45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Slides adapted from Adriana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Kovashka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3BBF-D211-4D3A-8EAF-22904973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14FB-2498-4291-8FAC-1CC98680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Recurrent neural networks </a:t>
            </a:r>
          </a:p>
          <a:p>
            <a:pPr lvl="1"/>
            <a:r>
              <a:rPr lang="en-US" sz="2400" dirty="0"/>
              <a:t>Basics </a:t>
            </a:r>
          </a:p>
          <a:p>
            <a:pPr lvl="1"/>
            <a:r>
              <a:rPr lang="en-US" sz="2400" dirty="0"/>
              <a:t>Training (backprop through time, vanishing gradient)</a:t>
            </a:r>
          </a:p>
          <a:p>
            <a:pPr lvl="1"/>
            <a:r>
              <a:rPr lang="en-US" sz="2400" dirty="0"/>
              <a:t>Recurrent networks with gates (GRU, LSTM)</a:t>
            </a:r>
          </a:p>
          <a:p>
            <a:r>
              <a:rPr lang="en-US" sz="2800" dirty="0"/>
              <a:t>Applications in NLP and vision</a:t>
            </a:r>
          </a:p>
          <a:p>
            <a:pPr lvl="1"/>
            <a:r>
              <a:rPr lang="en-US" sz="2400" dirty="0"/>
              <a:t>Neural machine translation </a:t>
            </a:r>
          </a:p>
          <a:p>
            <a:pPr lvl="1"/>
            <a:r>
              <a:rPr lang="en-US" sz="2400" dirty="0"/>
              <a:t>Image/video captioning</a:t>
            </a:r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AEEE6-04A8-4612-B564-2373713ECE14}"/>
              </a:ext>
            </a:extLst>
          </p:cNvPr>
          <p:cNvSpPr/>
          <p:nvPr/>
        </p:nvSpPr>
        <p:spPr>
          <a:xfrm>
            <a:off x="324465" y="3448050"/>
            <a:ext cx="8485238" cy="14859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67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3BBF-D211-4D3A-8EAF-22904973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r>
              <a:rPr lang="en-US" dirty="0"/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180660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276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Neural </a:t>
            </a:r>
            <a:r>
              <a:rPr spc="-114" dirty="0"/>
              <a:t>Machine</a:t>
            </a:r>
            <a:r>
              <a:rPr spc="-625" dirty="0"/>
              <a:t> </a:t>
            </a:r>
            <a:r>
              <a:rPr spc="-155" dirty="0"/>
              <a:t>Translation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32167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5565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Neural Machine Translation 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(NMT)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way 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</a:t>
            </a:r>
            <a:r>
              <a:rPr kumimoji="0" sz="2400" b="0" i="0" u="none" strike="noStrike" kern="1200" cap="none" spc="-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2400" b="0" i="0" u="none" strike="noStrike" kern="1200" cap="none" spc="-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Machine 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Translation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2400" b="0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single </a:t>
            </a:r>
            <a:r>
              <a:rPr kumimoji="0" sz="24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neural</a:t>
            </a:r>
            <a:r>
              <a:rPr kumimoji="0" sz="2400" b="0" i="1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network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neural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network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architecture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called 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sequence-to-sequence 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(aka 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seq2seq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24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it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involves </a:t>
            </a:r>
            <a:r>
              <a:rPr kumimoji="0" sz="2400" b="0" i="1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two</a:t>
            </a:r>
            <a:r>
              <a:rPr kumimoji="0" sz="2400" b="0" i="1" u="none" strike="noStrike" kern="1200" cap="none" spc="-3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5166A-801B-4903-91CA-6A967401B0A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29" y="2436812"/>
            <a:ext cx="237886" cy="12579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3474" y="2675382"/>
            <a:ext cx="187960" cy="779145"/>
          </a:xfrm>
          <a:custGeom>
            <a:avLst/>
            <a:gdLst/>
            <a:ahLst/>
            <a:cxnLst/>
            <a:rect l="l" t="t" r="r" b="b"/>
            <a:pathLst>
              <a:path w="187959" h="779145">
                <a:moveTo>
                  <a:pt x="187452" y="778763"/>
                </a:moveTo>
                <a:lnTo>
                  <a:pt x="150968" y="772991"/>
                </a:lnTo>
                <a:lnTo>
                  <a:pt x="121177" y="757253"/>
                </a:lnTo>
                <a:lnTo>
                  <a:pt x="101091" y="733919"/>
                </a:lnTo>
                <a:lnTo>
                  <a:pt x="93725" y="705357"/>
                </a:lnTo>
                <a:lnTo>
                  <a:pt x="93725" y="462788"/>
                </a:lnTo>
                <a:lnTo>
                  <a:pt x="86360" y="434226"/>
                </a:lnTo>
                <a:lnTo>
                  <a:pt x="66274" y="410892"/>
                </a:lnTo>
                <a:lnTo>
                  <a:pt x="36483" y="395154"/>
                </a:lnTo>
                <a:lnTo>
                  <a:pt x="0" y="389381"/>
                </a:lnTo>
                <a:lnTo>
                  <a:pt x="36483" y="383609"/>
                </a:lnTo>
                <a:lnTo>
                  <a:pt x="66274" y="367871"/>
                </a:lnTo>
                <a:lnTo>
                  <a:pt x="86360" y="344537"/>
                </a:lnTo>
                <a:lnTo>
                  <a:pt x="93725" y="315975"/>
                </a:lnTo>
                <a:lnTo>
                  <a:pt x="93725" y="73405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2980" y="2003298"/>
            <a:ext cx="4630420" cy="2060575"/>
            <a:chOff x="982980" y="2003298"/>
            <a:chExt cx="4630420" cy="2060575"/>
          </a:xfrm>
        </p:grpSpPr>
        <p:sp>
          <p:nvSpPr>
            <p:cNvPr id="5" name="object 5"/>
            <p:cNvSpPr/>
            <p:nvPr/>
          </p:nvSpPr>
          <p:spPr>
            <a:xfrm>
              <a:off x="982980" y="2656332"/>
              <a:ext cx="2098548" cy="1407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071622" y="3000629"/>
              <a:ext cx="1039494" cy="111760"/>
            </a:xfrm>
            <a:custGeom>
              <a:avLst/>
              <a:gdLst/>
              <a:ahLst/>
              <a:cxnLst/>
              <a:rect l="l" t="t" r="r" b="b"/>
              <a:pathLst>
                <a:path w="1039495" h="111760">
                  <a:moveTo>
                    <a:pt x="1000270" y="55753"/>
                  </a:moveTo>
                  <a:lnTo>
                    <a:pt x="938656" y="91694"/>
                  </a:lnTo>
                  <a:lnTo>
                    <a:pt x="933957" y="94361"/>
                  </a:lnTo>
                  <a:lnTo>
                    <a:pt x="932306" y="100457"/>
                  </a:lnTo>
                  <a:lnTo>
                    <a:pt x="935101" y="105156"/>
                  </a:lnTo>
                  <a:lnTo>
                    <a:pt x="937894" y="109982"/>
                  </a:lnTo>
                  <a:lnTo>
                    <a:pt x="943863" y="111506"/>
                  </a:lnTo>
                  <a:lnTo>
                    <a:pt x="1022509" y="65659"/>
                  </a:lnTo>
                  <a:lnTo>
                    <a:pt x="1019810" y="65659"/>
                  </a:lnTo>
                  <a:lnTo>
                    <a:pt x="1019810" y="64262"/>
                  </a:lnTo>
                  <a:lnTo>
                    <a:pt x="1014856" y="64262"/>
                  </a:lnTo>
                  <a:lnTo>
                    <a:pt x="1000270" y="55753"/>
                  </a:lnTo>
                  <a:close/>
                </a:path>
                <a:path w="1039495" h="111760">
                  <a:moveTo>
                    <a:pt x="983288" y="45847"/>
                  </a:moveTo>
                  <a:lnTo>
                    <a:pt x="0" y="45847"/>
                  </a:lnTo>
                  <a:lnTo>
                    <a:pt x="0" y="65659"/>
                  </a:lnTo>
                  <a:lnTo>
                    <a:pt x="983288" y="65659"/>
                  </a:lnTo>
                  <a:lnTo>
                    <a:pt x="1000270" y="55753"/>
                  </a:lnTo>
                  <a:lnTo>
                    <a:pt x="983288" y="45847"/>
                  </a:lnTo>
                  <a:close/>
                </a:path>
                <a:path w="1039495" h="111760">
                  <a:moveTo>
                    <a:pt x="1022509" y="45847"/>
                  </a:moveTo>
                  <a:lnTo>
                    <a:pt x="1019810" y="45847"/>
                  </a:lnTo>
                  <a:lnTo>
                    <a:pt x="1019810" y="65659"/>
                  </a:lnTo>
                  <a:lnTo>
                    <a:pt x="1022509" y="65659"/>
                  </a:lnTo>
                  <a:lnTo>
                    <a:pt x="1039494" y="55753"/>
                  </a:lnTo>
                  <a:lnTo>
                    <a:pt x="1022509" y="45847"/>
                  </a:lnTo>
                  <a:close/>
                </a:path>
                <a:path w="1039495" h="111760">
                  <a:moveTo>
                    <a:pt x="1014856" y="47244"/>
                  </a:moveTo>
                  <a:lnTo>
                    <a:pt x="1000270" y="55753"/>
                  </a:lnTo>
                  <a:lnTo>
                    <a:pt x="1014856" y="64262"/>
                  </a:lnTo>
                  <a:lnTo>
                    <a:pt x="1014856" y="47244"/>
                  </a:lnTo>
                  <a:close/>
                </a:path>
                <a:path w="1039495" h="111760">
                  <a:moveTo>
                    <a:pt x="1019810" y="47244"/>
                  </a:moveTo>
                  <a:lnTo>
                    <a:pt x="1014856" y="47244"/>
                  </a:lnTo>
                  <a:lnTo>
                    <a:pt x="1014856" y="64262"/>
                  </a:lnTo>
                  <a:lnTo>
                    <a:pt x="1019810" y="64262"/>
                  </a:lnTo>
                  <a:lnTo>
                    <a:pt x="1019810" y="47244"/>
                  </a:lnTo>
                  <a:close/>
                </a:path>
                <a:path w="1039495" h="111760">
                  <a:moveTo>
                    <a:pt x="943863" y="0"/>
                  </a:moveTo>
                  <a:lnTo>
                    <a:pt x="937894" y="1524"/>
                  </a:lnTo>
                  <a:lnTo>
                    <a:pt x="935101" y="6350"/>
                  </a:lnTo>
                  <a:lnTo>
                    <a:pt x="932306" y="11049"/>
                  </a:lnTo>
                  <a:lnTo>
                    <a:pt x="933957" y="17145"/>
                  </a:lnTo>
                  <a:lnTo>
                    <a:pt x="938656" y="19812"/>
                  </a:lnTo>
                  <a:lnTo>
                    <a:pt x="1000270" y="55753"/>
                  </a:lnTo>
                  <a:lnTo>
                    <a:pt x="1014856" y="47244"/>
                  </a:lnTo>
                  <a:lnTo>
                    <a:pt x="1019810" y="47244"/>
                  </a:lnTo>
                  <a:lnTo>
                    <a:pt x="1019810" y="45847"/>
                  </a:lnTo>
                  <a:lnTo>
                    <a:pt x="1022509" y="45847"/>
                  </a:lnTo>
                  <a:lnTo>
                    <a:pt x="94386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84903" y="2731008"/>
              <a:ext cx="126491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184903" y="2900172"/>
              <a:ext cx="126491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184903" y="3069336"/>
              <a:ext cx="126491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184903" y="3238500"/>
              <a:ext cx="126491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110990" y="2666238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89349" y="3000628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303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34" y="502107"/>
                  </a:lnTo>
                  <a:lnTo>
                    <a:pt x="45847" y="46545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303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3400" h="1056004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796" y="65659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796027" y="2740152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96027" y="2909316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796027" y="3078480"/>
              <a:ext cx="126491" cy="1310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796027" y="3246120"/>
              <a:ext cx="126491" cy="1325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22114" y="2675382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80" y="0"/>
                  </a:moveTo>
                  <a:lnTo>
                    <a:pt x="238172" y="3476"/>
                  </a:lnTo>
                  <a:lnTo>
                    <a:pt x="252222" y="12953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7"/>
                  </a:lnTo>
                  <a:lnTo>
                    <a:pt x="261699" y="751760"/>
                  </a:lnTo>
                  <a:lnTo>
                    <a:pt x="252222" y="765809"/>
                  </a:lnTo>
                  <a:lnTo>
                    <a:pt x="238172" y="775287"/>
                  </a:lnTo>
                  <a:lnTo>
                    <a:pt x="220980" y="778763"/>
                  </a:lnTo>
                  <a:lnTo>
                    <a:pt x="44196" y="778763"/>
                  </a:lnTo>
                  <a:lnTo>
                    <a:pt x="27003" y="775287"/>
                  </a:lnTo>
                  <a:lnTo>
                    <a:pt x="12954" y="765810"/>
                  </a:lnTo>
                  <a:lnTo>
                    <a:pt x="3476" y="751760"/>
                  </a:lnTo>
                  <a:lnTo>
                    <a:pt x="0" y="734567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8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798949" y="3009772"/>
              <a:ext cx="533400" cy="1054100"/>
            </a:xfrm>
            <a:custGeom>
              <a:avLst/>
              <a:gdLst/>
              <a:ahLst/>
              <a:cxnLst/>
              <a:rect l="l" t="t" r="r" b="b"/>
              <a:pathLst>
                <a:path w="533400" h="1054100">
                  <a:moveTo>
                    <a:pt x="111506" y="539877"/>
                  </a:moveTo>
                  <a:lnTo>
                    <a:pt x="108712" y="535178"/>
                  </a:lnTo>
                  <a:lnTo>
                    <a:pt x="67157" y="463931"/>
                  </a:lnTo>
                  <a:lnTo>
                    <a:pt x="55753" y="444373"/>
                  </a:lnTo>
                  <a:lnTo>
                    <a:pt x="2794" y="535178"/>
                  </a:lnTo>
                  <a:lnTo>
                    <a:pt x="0" y="539877"/>
                  </a:lnTo>
                  <a:lnTo>
                    <a:pt x="1524" y="545985"/>
                  </a:lnTo>
                  <a:lnTo>
                    <a:pt x="6350" y="548767"/>
                  </a:lnTo>
                  <a:lnTo>
                    <a:pt x="11049" y="551573"/>
                  </a:lnTo>
                  <a:lnTo>
                    <a:pt x="17145" y="549922"/>
                  </a:lnTo>
                  <a:lnTo>
                    <a:pt x="19812" y="545223"/>
                  </a:lnTo>
                  <a:lnTo>
                    <a:pt x="45834" y="500583"/>
                  </a:lnTo>
                  <a:lnTo>
                    <a:pt x="45847" y="463931"/>
                  </a:lnTo>
                  <a:lnTo>
                    <a:pt x="45847" y="500583"/>
                  </a:lnTo>
                  <a:lnTo>
                    <a:pt x="45847" y="1053973"/>
                  </a:lnTo>
                  <a:lnTo>
                    <a:pt x="65659" y="1053973"/>
                  </a:lnTo>
                  <a:lnTo>
                    <a:pt x="65659" y="500583"/>
                  </a:lnTo>
                  <a:lnTo>
                    <a:pt x="91694" y="545223"/>
                  </a:lnTo>
                  <a:lnTo>
                    <a:pt x="94361" y="549922"/>
                  </a:lnTo>
                  <a:lnTo>
                    <a:pt x="100457" y="551573"/>
                  </a:lnTo>
                  <a:lnTo>
                    <a:pt x="105156" y="548767"/>
                  </a:lnTo>
                  <a:lnTo>
                    <a:pt x="109982" y="545985"/>
                  </a:lnTo>
                  <a:lnTo>
                    <a:pt x="111506" y="539877"/>
                  </a:lnTo>
                  <a:close/>
                </a:path>
                <a:path w="533400" h="1054100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796" y="65659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411724" y="2731008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411724" y="2900172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411724" y="3069336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411724" y="3238500"/>
              <a:ext cx="126491" cy="132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337809" y="2666238"/>
              <a:ext cx="265430" cy="780415"/>
            </a:xfrm>
            <a:custGeom>
              <a:avLst/>
              <a:gdLst/>
              <a:ahLst/>
              <a:cxnLst/>
              <a:rect l="l" t="t" r="r" b="b"/>
              <a:pathLst>
                <a:path w="265429" h="780414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3"/>
                  </a:lnTo>
                  <a:lnTo>
                    <a:pt x="261699" y="27003"/>
                  </a:lnTo>
                  <a:lnTo>
                    <a:pt x="265175" y="44196"/>
                  </a:lnTo>
                  <a:lnTo>
                    <a:pt x="265175" y="736091"/>
                  </a:lnTo>
                  <a:lnTo>
                    <a:pt x="261699" y="753284"/>
                  </a:lnTo>
                  <a:lnTo>
                    <a:pt x="252222" y="767333"/>
                  </a:lnTo>
                  <a:lnTo>
                    <a:pt x="238172" y="776811"/>
                  </a:lnTo>
                  <a:lnTo>
                    <a:pt x="220979" y="780288"/>
                  </a:lnTo>
                  <a:lnTo>
                    <a:pt x="44195" y="780288"/>
                  </a:lnTo>
                  <a:lnTo>
                    <a:pt x="27003" y="776811"/>
                  </a:lnTo>
                  <a:lnTo>
                    <a:pt x="12953" y="767334"/>
                  </a:lnTo>
                  <a:lnTo>
                    <a:pt x="3476" y="753284"/>
                  </a:lnTo>
                  <a:lnTo>
                    <a:pt x="0" y="736091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811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414645" y="3446526"/>
              <a:ext cx="111760" cy="609600"/>
            </a:xfrm>
            <a:custGeom>
              <a:avLst/>
              <a:gdLst/>
              <a:ahLst/>
              <a:cxnLst/>
              <a:rect l="l" t="t" r="r" b="b"/>
              <a:pathLst>
                <a:path w="111760" h="60960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609600"/>
                  </a:lnTo>
                  <a:lnTo>
                    <a:pt x="65658" y="609600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60960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609600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0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8"/>
                  </a:lnTo>
                  <a:close/>
                </a:path>
                <a:path w="111760" h="609600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8" y="24637"/>
                  </a:lnTo>
                  <a:lnTo>
                    <a:pt x="65658" y="19558"/>
                  </a:lnTo>
                  <a:close/>
                </a:path>
                <a:path w="111760" h="609600">
                  <a:moveTo>
                    <a:pt x="65658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7"/>
                  </a:lnTo>
                  <a:close/>
                </a:path>
                <a:path w="111760" h="60960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196211" y="2120265"/>
              <a:ext cx="386715" cy="355600"/>
            </a:xfrm>
            <a:custGeom>
              <a:avLst/>
              <a:gdLst/>
              <a:ahLst/>
              <a:cxnLst/>
              <a:rect l="l" t="t" r="r" b="b"/>
              <a:pathLst>
                <a:path w="386714" h="355600">
                  <a:moveTo>
                    <a:pt x="289296" y="292060"/>
                  </a:moveTo>
                  <a:lnTo>
                    <a:pt x="263525" y="320294"/>
                  </a:lnTo>
                  <a:lnTo>
                    <a:pt x="386588" y="355092"/>
                  </a:lnTo>
                  <a:lnTo>
                    <a:pt x="367248" y="304926"/>
                  </a:lnTo>
                  <a:lnTo>
                    <a:pt x="303402" y="304926"/>
                  </a:lnTo>
                  <a:lnTo>
                    <a:pt x="289296" y="292060"/>
                  </a:lnTo>
                  <a:close/>
                </a:path>
                <a:path w="386714" h="355600">
                  <a:moveTo>
                    <a:pt x="314934" y="263972"/>
                  </a:moveTo>
                  <a:lnTo>
                    <a:pt x="289296" y="292060"/>
                  </a:lnTo>
                  <a:lnTo>
                    <a:pt x="303402" y="304926"/>
                  </a:lnTo>
                  <a:lnTo>
                    <a:pt x="329056" y="276860"/>
                  </a:lnTo>
                  <a:lnTo>
                    <a:pt x="314934" y="263972"/>
                  </a:lnTo>
                  <a:close/>
                </a:path>
                <a:path w="386714" h="355600">
                  <a:moveTo>
                    <a:pt x="340613" y="235838"/>
                  </a:moveTo>
                  <a:lnTo>
                    <a:pt x="314934" y="263972"/>
                  </a:lnTo>
                  <a:lnTo>
                    <a:pt x="329056" y="276860"/>
                  </a:lnTo>
                  <a:lnTo>
                    <a:pt x="303402" y="304926"/>
                  </a:lnTo>
                  <a:lnTo>
                    <a:pt x="367248" y="304926"/>
                  </a:lnTo>
                  <a:lnTo>
                    <a:pt x="340613" y="235838"/>
                  </a:lnTo>
                  <a:close/>
                </a:path>
                <a:path w="386714" h="355600">
                  <a:moveTo>
                    <a:pt x="25653" y="0"/>
                  </a:moveTo>
                  <a:lnTo>
                    <a:pt x="0" y="28194"/>
                  </a:lnTo>
                  <a:lnTo>
                    <a:pt x="289296" y="292060"/>
                  </a:lnTo>
                  <a:lnTo>
                    <a:pt x="314934" y="263972"/>
                  </a:lnTo>
                  <a:lnTo>
                    <a:pt x="25653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625090" y="2497074"/>
              <a:ext cx="645160" cy="1077595"/>
            </a:xfrm>
            <a:custGeom>
              <a:avLst/>
              <a:gdLst/>
              <a:ahLst/>
              <a:cxnLst/>
              <a:rect l="l" t="t" r="r" b="b"/>
              <a:pathLst>
                <a:path w="645160" h="1077595">
                  <a:moveTo>
                    <a:pt x="0" y="1077467"/>
                  </a:moveTo>
                  <a:lnTo>
                    <a:pt x="644651" y="1077467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1077467"/>
                  </a:lnTo>
                  <a:close/>
                </a:path>
              </a:pathLst>
            </a:custGeom>
            <a:ln w="28955">
              <a:solidFill>
                <a:srgbClr val="FF86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189349" y="2003298"/>
              <a:ext cx="111760" cy="664210"/>
            </a:xfrm>
            <a:custGeom>
              <a:avLst/>
              <a:gdLst/>
              <a:ahLst/>
              <a:cxnLst/>
              <a:rect l="l" t="t" r="r" b="b"/>
              <a:pathLst>
                <a:path w="111760" h="6642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663828"/>
                  </a:lnTo>
                  <a:lnTo>
                    <a:pt x="65659" y="663828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66421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66421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66421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6642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6421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Neural </a:t>
            </a:r>
            <a:r>
              <a:rPr spc="-114" dirty="0"/>
              <a:t>Machine </a:t>
            </a:r>
            <a:r>
              <a:rPr spc="-175" dirty="0"/>
              <a:t>Translation</a:t>
            </a:r>
            <a:r>
              <a:rPr spc="-545" dirty="0"/>
              <a:t> </a:t>
            </a:r>
            <a:r>
              <a:rPr spc="-75" dirty="0"/>
              <a:t>(NMT)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881373" y="4086809"/>
            <a:ext cx="41408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69950" algn="l"/>
                <a:tab pos="1475740" algn="l"/>
                <a:tab pos="2049780" algn="l"/>
                <a:tab pos="2628900" algn="l"/>
                <a:tab pos="3362325" algn="l"/>
                <a:tab pos="3879850" algn="l"/>
              </a:tabLst>
              <a:defRPr/>
            </a:pPr>
            <a:r>
              <a:rPr kumimoji="0" sz="1600" b="0" i="1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</a:t>
            </a:r>
            <a:r>
              <a:rPr kumimoji="0" sz="1600" b="0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</a:t>
            </a:r>
            <a:r>
              <a:rPr kumimoji="0" sz="1600" b="0" i="1" u="none" strike="noStrike" kern="1200" cap="none" spc="-3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600" b="0" i="1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600" b="0" i="1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-165" normalizeH="0" baseline="520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r>
              <a:rPr kumimoji="0" sz="2400" b="0" i="1" u="none" strike="noStrike" kern="1200" cap="none" spc="-150" normalizeH="0" baseline="520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r>
              <a:rPr kumimoji="0" sz="2400" b="0" i="1" u="none" strike="noStrike" kern="1200" cap="none" spc="0" normalizeH="0" baseline="520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7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r>
              <a:rPr kumimoji="0" sz="2400" b="0" i="1" u="none" strike="noStrike" kern="1200" cap="none" spc="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-15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r>
              <a:rPr kumimoji="0" sz="2400" b="0" i="1" u="none" strike="noStrike" kern="1200" cap="none" spc="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44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</a:t>
            </a:r>
            <a:r>
              <a:rPr kumimoji="0" sz="2400" b="0" i="1" u="none" strike="noStrike" kern="1200" cap="none" spc="3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2400" b="0" i="1" u="none" strike="noStrike" kern="1200" cap="none" spc="-104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r>
              <a:rPr kumimoji="0" sz="2400" b="0" i="1" u="none" strike="noStrike" kern="1200" cap="none" spc="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-104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2400" b="0" i="1" u="none" strike="noStrike" kern="1200" cap="none" spc="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2400" b="0" i="1" u="none" strike="noStrike" kern="1200" cap="none" spc="-12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2400" b="0" i="1" u="none" strike="noStrike" kern="1200" cap="none" spc="15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2400" b="0" i="1" u="none" strike="noStrike" kern="1200" cap="none" spc="-195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endParaRPr kumimoji="0" sz="2400" b="0" i="0" u="none" strike="noStrike" kern="1200" cap="none" spc="0" normalizeH="0" baseline="3472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95552" y="4726304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82217" y="4467605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1966" y="4096003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0873" y="4096003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69934" y="4096003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3540" y="613859"/>
            <a:ext cx="3373754" cy="91503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0" marR="26670" lvl="0" indent="0" algn="r" defTabSz="914400" rtl="0" eaLnBrk="1" fontAlgn="auto" latinLnBrk="0" hangingPunct="1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-14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900" b="0" i="0" u="none" strike="noStrike" kern="1200" cap="none" spc="-9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sequence-to-sequence</a:t>
            </a:r>
            <a:r>
              <a:rPr kumimoji="0" sz="1900" b="0" i="0" u="none" strike="noStrike" kern="1200" cap="none" spc="-4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6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Encoding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</a:t>
            </a:r>
            <a:r>
              <a:rPr kumimoji="0" sz="1800" b="0" i="0" u="none" strike="noStrike" kern="1200" cap="none" spc="-27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74463" y="945260"/>
            <a:ext cx="2317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Target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(output)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85082" y="1315974"/>
            <a:ext cx="4098290" cy="271780"/>
          </a:xfrm>
          <a:custGeom>
            <a:avLst/>
            <a:gdLst/>
            <a:ahLst/>
            <a:cxnLst/>
            <a:rect l="l" t="t" r="r" b="b"/>
            <a:pathLst>
              <a:path w="4098290" h="271780">
                <a:moveTo>
                  <a:pt x="0" y="271272"/>
                </a:moveTo>
                <a:lnTo>
                  <a:pt x="8338" y="218467"/>
                </a:lnTo>
                <a:lnTo>
                  <a:pt x="31083" y="175355"/>
                </a:lnTo>
                <a:lnTo>
                  <a:pt x="64829" y="146292"/>
                </a:lnTo>
                <a:lnTo>
                  <a:pt x="106171" y="135636"/>
                </a:lnTo>
                <a:lnTo>
                  <a:pt x="1942845" y="135636"/>
                </a:lnTo>
                <a:lnTo>
                  <a:pt x="1984188" y="124979"/>
                </a:lnTo>
                <a:lnTo>
                  <a:pt x="2017934" y="95916"/>
                </a:lnTo>
                <a:lnTo>
                  <a:pt x="2040679" y="52804"/>
                </a:lnTo>
                <a:lnTo>
                  <a:pt x="2049017" y="0"/>
                </a:lnTo>
                <a:lnTo>
                  <a:pt x="2057356" y="52804"/>
                </a:lnTo>
                <a:lnTo>
                  <a:pt x="2080101" y="95916"/>
                </a:lnTo>
                <a:lnTo>
                  <a:pt x="2113847" y="124979"/>
                </a:lnTo>
                <a:lnTo>
                  <a:pt x="2155190" y="135636"/>
                </a:lnTo>
                <a:lnTo>
                  <a:pt x="3991864" y="135636"/>
                </a:lnTo>
                <a:lnTo>
                  <a:pt x="4033206" y="146292"/>
                </a:lnTo>
                <a:lnTo>
                  <a:pt x="4066952" y="175355"/>
                </a:lnTo>
                <a:lnTo>
                  <a:pt x="4089697" y="218467"/>
                </a:lnTo>
                <a:lnTo>
                  <a:pt x="4098036" y="271272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72078" y="2445766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612885" y="2698242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2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6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5538" y="5420105"/>
            <a:ext cx="2435860" cy="862416"/>
          </a:xfrm>
          <a:prstGeom prst="rect">
            <a:avLst/>
          </a:prstGeom>
          <a:ln w="19811">
            <a:solidFill>
              <a:srgbClr val="C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44780" marR="13906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produces  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encoding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0234" y="1503045"/>
            <a:ext cx="2595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Provides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initial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hidden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83558" y="4688585"/>
            <a:ext cx="4872355" cy="585417"/>
          </a:xfrm>
          <a:prstGeom prst="rect">
            <a:avLst/>
          </a:prstGeom>
          <a:ln w="19811">
            <a:solidFill>
              <a:srgbClr val="00AF5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492125" marR="100330" lvl="0" indent="-33528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Language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generates 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target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sentence, </a:t>
            </a:r>
            <a:r>
              <a:rPr kumimoji="0" sz="1800" b="0" i="1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conditioned </a:t>
            </a:r>
            <a:r>
              <a:rPr kumimoji="0" sz="18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r>
              <a:rPr kumimoji="0" sz="1800" b="0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encoding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33850" y="1658569"/>
            <a:ext cx="2254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25646" y="2094646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320921" y="2010917"/>
            <a:ext cx="589915" cy="2065020"/>
            <a:chOff x="4320921" y="2010917"/>
            <a:chExt cx="589915" cy="2065020"/>
          </a:xfrm>
        </p:grpSpPr>
        <p:sp>
          <p:nvSpPr>
            <p:cNvPr id="46" name="object 46"/>
            <p:cNvSpPr/>
            <p:nvPr/>
          </p:nvSpPr>
          <p:spPr>
            <a:xfrm>
              <a:off x="4320921" y="2016886"/>
              <a:ext cx="507365" cy="2058670"/>
            </a:xfrm>
            <a:custGeom>
              <a:avLst/>
              <a:gdLst/>
              <a:ahLst/>
              <a:cxnLst/>
              <a:rect l="l" t="t" r="r" b="b"/>
              <a:pathLst>
                <a:path w="507364" h="2058670">
                  <a:moveTo>
                    <a:pt x="28193" y="0"/>
                  </a:moveTo>
                  <a:lnTo>
                    <a:pt x="0" y="6223"/>
                  </a:lnTo>
                  <a:lnTo>
                    <a:pt x="6223" y="34543"/>
                  </a:lnTo>
                  <a:lnTo>
                    <a:pt x="34416" y="28321"/>
                  </a:lnTo>
                  <a:lnTo>
                    <a:pt x="28193" y="0"/>
                  </a:lnTo>
                  <a:close/>
                </a:path>
                <a:path w="507364" h="2058670">
                  <a:moveTo>
                    <a:pt x="40639" y="56641"/>
                  </a:moveTo>
                  <a:lnTo>
                    <a:pt x="12445" y="62864"/>
                  </a:lnTo>
                  <a:lnTo>
                    <a:pt x="18668" y="91186"/>
                  </a:lnTo>
                  <a:lnTo>
                    <a:pt x="46862" y="84962"/>
                  </a:lnTo>
                  <a:lnTo>
                    <a:pt x="40639" y="56641"/>
                  </a:lnTo>
                  <a:close/>
                </a:path>
                <a:path w="507364" h="2058670">
                  <a:moveTo>
                    <a:pt x="53086" y="113157"/>
                  </a:moveTo>
                  <a:lnTo>
                    <a:pt x="24891" y="119379"/>
                  </a:lnTo>
                  <a:lnTo>
                    <a:pt x="31114" y="147700"/>
                  </a:lnTo>
                  <a:lnTo>
                    <a:pt x="59308" y="141477"/>
                  </a:lnTo>
                  <a:lnTo>
                    <a:pt x="53086" y="113157"/>
                  </a:lnTo>
                  <a:close/>
                </a:path>
                <a:path w="507364" h="2058670">
                  <a:moveTo>
                    <a:pt x="65531" y="169799"/>
                  </a:moveTo>
                  <a:lnTo>
                    <a:pt x="37337" y="176022"/>
                  </a:lnTo>
                  <a:lnTo>
                    <a:pt x="43561" y="204215"/>
                  </a:lnTo>
                  <a:lnTo>
                    <a:pt x="71754" y="197992"/>
                  </a:lnTo>
                  <a:lnTo>
                    <a:pt x="65531" y="169799"/>
                  </a:lnTo>
                  <a:close/>
                </a:path>
                <a:path w="507364" h="2058670">
                  <a:moveTo>
                    <a:pt x="77977" y="226313"/>
                  </a:moveTo>
                  <a:lnTo>
                    <a:pt x="49783" y="232537"/>
                  </a:lnTo>
                  <a:lnTo>
                    <a:pt x="56006" y="260858"/>
                  </a:lnTo>
                  <a:lnTo>
                    <a:pt x="84200" y="254635"/>
                  </a:lnTo>
                  <a:lnTo>
                    <a:pt x="77977" y="226313"/>
                  </a:lnTo>
                  <a:close/>
                </a:path>
                <a:path w="507364" h="2058670">
                  <a:moveTo>
                    <a:pt x="90424" y="282828"/>
                  </a:moveTo>
                  <a:lnTo>
                    <a:pt x="62229" y="289051"/>
                  </a:lnTo>
                  <a:lnTo>
                    <a:pt x="68452" y="317373"/>
                  </a:lnTo>
                  <a:lnTo>
                    <a:pt x="96646" y="311150"/>
                  </a:lnTo>
                  <a:lnTo>
                    <a:pt x="90424" y="282828"/>
                  </a:lnTo>
                  <a:close/>
                </a:path>
                <a:path w="507364" h="2058670">
                  <a:moveTo>
                    <a:pt x="102869" y="339471"/>
                  </a:moveTo>
                  <a:lnTo>
                    <a:pt x="74675" y="345693"/>
                  </a:lnTo>
                  <a:lnTo>
                    <a:pt x="80899" y="373888"/>
                  </a:lnTo>
                  <a:lnTo>
                    <a:pt x="109092" y="367664"/>
                  </a:lnTo>
                  <a:lnTo>
                    <a:pt x="102869" y="339471"/>
                  </a:lnTo>
                  <a:close/>
                </a:path>
                <a:path w="507364" h="2058670">
                  <a:moveTo>
                    <a:pt x="115315" y="395986"/>
                  </a:moveTo>
                  <a:lnTo>
                    <a:pt x="87121" y="402209"/>
                  </a:lnTo>
                  <a:lnTo>
                    <a:pt x="93344" y="430529"/>
                  </a:lnTo>
                  <a:lnTo>
                    <a:pt x="121538" y="424307"/>
                  </a:lnTo>
                  <a:lnTo>
                    <a:pt x="115315" y="395986"/>
                  </a:lnTo>
                  <a:close/>
                </a:path>
                <a:path w="507364" h="2058670">
                  <a:moveTo>
                    <a:pt x="127762" y="452500"/>
                  </a:moveTo>
                  <a:lnTo>
                    <a:pt x="99567" y="458724"/>
                  </a:lnTo>
                  <a:lnTo>
                    <a:pt x="105790" y="487045"/>
                  </a:lnTo>
                  <a:lnTo>
                    <a:pt x="133984" y="480822"/>
                  </a:lnTo>
                  <a:lnTo>
                    <a:pt x="127762" y="452500"/>
                  </a:lnTo>
                  <a:close/>
                </a:path>
                <a:path w="507364" h="2058670">
                  <a:moveTo>
                    <a:pt x="140207" y="509142"/>
                  </a:moveTo>
                  <a:lnTo>
                    <a:pt x="112013" y="515365"/>
                  </a:lnTo>
                  <a:lnTo>
                    <a:pt x="118237" y="543560"/>
                  </a:lnTo>
                  <a:lnTo>
                    <a:pt x="146430" y="537337"/>
                  </a:lnTo>
                  <a:lnTo>
                    <a:pt x="140207" y="509142"/>
                  </a:lnTo>
                  <a:close/>
                </a:path>
                <a:path w="507364" h="2058670">
                  <a:moveTo>
                    <a:pt x="152653" y="565658"/>
                  </a:moveTo>
                  <a:lnTo>
                    <a:pt x="124459" y="571880"/>
                  </a:lnTo>
                  <a:lnTo>
                    <a:pt x="130682" y="600201"/>
                  </a:lnTo>
                  <a:lnTo>
                    <a:pt x="158876" y="593978"/>
                  </a:lnTo>
                  <a:lnTo>
                    <a:pt x="152653" y="565658"/>
                  </a:lnTo>
                  <a:close/>
                </a:path>
                <a:path w="507364" h="2058670">
                  <a:moveTo>
                    <a:pt x="165100" y="622173"/>
                  </a:moveTo>
                  <a:lnTo>
                    <a:pt x="136905" y="628396"/>
                  </a:lnTo>
                  <a:lnTo>
                    <a:pt x="143128" y="656716"/>
                  </a:lnTo>
                  <a:lnTo>
                    <a:pt x="171323" y="650493"/>
                  </a:lnTo>
                  <a:lnTo>
                    <a:pt x="165100" y="622173"/>
                  </a:lnTo>
                  <a:close/>
                </a:path>
                <a:path w="507364" h="2058670">
                  <a:moveTo>
                    <a:pt x="177545" y="678814"/>
                  </a:moveTo>
                  <a:lnTo>
                    <a:pt x="149351" y="685038"/>
                  </a:lnTo>
                  <a:lnTo>
                    <a:pt x="155575" y="713232"/>
                  </a:lnTo>
                  <a:lnTo>
                    <a:pt x="183768" y="707009"/>
                  </a:lnTo>
                  <a:lnTo>
                    <a:pt x="177545" y="678814"/>
                  </a:lnTo>
                  <a:close/>
                </a:path>
                <a:path w="507364" h="2058670">
                  <a:moveTo>
                    <a:pt x="189991" y="735329"/>
                  </a:moveTo>
                  <a:lnTo>
                    <a:pt x="161798" y="741552"/>
                  </a:lnTo>
                  <a:lnTo>
                    <a:pt x="168020" y="769874"/>
                  </a:lnTo>
                  <a:lnTo>
                    <a:pt x="196214" y="763651"/>
                  </a:lnTo>
                  <a:lnTo>
                    <a:pt x="189991" y="735329"/>
                  </a:lnTo>
                  <a:close/>
                </a:path>
                <a:path w="507364" h="2058670">
                  <a:moveTo>
                    <a:pt x="202437" y="791845"/>
                  </a:moveTo>
                  <a:lnTo>
                    <a:pt x="174243" y="798067"/>
                  </a:lnTo>
                  <a:lnTo>
                    <a:pt x="180466" y="826388"/>
                  </a:lnTo>
                  <a:lnTo>
                    <a:pt x="208661" y="820165"/>
                  </a:lnTo>
                  <a:lnTo>
                    <a:pt x="202437" y="791845"/>
                  </a:lnTo>
                  <a:close/>
                </a:path>
                <a:path w="507364" h="2058670">
                  <a:moveTo>
                    <a:pt x="214883" y="848487"/>
                  </a:moveTo>
                  <a:lnTo>
                    <a:pt x="186689" y="854710"/>
                  </a:lnTo>
                  <a:lnTo>
                    <a:pt x="192912" y="882903"/>
                  </a:lnTo>
                  <a:lnTo>
                    <a:pt x="221106" y="876680"/>
                  </a:lnTo>
                  <a:lnTo>
                    <a:pt x="214883" y="848487"/>
                  </a:lnTo>
                  <a:close/>
                </a:path>
                <a:path w="507364" h="2058670">
                  <a:moveTo>
                    <a:pt x="227329" y="905001"/>
                  </a:moveTo>
                  <a:lnTo>
                    <a:pt x="199136" y="911225"/>
                  </a:lnTo>
                  <a:lnTo>
                    <a:pt x="205358" y="939546"/>
                  </a:lnTo>
                  <a:lnTo>
                    <a:pt x="233552" y="933323"/>
                  </a:lnTo>
                  <a:lnTo>
                    <a:pt x="227329" y="905001"/>
                  </a:lnTo>
                  <a:close/>
                </a:path>
                <a:path w="507364" h="2058670">
                  <a:moveTo>
                    <a:pt x="239775" y="961516"/>
                  </a:moveTo>
                  <a:lnTo>
                    <a:pt x="211581" y="967739"/>
                  </a:lnTo>
                  <a:lnTo>
                    <a:pt x="217804" y="996061"/>
                  </a:lnTo>
                  <a:lnTo>
                    <a:pt x="245999" y="989838"/>
                  </a:lnTo>
                  <a:lnTo>
                    <a:pt x="239775" y="961516"/>
                  </a:lnTo>
                  <a:close/>
                </a:path>
                <a:path w="507364" h="2058670">
                  <a:moveTo>
                    <a:pt x="252221" y="1018159"/>
                  </a:moveTo>
                  <a:lnTo>
                    <a:pt x="224027" y="1024382"/>
                  </a:lnTo>
                  <a:lnTo>
                    <a:pt x="230250" y="1052576"/>
                  </a:lnTo>
                  <a:lnTo>
                    <a:pt x="258444" y="1046352"/>
                  </a:lnTo>
                  <a:lnTo>
                    <a:pt x="252221" y="1018159"/>
                  </a:lnTo>
                  <a:close/>
                </a:path>
                <a:path w="507364" h="2058670">
                  <a:moveTo>
                    <a:pt x="264667" y="1074674"/>
                  </a:moveTo>
                  <a:lnTo>
                    <a:pt x="236474" y="1080897"/>
                  </a:lnTo>
                  <a:lnTo>
                    <a:pt x="242696" y="1109217"/>
                  </a:lnTo>
                  <a:lnTo>
                    <a:pt x="270890" y="1102995"/>
                  </a:lnTo>
                  <a:lnTo>
                    <a:pt x="264667" y="1074674"/>
                  </a:lnTo>
                  <a:close/>
                </a:path>
                <a:path w="507364" h="2058670">
                  <a:moveTo>
                    <a:pt x="277113" y="1131189"/>
                  </a:moveTo>
                  <a:lnTo>
                    <a:pt x="248919" y="1137412"/>
                  </a:lnTo>
                  <a:lnTo>
                    <a:pt x="255142" y="1165733"/>
                  </a:lnTo>
                  <a:lnTo>
                    <a:pt x="283337" y="1159510"/>
                  </a:lnTo>
                  <a:lnTo>
                    <a:pt x="277113" y="1131189"/>
                  </a:lnTo>
                  <a:close/>
                </a:path>
                <a:path w="507364" h="2058670">
                  <a:moveTo>
                    <a:pt x="289559" y="1187830"/>
                  </a:moveTo>
                  <a:lnTo>
                    <a:pt x="261365" y="1194053"/>
                  </a:lnTo>
                  <a:lnTo>
                    <a:pt x="267588" y="1222248"/>
                  </a:lnTo>
                  <a:lnTo>
                    <a:pt x="295782" y="1216025"/>
                  </a:lnTo>
                  <a:lnTo>
                    <a:pt x="289559" y="1187830"/>
                  </a:lnTo>
                  <a:close/>
                </a:path>
                <a:path w="507364" h="2058670">
                  <a:moveTo>
                    <a:pt x="302005" y="1244346"/>
                  </a:moveTo>
                  <a:lnTo>
                    <a:pt x="273812" y="1250568"/>
                  </a:lnTo>
                  <a:lnTo>
                    <a:pt x="280034" y="1278889"/>
                  </a:lnTo>
                  <a:lnTo>
                    <a:pt x="308228" y="1272666"/>
                  </a:lnTo>
                  <a:lnTo>
                    <a:pt x="302005" y="1244346"/>
                  </a:lnTo>
                  <a:close/>
                </a:path>
                <a:path w="507364" h="2058670">
                  <a:moveTo>
                    <a:pt x="314451" y="1300861"/>
                  </a:moveTo>
                  <a:lnTo>
                    <a:pt x="286257" y="1307084"/>
                  </a:lnTo>
                  <a:lnTo>
                    <a:pt x="292480" y="1335404"/>
                  </a:lnTo>
                  <a:lnTo>
                    <a:pt x="320675" y="1329182"/>
                  </a:lnTo>
                  <a:lnTo>
                    <a:pt x="314451" y="1300861"/>
                  </a:lnTo>
                  <a:close/>
                </a:path>
                <a:path w="507364" h="2058670">
                  <a:moveTo>
                    <a:pt x="326898" y="1357502"/>
                  </a:moveTo>
                  <a:lnTo>
                    <a:pt x="298703" y="1363726"/>
                  </a:lnTo>
                  <a:lnTo>
                    <a:pt x="304926" y="1391920"/>
                  </a:lnTo>
                  <a:lnTo>
                    <a:pt x="333120" y="1385697"/>
                  </a:lnTo>
                  <a:lnTo>
                    <a:pt x="326898" y="1357502"/>
                  </a:lnTo>
                  <a:close/>
                </a:path>
                <a:path w="507364" h="2058670">
                  <a:moveTo>
                    <a:pt x="339343" y="1414017"/>
                  </a:moveTo>
                  <a:lnTo>
                    <a:pt x="311150" y="1420240"/>
                  </a:lnTo>
                  <a:lnTo>
                    <a:pt x="317373" y="1448562"/>
                  </a:lnTo>
                  <a:lnTo>
                    <a:pt x="345566" y="1442339"/>
                  </a:lnTo>
                  <a:lnTo>
                    <a:pt x="339343" y="1414017"/>
                  </a:lnTo>
                  <a:close/>
                </a:path>
                <a:path w="507364" h="2058670">
                  <a:moveTo>
                    <a:pt x="351789" y="1470533"/>
                  </a:moveTo>
                  <a:lnTo>
                    <a:pt x="323595" y="1476755"/>
                  </a:lnTo>
                  <a:lnTo>
                    <a:pt x="329818" y="1505077"/>
                  </a:lnTo>
                  <a:lnTo>
                    <a:pt x="358013" y="1498853"/>
                  </a:lnTo>
                  <a:lnTo>
                    <a:pt x="351789" y="1470533"/>
                  </a:lnTo>
                  <a:close/>
                </a:path>
                <a:path w="507364" h="2058670">
                  <a:moveTo>
                    <a:pt x="364236" y="1527175"/>
                  </a:moveTo>
                  <a:lnTo>
                    <a:pt x="336041" y="1533398"/>
                  </a:lnTo>
                  <a:lnTo>
                    <a:pt x="342264" y="1561591"/>
                  </a:lnTo>
                  <a:lnTo>
                    <a:pt x="370458" y="1555368"/>
                  </a:lnTo>
                  <a:lnTo>
                    <a:pt x="364236" y="1527175"/>
                  </a:lnTo>
                  <a:close/>
                </a:path>
                <a:path w="507364" h="2058670">
                  <a:moveTo>
                    <a:pt x="376681" y="1583689"/>
                  </a:moveTo>
                  <a:lnTo>
                    <a:pt x="348488" y="1589913"/>
                  </a:lnTo>
                  <a:lnTo>
                    <a:pt x="354711" y="1618233"/>
                  </a:lnTo>
                  <a:lnTo>
                    <a:pt x="382904" y="1612011"/>
                  </a:lnTo>
                  <a:lnTo>
                    <a:pt x="376681" y="1583689"/>
                  </a:lnTo>
                  <a:close/>
                </a:path>
                <a:path w="507364" h="2058670">
                  <a:moveTo>
                    <a:pt x="389254" y="1640205"/>
                  </a:moveTo>
                  <a:lnTo>
                    <a:pt x="360933" y="1646427"/>
                  </a:lnTo>
                  <a:lnTo>
                    <a:pt x="367156" y="1674749"/>
                  </a:lnTo>
                  <a:lnTo>
                    <a:pt x="395477" y="1668526"/>
                  </a:lnTo>
                  <a:lnTo>
                    <a:pt x="389254" y="1640205"/>
                  </a:lnTo>
                  <a:close/>
                </a:path>
                <a:path w="507364" h="2058670">
                  <a:moveTo>
                    <a:pt x="401700" y="1696846"/>
                  </a:moveTo>
                  <a:lnTo>
                    <a:pt x="373379" y="1703070"/>
                  </a:lnTo>
                  <a:lnTo>
                    <a:pt x="379602" y="1731264"/>
                  </a:lnTo>
                  <a:lnTo>
                    <a:pt x="407924" y="1725040"/>
                  </a:lnTo>
                  <a:lnTo>
                    <a:pt x="401700" y="1696846"/>
                  </a:lnTo>
                  <a:close/>
                </a:path>
                <a:path w="507364" h="2058670">
                  <a:moveTo>
                    <a:pt x="414146" y="1753362"/>
                  </a:moveTo>
                  <a:lnTo>
                    <a:pt x="385825" y="1759585"/>
                  </a:lnTo>
                  <a:lnTo>
                    <a:pt x="392049" y="1787906"/>
                  </a:lnTo>
                  <a:lnTo>
                    <a:pt x="420369" y="1781683"/>
                  </a:lnTo>
                  <a:lnTo>
                    <a:pt x="414146" y="1753362"/>
                  </a:lnTo>
                  <a:close/>
                </a:path>
                <a:path w="507364" h="2058670">
                  <a:moveTo>
                    <a:pt x="426592" y="1809877"/>
                  </a:moveTo>
                  <a:lnTo>
                    <a:pt x="398271" y="1816100"/>
                  </a:lnTo>
                  <a:lnTo>
                    <a:pt x="404494" y="1844420"/>
                  </a:lnTo>
                  <a:lnTo>
                    <a:pt x="432815" y="1838198"/>
                  </a:lnTo>
                  <a:lnTo>
                    <a:pt x="426592" y="1809877"/>
                  </a:lnTo>
                  <a:close/>
                </a:path>
                <a:path w="507364" h="2058670">
                  <a:moveTo>
                    <a:pt x="439038" y="1866519"/>
                  </a:moveTo>
                  <a:lnTo>
                    <a:pt x="410717" y="1872742"/>
                  </a:lnTo>
                  <a:lnTo>
                    <a:pt x="416940" y="1900936"/>
                  </a:lnTo>
                  <a:lnTo>
                    <a:pt x="445262" y="1894713"/>
                  </a:lnTo>
                  <a:lnTo>
                    <a:pt x="439038" y="1866519"/>
                  </a:lnTo>
                  <a:close/>
                </a:path>
                <a:path w="507364" h="2058670">
                  <a:moveTo>
                    <a:pt x="388112" y="1940560"/>
                  </a:moveTo>
                  <a:lnTo>
                    <a:pt x="382269" y="1945894"/>
                  </a:lnTo>
                  <a:lnTo>
                    <a:pt x="376427" y="1951355"/>
                  </a:lnTo>
                  <a:lnTo>
                    <a:pt x="376046" y="1960499"/>
                  </a:lnTo>
                  <a:lnTo>
                    <a:pt x="381507" y="1966340"/>
                  </a:lnTo>
                  <a:lnTo>
                    <a:pt x="466470" y="2058543"/>
                  </a:lnTo>
                  <a:lnTo>
                    <a:pt x="476927" y="2026031"/>
                  </a:lnTo>
                  <a:lnTo>
                    <a:pt x="446531" y="2026031"/>
                  </a:lnTo>
                  <a:lnTo>
                    <a:pt x="450368" y="2014093"/>
                  </a:lnTo>
                  <a:lnTo>
                    <a:pt x="441832" y="2014093"/>
                  </a:lnTo>
                  <a:lnTo>
                    <a:pt x="435609" y="1985899"/>
                  </a:lnTo>
                  <a:lnTo>
                    <a:pt x="438269" y="1985314"/>
                  </a:lnTo>
                  <a:lnTo>
                    <a:pt x="402716" y="1946783"/>
                  </a:lnTo>
                  <a:lnTo>
                    <a:pt x="397382" y="1940940"/>
                  </a:lnTo>
                  <a:lnTo>
                    <a:pt x="388112" y="1940560"/>
                  </a:lnTo>
                  <a:close/>
                </a:path>
                <a:path w="507364" h="2058670">
                  <a:moveTo>
                    <a:pt x="460947" y="2009892"/>
                  </a:moveTo>
                  <a:lnTo>
                    <a:pt x="451017" y="2012074"/>
                  </a:lnTo>
                  <a:lnTo>
                    <a:pt x="446531" y="2026031"/>
                  </a:lnTo>
                  <a:lnTo>
                    <a:pt x="470915" y="2020696"/>
                  </a:lnTo>
                  <a:lnTo>
                    <a:pt x="460947" y="2009892"/>
                  </a:lnTo>
                  <a:close/>
                </a:path>
                <a:path w="507364" h="2058670">
                  <a:moveTo>
                    <a:pt x="491836" y="1979676"/>
                  </a:moveTo>
                  <a:lnTo>
                    <a:pt x="463930" y="1979676"/>
                  </a:lnTo>
                  <a:lnTo>
                    <a:pt x="470153" y="2007870"/>
                  </a:lnTo>
                  <a:lnTo>
                    <a:pt x="460947" y="2009892"/>
                  </a:lnTo>
                  <a:lnTo>
                    <a:pt x="470915" y="2020696"/>
                  </a:lnTo>
                  <a:lnTo>
                    <a:pt x="446531" y="2026031"/>
                  </a:lnTo>
                  <a:lnTo>
                    <a:pt x="476927" y="2026031"/>
                  </a:lnTo>
                  <a:lnTo>
                    <a:pt x="491836" y="1979676"/>
                  </a:lnTo>
                  <a:close/>
                </a:path>
                <a:path w="507364" h="2058670">
                  <a:moveTo>
                    <a:pt x="438269" y="1985314"/>
                  </a:moveTo>
                  <a:lnTo>
                    <a:pt x="435609" y="1985899"/>
                  </a:lnTo>
                  <a:lnTo>
                    <a:pt x="441832" y="2014093"/>
                  </a:lnTo>
                  <a:lnTo>
                    <a:pt x="451017" y="2012074"/>
                  </a:lnTo>
                  <a:lnTo>
                    <a:pt x="454102" y="2002474"/>
                  </a:lnTo>
                  <a:lnTo>
                    <a:pt x="438269" y="1985314"/>
                  </a:lnTo>
                  <a:close/>
                </a:path>
                <a:path w="507364" h="2058670">
                  <a:moveTo>
                    <a:pt x="451017" y="2012074"/>
                  </a:moveTo>
                  <a:lnTo>
                    <a:pt x="441832" y="2014093"/>
                  </a:lnTo>
                  <a:lnTo>
                    <a:pt x="450368" y="2014093"/>
                  </a:lnTo>
                  <a:lnTo>
                    <a:pt x="451017" y="2012074"/>
                  </a:lnTo>
                  <a:close/>
                </a:path>
                <a:path w="507364" h="2058670">
                  <a:moveTo>
                    <a:pt x="454102" y="2002474"/>
                  </a:moveTo>
                  <a:lnTo>
                    <a:pt x="451017" y="2012074"/>
                  </a:lnTo>
                  <a:lnTo>
                    <a:pt x="460947" y="2009892"/>
                  </a:lnTo>
                  <a:lnTo>
                    <a:pt x="454102" y="2002474"/>
                  </a:lnTo>
                  <a:close/>
                </a:path>
                <a:path w="507364" h="2058670">
                  <a:moveTo>
                    <a:pt x="463930" y="1979676"/>
                  </a:moveTo>
                  <a:lnTo>
                    <a:pt x="461239" y="1980267"/>
                  </a:lnTo>
                  <a:lnTo>
                    <a:pt x="454102" y="2002474"/>
                  </a:lnTo>
                  <a:lnTo>
                    <a:pt x="460947" y="2009892"/>
                  </a:lnTo>
                  <a:lnTo>
                    <a:pt x="470153" y="2007870"/>
                  </a:lnTo>
                  <a:lnTo>
                    <a:pt x="463930" y="1979676"/>
                  </a:lnTo>
                  <a:close/>
                </a:path>
                <a:path w="507364" h="2058670">
                  <a:moveTo>
                    <a:pt x="461239" y="1980267"/>
                  </a:moveTo>
                  <a:lnTo>
                    <a:pt x="438269" y="1985314"/>
                  </a:lnTo>
                  <a:lnTo>
                    <a:pt x="454102" y="2002474"/>
                  </a:lnTo>
                  <a:lnTo>
                    <a:pt x="461239" y="1980267"/>
                  </a:lnTo>
                  <a:close/>
                </a:path>
                <a:path w="507364" h="2058670">
                  <a:moveTo>
                    <a:pt x="487933" y="1918589"/>
                  </a:moveTo>
                  <a:lnTo>
                    <a:pt x="479678" y="1922780"/>
                  </a:lnTo>
                  <a:lnTo>
                    <a:pt x="477265" y="1930400"/>
                  </a:lnTo>
                  <a:lnTo>
                    <a:pt x="461239" y="1980267"/>
                  </a:lnTo>
                  <a:lnTo>
                    <a:pt x="463930" y="1979676"/>
                  </a:lnTo>
                  <a:lnTo>
                    <a:pt x="491836" y="1979676"/>
                  </a:lnTo>
                  <a:lnTo>
                    <a:pt x="504825" y="1939289"/>
                  </a:lnTo>
                  <a:lnTo>
                    <a:pt x="507364" y="1931670"/>
                  </a:lnTo>
                  <a:lnTo>
                    <a:pt x="503174" y="1923414"/>
                  </a:lnTo>
                  <a:lnTo>
                    <a:pt x="487933" y="1918589"/>
                  </a:lnTo>
                  <a:close/>
                </a:path>
                <a:path w="507364" h="2058670">
                  <a:moveTo>
                    <a:pt x="451484" y="1923033"/>
                  </a:moveTo>
                  <a:lnTo>
                    <a:pt x="423163" y="1929257"/>
                  </a:lnTo>
                  <a:lnTo>
                    <a:pt x="429387" y="1957577"/>
                  </a:lnTo>
                  <a:lnTo>
                    <a:pt x="457707" y="1951355"/>
                  </a:lnTo>
                  <a:lnTo>
                    <a:pt x="451484" y="1923033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798949" y="2010917"/>
              <a:ext cx="111760" cy="664210"/>
            </a:xfrm>
            <a:custGeom>
              <a:avLst/>
              <a:gdLst/>
              <a:ahLst/>
              <a:cxnLst/>
              <a:rect l="l" t="t" r="r" b="b"/>
              <a:pathLst>
                <a:path w="111760" h="6642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663829"/>
                  </a:lnTo>
                  <a:lnTo>
                    <a:pt x="65659" y="663829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664210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664210">
                  <a:moveTo>
                    <a:pt x="67159" y="19558"/>
                  </a:moveTo>
                  <a:lnTo>
                    <a:pt x="65659" y="19558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664210">
                  <a:moveTo>
                    <a:pt x="65659" y="19558"/>
                  </a:moveTo>
                  <a:lnTo>
                    <a:pt x="45847" y="19558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8"/>
                  </a:lnTo>
                  <a:close/>
                </a:path>
                <a:path w="111760" h="6642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6421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624323" y="2094646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37353" y="1655825"/>
            <a:ext cx="244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44236" y="2006345"/>
            <a:ext cx="588010" cy="2059939"/>
            <a:chOff x="4944236" y="2006345"/>
            <a:chExt cx="588010" cy="2059939"/>
          </a:xfrm>
        </p:grpSpPr>
        <p:sp>
          <p:nvSpPr>
            <p:cNvPr id="51" name="object 51"/>
            <p:cNvSpPr/>
            <p:nvPr/>
          </p:nvSpPr>
          <p:spPr>
            <a:xfrm>
              <a:off x="4944236" y="2007742"/>
              <a:ext cx="507365" cy="2058670"/>
            </a:xfrm>
            <a:custGeom>
              <a:avLst/>
              <a:gdLst/>
              <a:ahLst/>
              <a:cxnLst/>
              <a:rect l="l" t="t" r="r" b="b"/>
              <a:pathLst>
                <a:path w="507364" h="2058670">
                  <a:moveTo>
                    <a:pt x="28193" y="0"/>
                  </a:moveTo>
                  <a:lnTo>
                    <a:pt x="0" y="6223"/>
                  </a:lnTo>
                  <a:lnTo>
                    <a:pt x="6223" y="34544"/>
                  </a:lnTo>
                  <a:lnTo>
                    <a:pt x="34416" y="28321"/>
                  </a:lnTo>
                  <a:lnTo>
                    <a:pt x="28193" y="0"/>
                  </a:lnTo>
                  <a:close/>
                </a:path>
                <a:path w="507364" h="2058670">
                  <a:moveTo>
                    <a:pt x="40639" y="56642"/>
                  </a:moveTo>
                  <a:lnTo>
                    <a:pt x="12446" y="62865"/>
                  </a:lnTo>
                  <a:lnTo>
                    <a:pt x="18668" y="91186"/>
                  </a:lnTo>
                  <a:lnTo>
                    <a:pt x="46862" y="84962"/>
                  </a:lnTo>
                  <a:lnTo>
                    <a:pt x="40639" y="56642"/>
                  </a:lnTo>
                  <a:close/>
                </a:path>
                <a:path w="507364" h="2058670">
                  <a:moveTo>
                    <a:pt x="53086" y="113157"/>
                  </a:moveTo>
                  <a:lnTo>
                    <a:pt x="24891" y="119380"/>
                  </a:lnTo>
                  <a:lnTo>
                    <a:pt x="31114" y="147701"/>
                  </a:lnTo>
                  <a:lnTo>
                    <a:pt x="59309" y="141478"/>
                  </a:lnTo>
                  <a:lnTo>
                    <a:pt x="53086" y="113157"/>
                  </a:lnTo>
                  <a:close/>
                </a:path>
                <a:path w="507364" h="2058670">
                  <a:moveTo>
                    <a:pt x="65532" y="169799"/>
                  </a:moveTo>
                  <a:lnTo>
                    <a:pt x="37337" y="176022"/>
                  </a:lnTo>
                  <a:lnTo>
                    <a:pt x="43561" y="204216"/>
                  </a:lnTo>
                  <a:lnTo>
                    <a:pt x="71754" y="197993"/>
                  </a:lnTo>
                  <a:lnTo>
                    <a:pt x="65532" y="169799"/>
                  </a:lnTo>
                  <a:close/>
                </a:path>
                <a:path w="507364" h="2058670">
                  <a:moveTo>
                    <a:pt x="77977" y="226314"/>
                  </a:moveTo>
                  <a:lnTo>
                    <a:pt x="49784" y="232537"/>
                  </a:lnTo>
                  <a:lnTo>
                    <a:pt x="56007" y="260858"/>
                  </a:lnTo>
                  <a:lnTo>
                    <a:pt x="84200" y="254635"/>
                  </a:lnTo>
                  <a:lnTo>
                    <a:pt x="77977" y="226314"/>
                  </a:lnTo>
                  <a:close/>
                </a:path>
                <a:path w="507364" h="2058670">
                  <a:moveTo>
                    <a:pt x="90424" y="282829"/>
                  </a:moveTo>
                  <a:lnTo>
                    <a:pt x="62229" y="289052"/>
                  </a:lnTo>
                  <a:lnTo>
                    <a:pt x="68452" y="317373"/>
                  </a:lnTo>
                  <a:lnTo>
                    <a:pt x="96647" y="311150"/>
                  </a:lnTo>
                  <a:lnTo>
                    <a:pt x="90424" y="282829"/>
                  </a:lnTo>
                  <a:close/>
                </a:path>
                <a:path w="507364" h="2058670">
                  <a:moveTo>
                    <a:pt x="102870" y="339471"/>
                  </a:moveTo>
                  <a:lnTo>
                    <a:pt x="74675" y="345694"/>
                  </a:lnTo>
                  <a:lnTo>
                    <a:pt x="80899" y="373888"/>
                  </a:lnTo>
                  <a:lnTo>
                    <a:pt x="109092" y="367665"/>
                  </a:lnTo>
                  <a:lnTo>
                    <a:pt x="102870" y="339471"/>
                  </a:lnTo>
                  <a:close/>
                </a:path>
                <a:path w="507364" h="2058670">
                  <a:moveTo>
                    <a:pt x="115315" y="395986"/>
                  </a:moveTo>
                  <a:lnTo>
                    <a:pt x="87122" y="402209"/>
                  </a:lnTo>
                  <a:lnTo>
                    <a:pt x="93345" y="430530"/>
                  </a:lnTo>
                  <a:lnTo>
                    <a:pt x="121538" y="424307"/>
                  </a:lnTo>
                  <a:lnTo>
                    <a:pt x="115315" y="395986"/>
                  </a:lnTo>
                  <a:close/>
                </a:path>
                <a:path w="507364" h="2058670">
                  <a:moveTo>
                    <a:pt x="127762" y="452501"/>
                  </a:moveTo>
                  <a:lnTo>
                    <a:pt x="99567" y="458724"/>
                  </a:lnTo>
                  <a:lnTo>
                    <a:pt x="105790" y="487045"/>
                  </a:lnTo>
                  <a:lnTo>
                    <a:pt x="133985" y="480822"/>
                  </a:lnTo>
                  <a:lnTo>
                    <a:pt x="127762" y="452501"/>
                  </a:lnTo>
                  <a:close/>
                </a:path>
                <a:path w="507364" h="2058670">
                  <a:moveTo>
                    <a:pt x="140208" y="509143"/>
                  </a:moveTo>
                  <a:lnTo>
                    <a:pt x="112013" y="515366"/>
                  </a:lnTo>
                  <a:lnTo>
                    <a:pt x="118237" y="543560"/>
                  </a:lnTo>
                  <a:lnTo>
                    <a:pt x="146430" y="537337"/>
                  </a:lnTo>
                  <a:lnTo>
                    <a:pt x="140208" y="509143"/>
                  </a:lnTo>
                  <a:close/>
                </a:path>
                <a:path w="507364" h="2058670">
                  <a:moveTo>
                    <a:pt x="152653" y="565658"/>
                  </a:moveTo>
                  <a:lnTo>
                    <a:pt x="124460" y="571881"/>
                  </a:lnTo>
                  <a:lnTo>
                    <a:pt x="130683" y="600202"/>
                  </a:lnTo>
                  <a:lnTo>
                    <a:pt x="158876" y="593979"/>
                  </a:lnTo>
                  <a:lnTo>
                    <a:pt x="152653" y="565658"/>
                  </a:lnTo>
                  <a:close/>
                </a:path>
                <a:path w="507364" h="2058670">
                  <a:moveTo>
                    <a:pt x="165100" y="622173"/>
                  </a:moveTo>
                  <a:lnTo>
                    <a:pt x="136905" y="628396"/>
                  </a:lnTo>
                  <a:lnTo>
                    <a:pt x="143128" y="656717"/>
                  </a:lnTo>
                  <a:lnTo>
                    <a:pt x="171323" y="650494"/>
                  </a:lnTo>
                  <a:lnTo>
                    <a:pt x="165100" y="622173"/>
                  </a:lnTo>
                  <a:close/>
                </a:path>
                <a:path w="507364" h="2058670">
                  <a:moveTo>
                    <a:pt x="177546" y="678815"/>
                  </a:moveTo>
                  <a:lnTo>
                    <a:pt x="149351" y="685038"/>
                  </a:lnTo>
                  <a:lnTo>
                    <a:pt x="155575" y="713232"/>
                  </a:lnTo>
                  <a:lnTo>
                    <a:pt x="183768" y="707009"/>
                  </a:lnTo>
                  <a:lnTo>
                    <a:pt x="177546" y="678815"/>
                  </a:lnTo>
                  <a:close/>
                </a:path>
                <a:path w="507364" h="2058670">
                  <a:moveTo>
                    <a:pt x="189991" y="735330"/>
                  </a:moveTo>
                  <a:lnTo>
                    <a:pt x="161798" y="741553"/>
                  </a:lnTo>
                  <a:lnTo>
                    <a:pt x="168021" y="769874"/>
                  </a:lnTo>
                  <a:lnTo>
                    <a:pt x="196214" y="763651"/>
                  </a:lnTo>
                  <a:lnTo>
                    <a:pt x="189991" y="735330"/>
                  </a:lnTo>
                  <a:close/>
                </a:path>
                <a:path w="507364" h="2058670">
                  <a:moveTo>
                    <a:pt x="202437" y="791845"/>
                  </a:moveTo>
                  <a:lnTo>
                    <a:pt x="174243" y="798068"/>
                  </a:lnTo>
                  <a:lnTo>
                    <a:pt x="180466" y="826389"/>
                  </a:lnTo>
                  <a:lnTo>
                    <a:pt x="208661" y="820166"/>
                  </a:lnTo>
                  <a:lnTo>
                    <a:pt x="202437" y="791845"/>
                  </a:lnTo>
                  <a:close/>
                </a:path>
                <a:path w="507364" h="2058670">
                  <a:moveTo>
                    <a:pt x="214884" y="848487"/>
                  </a:moveTo>
                  <a:lnTo>
                    <a:pt x="186689" y="854710"/>
                  </a:lnTo>
                  <a:lnTo>
                    <a:pt x="192912" y="882904"/>
                  </a:lnTo>
                  <a:lnTo>
                    <a:pt x="221107" y="876681"/>
                  </a:lnTo>
                  <a:lnTo>
                    <a:pt x="214884" y="848487"/>
                  </a:lnTo>
                  <a:close/>
                </a:path>
                <a:path w="507364" h="2058670">
                  <a:moveTo>
                    <a:pt x="227329" y="905002"/>
                  </a:moveTo>
                  <a:lnTo>
                    <a:pt x="199136" y="911225"/>
                  </a:lnTo>
                  <a:lnTo>
                    <a:pt x="205359" y="939546"/>
                  </a:lnTo>
                  <a:lnTo>
                    <a:pt x="233552" y="933323"/>
                  </a:lnTo>
                  <a:lnTo>
                    <a:pt x="227329" y="905002"/>
                  </a:lnTo>
                  <a:close/>
                </a:path>
                <a:path w="507364" h="2058670">
                  <a:moveTo>
                    <a:pt x="239775" y="961517"/>
                  </a:moveTo>
                  <a:lnTo>
                    <a:pt x="211582" y="967740"/>
                  </a:lnTo>
                  <a:lnTo>
                    <a:pt x="217804" y="996061"/>
                  </a:lnTo>
                  <a:lnTo>
                    <a:pt x="245999" y="989838"/>
                  </a:lnTo>
                  <a:lnTo>
                    <a:pt x="239775" y="961517"/>
                  </a:lnTo>
                  <a:close/>
                </a:path>
                <a:path w="507364" h="2058670">
                  <a:moveTo>
                    <a:pt x="252222" y="1018159"/>
                  </a:moveTo>
                  <a:lnTo>
                    <a:pt x="224027" y="1024382"/>
                  </a:lnTo>
                  <a:lnTo>
                    <a:pt x="230250" y="1052576"/>
                  </a:lnTo>
                  <a:lnTo>
                    <a:pt x="258445" y="1046353"/>
                  </a:lnTo>
                  <a:lnTo>
                    <a:pt x="252222" y="1018159"/>
                  </a:lnTo>
                  <a:close/>
                </a:path>
                <a:path w="507364" h="2058670">
                  <a:moveTo>
                    <a:pt x="264667" y="1074674"/>
                  </a:moveTo>
                  <a:lnTo>
                    <a:pt x="236474" y="1080897"/>
                  </a:lnTo>
                  <a:lnTo>
                    <a:pt x="242697" y="1109218"/>
                  </a:lnTo>
                  <a:lnTo>
                    <a:pt x="270890" y="1102995"/>
                  </a:lnTo>
                  <a:lnTo>
                    <a:pt x="264667" y="1074674"/>
                  </a:lnTo>
                  <a:close/>
                </a:path>
                <a:path w="507364" h="2058670">
                  <a:moveTo>
                    <a:pt x="277113" y="1131189"/>
                  </a:moveTo>
                  <a:lnTo>
                    <a:pt x="248920" y="1137412"/>
                  </a:lnTo>
                  <a:lnTo>
                    <a:pt x="255142" y="1165733"/>
                  </a:lnTo>
                  <a:lnTo>
                    <a:pt x="283337" y="1159510"/>
                  </a:lnTo>
                  <a:lnTo>
                    <a:pt x="277113" y="1131189"/>
                  </a:lnTo>
                  <a:close/>
                </a:path>
                <a:path w="507364" h="2058670">
                  <a:moveTo>
                    <a:pt x="289560" y="1187831"/>
                  </a:moveTo>
                  <a:lnTo>
                    <a:pt x="261365" y="1194054"/>
                  </a:lnTo>
                  <a:lnTo>
                    <a:pt x="267588" y="1222248"/>
                  </a:lnTo>
                  <a:lnTo>
                    <a:pt x="295783" y="1216025"/>
                  </a:lnTo>
                  <a:lnTo>
                    <a:pt x="289560" y="1187831"/>
                  </a:lnTo>
                  <a:close/>
                </a:path>
                <a:path w="507364" h="2058670">
                  <a:moveTo>
                    <a:pt x="302005" y="1244346"/>
                  </a:moveTo>
                  <a:lnTo>
                    <a:pt x="273812" y="1250569"/>
                  </a:lnTo>
                  <a:lnTo>
                    <a:pt x="280035" y="1278890"/>
                  </a:lnTo>
                  <a:lnTo>
                    <a:pt x="308228" y="1272667"/>
                  </a:lnTo>
                  <a:lnTo>
                    <a:pt x="302005" y="1244346"/>
                  </a:lnTo>
                  <a:close/>
                </a:path>
                <a:path w="507364" h="2058670">
                  <a:moveTo>
                    <a:pt x="314451" y="1300861"/>
                  </a:moveTo>
                  <a:lnTo>
                    <a:pt x="286258" y="1307084"/>
                  </a:lnTo>
                  <a:lnTo>
                    <a:pt x="292480" y="1335405"/>
                  </a:lnTo>
                  <a:lnTo>
                    <a:pt x="320675" y="1329182"/>
                  </a:lnTo>
                  <a:lnTo>
                    <a:pt x="314451" y="1300861"/>
                  </a:lnTo>
                  <a:close/>
                </a:path>
                <a:path w="507364" h="2058670">
                  <a:moveTo>
                    <a:pt x="326898" y="1357503"/>
                  </a:moveTo>
                  <a:lnTo>
                    <a:pt x="298703" y="1363726"/>
                  </a:lnTo>
                  <a:lnTo>
                    <a:pt x="304926" y="1391920"/>
                  </a:lnTo>
                  <a:lnTo>
                    <a:pt x="333121" y="1385697"/>
                  </a:lnTo>
                  <a:lnTo>
                    <a:pt x="326898" y="1357503"/>
                  </a:lnTo>
                  <a:close/>
                </a:path>
                <a:path w="507364" h="2058670">
                  <a:moveTo>
                    <a:pt x="339343" y="1414018"/>
                  </a:moveTo>
                  <a:lnTo>
                    <a:pt x="311150" y="1420241"/>
                  </a:lnTo>
                  <a:lnTo>
                    <a:pt x="317373" y="1448562"/>
                  </a:lnTo>
                  <a:lnTo>
                    <a:pt x="345566" y="1442339"/>
                  </a:lnTo>
                  <a:lnTo>
                    <a:pt x="339343" y="1414018"/>
                  </a:lnTo>
                  <a:close/>
                </a:path>
                <a:path w="507364" h="2058670">
                  <a:moveTo>
                    <a:pt x="351789" y="1470533"/>
                  </a:moveTo>
                  <a:lnTo>
                    <a:pt x="323596" y="1476756"/>
                  </a:lnTo>
                  <a:lnTo>
                    <a:pt x="329818" y="1505077"/>
                  </a:lnTo>
                  <a:lnTo>
                    <a:pt x="358013" y="1498854"/>
                  </a:lnTo>
                  <a:lnTo>
                    <a:pt x="351789" y="1470533"/>
                  </a:lnTo>
                  <a:close/>
                </a:path>
                <a:path w="507364" h="2058670">
                  <a:moveTo>
                    <a:pt x="364236" y="1527175"/>
                  </a:moveTo>
                  <a:lnTo>
                    <a:pt x="336041" y="1533398"/>
                  </a:lnTo>
                  <a:lnTo>
                    <a:pt x="342264" y="1561592"/>
                  </a:lnTo>
                  <a:lnTo>
                    <a:pt x="370459" y="1555369"/>
                  </a:lnTo>
                  <a:lnTo>
                    <a:pt x="364236" y="1527175"/>
                  </a:lnTo>
                  <a:close/>
                </a:path>
                <a:path w="507364" h="2058670">
                  <a:moveTo>
                    <a:pt x="376682" y="1583690"/>
                  </a:moveTo>
                  <a:lnTo>
                    <a:pt x="348488" y="1589913"/>
                  </a:lnTo>
                  <a:lnTo>
                    <a:pt x="354711" y="1618234"/>
                  </a:lnTo>
                  <a:lnTo>
                    <a:pt x="382904" y="1612011"/>
                  </a:lnTo>
                  <a:lnTo>
                    <a:pt x="376682" y="1583690"/>
                  </a:lnTo>
                  <a:close/>
                </a:path>
                <a:path w="507364" h="2058670">
                  <a:moveTo>
                    <a:pt x="389254" y="1640205"/>
                  </a:moveTo>
                  <a:lnTo>
                    <a:pt x="360934" y="1646428"/>
                  </a:lnTo>
                  <a:lnTo>
                    <a:pt x="367157" y="1674749"/>
                  </a:lnTo>
                  <a:lnTo>
                    <a:pt x="395477" y="1668526"/>
                  </a:lnTo>
                  <a:lnTo>
                    <a:pt x="389254" y="1640205"/>
                  </a:lnTo>
                  <a:close/>
                </a:path>
                <a:path w="507364" h="2058670">
                  <a:moveTo>
                    <a:pt x="401700" y="1696847"/>
                  </a:moveTo>
                  <a:lnTo>
                    <a:pt x="373379" y="1703070"/>
                  </a:lnTo>
                  <a:lnTo>
                    <a:pt x="379602" y="1731264"/>
                  </a:lnTo>
                  <a:lnTo>
                    <a:pt x="407924" y="1725041"/>
                  </a:lnTo>
                  <a:lnTo>
                    <a:pt x="401700" y="1696847"/>
                  </a:lnTo>
                  <a:close/>
                </a:path>
                <a:path w="507364" h="2058670">
                  <a:moveTo>
                    <a:pt x="414147" y="1753362"/>
                  </a:moveTo>
                  <a:lnTo>
                    <a:pt x="385825" y="1759585"/>
                  </a:lnTo>
                  <a:lnTo>
                    <a:pt x="392049" y="1787906"/>
                  </a:lnTo>
                  <a:lnTo>
                    <a:pt x="420370" y="1781683"/>
                  </a:lnTo>
                  <a:lnTo>
                    <a:pt x="414147" y="1753362"/>
                  </a:lnTo>
                  <a:close/>
                </a:path>
                <a:path w="507364" h="2058670">
                  <a:moveTo>
                    <a:pt x="426592" y="1809877"/>
                  </a:moveTo>
                  <a:lnTo>
                    <a:pt x="398272" y="1816100"/>
                  </a:lnTo>
                  <a:lnTo>
                    <a:pt x="404495" y="1844421"/>
                  </a:lnTo>
                  <a:lnTo>
                    <a:pt x="432815" y="1838198"/>
                  </a:lnTo>
                  <a:lnTo>
                    <a:pt x="426592" y="1809877"/>
                  </a:lnTo>
                  <a:close/>
                </a:path>
                <a:path w="507364" h="2058670">
                  <a:moveTo>
                    <a:pt x="439038" y="1866519"/>
                  </a:moveTo>
                  <a:lnTo>
                    <a:pt x="410717" y="1872742"/>
                  </a:lnTo>
                  <a:lnTo>
                    <a:pt x="416940" y="1900936"/>
                  </a:lnTo>
                  <a:lnTo>
                    <a:pt x="445262" y="1894713"/>
                  </a:lnTo>
                  <a:lnTo>
                    <a:pt x="439038" y="1866519"/>
                  </a:lnTo>
                  <a:close/>
                </a:path>
                <a:path w="507364" h="2058670">
                  <a:moveTo>
                    <a:pt x="388112" y="1940560"/>
                  </a:moveTo>
                  <a:lnTo>
                    <a:pt x="382270" y="1945894"/>
                  </a:lnTo>
                  <a:lnTo>
                    <a:pt x="376427" y="1951355"/>
                  </a:lnTo>
                  <a:lnTo>
                    <a:pt x="376047" y="1960499"/>
                  </a:lnTo>
                  <a:lnTo>
                    <a:pt x="381508" y="1966341"/>
                  </a:lnTo>
                  <a:lnTo>
                    <a:pt x="466471" y="2058543"/>
                  </a:lnTo>
                  <a:lnTo>
                    <a:pt x="476927" y="2026031"/>
                  </a:lnTo>
                  <a:lnTo>
                    <a:pt x="446532" y="2026031"/>
                  </a:lnTo>
                  <a:lnTo>
                    <a:pt x="450368" y="2014093"/>
                  </a:lnTo>
                  <a:lnTo>
                    <a:pt x="441833" y="2014093"/>
                  </a:lnTo>
                  <a:lnTo>
                    <a:pt x="435610" y="1985899"/>
                  </a:lnTo>
                  <a:lnTo>
                    <a:pt x="438269" y="1985314"/>
                  </a:lnTo>
                  <a:lnTo>
                    <a:pt x="402716" y="1946783"/>
                  </a:lnTo>
                  <a:lnTo>
                    <a:pt x="397383" y="1940941"/>
                  </a:lnTo>
                  <a:lnTo>
                    <a:pt x="388112" y="1940560"/>
                  </a:lnTo>
                  <a:close/>
                </a:path>
                <a:path w="507364" h="2058670">
                  <a:moveTo>
                    <a:pt x="460947" y="2009892"/>
                  </a:moveTo>
                  <a:lnTo>
                    <a:pt x="451017" y="2012074"/>
                  </a:lnTo>
                  <a:lnTo>
                    <a:pt x="446532" y="2026031"/>
                  </a:lnTo>
                  <a:lnTo>
                    <a:pt x="470915" y="2020697"/>
                  </a:lnTo>
                  <a:lnTo>
                    <a:pt x="460947" y="2009892"/>
                  </a:lnTo>
                  <a:close/>
                </a:path>
                <a:path w="507364" h="2058670">
                  <a:moveTo>
                    <a:pt x="491836" y="1979676"/>
                  </a:moveTo>
                  <a:lnTo>
                    <a:pt x="463930" y="1979676"/>
                  </a:lnTo>
                  <a:lnTo>
                    <a:pt x="470153" y="2007870"/>
                  </a:lnTo>
                  <a:lnTo>
                    <a:pt x="460947" y="2009892"/>
                  </a:lnTo>
                  <a:lnTo>
                    <a:pt x="470915" y="2020697"/>
                  </a:lnTo>
                  <a:lnTo>
                    <a:pt x="446532" y="2026031"/>
                  </a:lnTo>
                  <a:lnTo>
                    <a:pt x="476927" y="2026031"/>
                  </a:lnTo>
                  <a:lnTo>
                    <a:pt x="491836" y="1979676"/>
                  </a:lnTo>
                  <a:close/>
                </a:path>
                <a:path w="507364" h="2058670">
                  <a:moveTo>
                    <a:pt x="438269" y="1985314"/>
                  </a:moveTo>
                  <a:lnTo>
                    <a:pt x="435610" y="1985899"/>
                  </a:lnTo>
                  <a:lnTo>
                    <a:pt x="441833" y="2014093"/>
                  </a:lnTo>
                  <a:lnTo>
                    <a:pt x="451017" y="2012074"/>
                  </a:lnTo>
                  <a:lnTo>
                    <a:pt x="454102" y="2002474"/>
                  </a:lnTo>
                  <a:lnTo>
                    <a:pt x="438269" y="1985314"/>
                  </a:lnTo>
                  <a:close/>
                </a:path>
                <a:path w="507364" h="2058670">
                  <a:moveTo>
                    <a:pt x="451017" y="2012074"/>
                  </a:moveTo>
                  <a:lnTo>
                    <a:pt x="441833" y="2014093"/>
                  </a:lnTo>
                  <a:lnTo>
                    <a:pt x="450368" y="2014093"/>
                  </a:lnTo>
                  <a:lnTo>
                    <a:pt x="451017" y="2012074"/>
                  </a:lnTo>
                  <a:close/>
                </a:path>
                <a:path w="507364" h="2058670">
                  <a:moveTo>
                    <a:pt x="454102" y="2002474"/>
                  </a:moveTo>
                  <a:lnTo>
                    <a:pt x="451017" y="2012074"/>
                  </a:lnTo>
                  <a:lnTo>
                    <a:pt x="460947" y="2009892"/>
                  </a:lnTo>
                  <a:lnTo>
                    <a:pt x="454102" y="2002474"/>
                  </a:lnTo>
                  <a:close/>
                </a:path>
                <a:path w="507364" h="2058670">
                  <a:moveTo>
                    <a:pt x="463930" y="1979676"/>
                  </a:moveTo>
                  <a:lnTo>
                    <a:pt x="461239" y="1980267"/>
                  </a:lnTo>
                  <a:lnTo>
                    <a:pt x="454102" y="2002474"/>
                  </a:lnTo>
                  <a:lnTo>
                    <a:pt x="460947" y="2009892"/>
                  </a:lnTo>
                  <a:lnTo>
                    <a:pt x="470153" y="2007870"/>
                  </a:lnTo>
                  <a:lnTo>
                    <a:pt x="463930" y="1979676"/>
                  </a:lnTo>
                  <a:close/>
                </a:path>
                <a:path w="507364" h="2058670">
                  <a:moveTo>
                    <a:pt x="461239" y="1980267"/>
                  </a:moveTo>
                  <a:lnTo>
                    <a:pt x="438269" y="1985314"/>
                  </a:lnTo>
                  <a:lnTo>
                    <a:pt x="454102" y="2002474"/>
                  </a:lnTo>
                  <a:lnTo>
                    <a:pt x="461239" y="1980267"/>
                  </a:lnTo>
                  <a:close/>
                </a:path>
                <a:path w="507364" h="2058670">
                  <a:moveTo>
                    <a:pt x="487934" y="1918589"/>
                  </a:moveTo>
                  <a:lnTo>
                    <a:pt x="479678" y="1922780"/>
                  </a:lnTo>
                  <a:lnTo>
                    <a:pt x="477265" y="1930400"/>
                  </a:lnTo>
                  <a:lnTo>
                    <a:pt x="461239" y="1980267"/>
                  </a:lnTo>
                  <a:lnTo>
                    <a:pt x="463930" y="1979676"/>
                  </a:lnTo>
                  <a:lnTo>
                    <a:pt x="491836" y="1979676"/>
                  </a:lnTo>
                  <a:lnTo>
                    <a:pt x="504825" y="1939290"/>
                  </a:lnTo>
                  <a:lnTo>
                    <a:pt x="507364" y="1931670"/>
                  </a:lnTo>
                  <a:lnTo>
                    <a:pt x="503174" y="1923415"/>
                  </a:lnTo>
                  <a:lnTo>
                    <a:pt x="487934" y="1918589"/>
                  </a:lnTo>
                  <a:close/>
                </a:path>
                <a:path w="507364" h="2058670">
                  <a:moveTo>
                    <a:pt x="451485" y="1923034"/>
                  </a:moveTo>
                  <a:lnTo>
                    <a:pt x="423163" y="1929257"/>
                  </a:lnTo>
                  <a:lnTo>
                    <a:pt x="429387" y="1957578"/>
                  </a:lnTo>
                  <a:lnTo>
                    <a:pt x="457708" y="1951355"/>
                  </a:lnTo>
                  <a:lnTo>
                    <a:pt x="451485" y="1923034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5420740" y="2006345"/>
              <a:ext cx="111760" cy="664210"/>
            </a:xfrm>
            <a:custGeom>
              <a:avLst/>
              <a:gdLst/>
              <a:ahLst/>
              <a:cxnLst/>
              <a:rect l="l" t="t" r="r" b="b"/>
              <a:pathLst>
                <a:path w="111760" h="664210">
                  <a:moveTo>
                    <a:pt x="55753" y="39224"/>
                  </a:moveTo>
                  <a:lnTo>
                    <a:pt x="45847" y="56206"/>
                  </a:lnTo>
                  <a:lnTo>
                    <a:pt x="45847" y="663828"/>
                  </a:lnTo>
                  <a:lnTo>
                    <a:pt x="65659" y="66382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664210">
                  <a:moveTo>
                    <a:pt x="55753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7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3" y="0"/>
                  </a:lnTo>
                  <a:close/>
                </a:path>
                <a:path w="111760" h="66421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7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66421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664210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64210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45227" y="2089185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33238" y="1655825"/>
            <a:ext cx="2819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520433" y="5982309"/>
            <a:ext cx="452755" cy="134620"/>
          </a:xfrm>
          <a:custGeom>
            <a:avLst/>
            <a:gdLst/>
            <a:ahLst/>
            <a:cxnLst/>
            <a:rect l="l" t="t" r="r" b="b"/>
            <a:pathLst>
              <a:path w="452754" h="134620">
                <a:moveTo>
                  <a:pt x="28956" y="52730"/>
                </a:moveTo>
                <a:lnTo>
                  <a:pt x="0" y="52730"/>
                </a:lnTo>
                <a:lnTo>
                  <a:pt x="0" y="81686"/>
                </a:lnTo>
                <a:lnTo>
                  <a:pt x="28956" y="81686"/>
                </a:lnTo>
                <a:lnTo>
                  <a:pt x="28956" y="52730"/>
                </a:lnTo>
                <a:close/>
              </a:path>
              <a:path w="452754" h="134620">
                <a:moveTo>
                  <a:pt x="86868" y="52730"/>
                </a:moveTo>
                <a:lnTo>
                  <a:pt x="57912" y="52730"/>
                </a:lnTo>
                <a:lnTo>
                  <a:pt x="57912" y="81686"/>
                </a:lnTo>
                <a:lnTo>
                  <a:pt x="86868" y="81686"/>
                </a:lnTo>
                <a:lnTo>
                  <a:pt x="86868" y="52730"/>
                </a:lnTo>
                <a:close/>
              </a:path>
              <a:path w="452754" h="134620">
                <a:moveTo>
                  <a:pt x="144780" y="52730"/>
                </a:moveTo>
                <a:lnTo>
                  <a:pt x="115824" y="52730"/>
                </a:lnTo>
                <a:lnTo>
                  <a:pt x="115824" y="81686"/>
                </a:lnTo>
                <a:lnTo>
                  <a:pt x="144780" y="81686"/>
                </a:lnTo>
                <a:lnTo>
                  <a:pt x="144780" y="52730"/>
                </a:lnTo>
                <a:close/>
              </a:path>
              <a:path w="452754" h="134620">
                <a:moveTo>
                  <a:pt x="202692" y="52730"/>
                </a:moveTo>
                <a:lnTo>
                  <a:pt x="173736" y="52730"/>
                </a:lnTo>
                <a:lnTo>
                  <a:pt x="173736" y="81686"/>
                </a:lnTo>
                <a:lnTo>
                  <a:pt x="202692" y="81686"/>
                </a:lnTo>
                <a:lnTo>
                  <a:pt x="202692" y="52730"/>
                </a:lnTo>
                <a:close/>
              </a:path>
              <a:path w="452754" h="134620">
                <a:moveTo>
                  <a:pt x="260604" y="52730"/>
                </a:moveTo>
                <a:lnTo>
                  <a:pt x="231648" y="52730"/>
                </a:lnTo>
                <a:lnTo>
                  <a:pt x="231648" y="81686"/>
                </a:lnTo>
                <a:lnTo>
                  <a:pt x="260604" y="81686"/>
                </a:lnTo>
                <a:lnTo>
                  <a:pt x="260604" y="52730"/>
                </a:lnTo>
                <a:close/>
              </a:path>
              <a:path w="452754" h="134620">
                <a:moveTo>
                  <a:pt x="318516" y="52730"/>
                </a:moveTo>
                <a:lnTo>
                  <a:pt x="289560" y="52730"/>
                </a:lnTo>
                <a:lnTo>
                  <a:pt x="289560" y="81686"/>
                </a:lnTo>
                <a:lnTo>
                  <a:pt x="318516" y="81686"/>
                </a:lnTo>
                <a:lnTo>
                  <a:pt x="318516" y="52730"/>
                </a:lnTo>
                <a:close/>
              </a:path>
              <a:path w="452754" h="134620">
                <a:moveTo>
                  <a:pt x="376427" y="77961"/>
                </a:moveTo>
                <a:lnTo>
                  <a:pt x="322580" y="109397"/>
                </a:lnTo>
                <a:lnTo>
                  <a:pt x="320294" y="118275"/>
                </a:lnTo>
                <a:lnTo>
                  <a:pt x="324231" y="125171"/>
                </a:lnTo>
                <a:lnTo>
                  <a:pt x="328295" y="132079"/>
                </a:lnTo>
                <a:lnTo>
                  <a:pt x="337185" y="134416"/>
                </a:lnTo>
                <a:lnTo>
                  <a:pt x="427550" y="81686"/>
                </a:lnTo>
                <a:lnTo>
                  <a:pt x="376427" y="81686"/>
                </a:lnTo>
                <a:lnTo>
                  <a:pt x="376427" y="77961"/>
                </a:lnTo>
                <a:close/>
              </a:path>
              <a:path w="452754" h="134620">
                <a:moveTo>
                  <a:pt x="370041" y="52730"/>
                </a:moveTo>
                <a:lnTo>
                  <a:pt x="347472" y="52730"/>
                </a:lnTo>
                <a:lnTo>
                  <a:pt x="347472" y="81686"/>
                </a:lnTo>
                <a:lnTo>
                  <a:pt x="370041" y="81686"/>
                </a:lnTo>
                <a:lnTo>
                  <a:pt x="376427" y="77961"/>
                </a:lnTo>
                <a:lnTo>
                  <a:pt x="376427" y="56455"/>
                </a:lnTo>
                <a:lnTo>
                  <a:pt x="370041" y="52730"/>
                </a:lnTo>
                <a:close/>
              </a:path>
              <a:path w="452754" h="134620">
                <a:moveTo>
                  <a:pt x="394861" y="67208"/>
                </a:moveTo>
                <a:lnTo>
                  <a:pt x="376427" y="77961"/>
                </a:lnTo>
                <a:lnTo>
                  <a:pt x="376427" y="81686"/>
                </a:lnTo>
                <a:lnTo>
                  <a:pt x="405384" y="81686"/>
                </a:lnTo>
                <a:lnTo>
                  <a:pt x="405384" y="73346"/>
                </a:lnTo>
                <a:lnTo>
                  <a:pt x="394861" y="67208"/>
                </a:lnTo>
                <a:close/>
              </a:path>
              <a:path w="452754" h="134620">
                <a:moveTo>
                  <a:pt x="405384" y="73346"/>
                </a:moveTo>
                <a:lnTo>
                  <a:pt x="405384" y="81686"/>
                </a:lnTo>
                <a:lnTo>
                  <a:pt x="423672" y="81686"/>
                </a:lnTo>
                <a:lnTo>
                  <a:pt x="423672" y="79717"/>
                </a:lnTo>
                <a:lnTo>
                  <a:pt x="416306" y="79717"/>
                </a:lnTo>
                <a:lnTo>
                  <a:pt x="405384" y="73346"/>
                </a:lnTo>
                <a:close/>
              </a:path>
              <a:path w="452754" h="134620">
                <a:moveTo>
                  <a:pt x="427550" y="52730"/>
                </a:moveTo>
                <a:lnTo>
                  <a:pt x="423672" y="52730"/>
                </a:lnTo>
                <a:lnTo>
                  <a:pt x="423672" y="81686"/>
                </a:lnTo>
                <a:lnTo>
                  <a:pt x="427550" y="81686"/>
                </a:lnTo>
                <a:lnTo>
                  <a:pt x="452374" y="67208"/>
                </a:lnTo>
                <a:lnTo>
                  <a:pt x="427550" y="52730"/>
                </a:lnTo>
                <a:close/>
              </a:path>
              <a:path w="452754" h="134620">
                <a:moveTo>
                  <a:pt x="416306" y="54698"/>
                </a:moveTo>
                <a:lnTo>
                  <a:pt x="405384" y="61070"/>
                </a:lnTo>
                <a:lnTo>
                  <a:pt x="405384" y="73346"/>
                </a:lnTo>
                <a:lnTo>
                  <a:pt x="416306" y="79717"/>
                </a:lnTo>
                <a:lnTo>
                  <a:pt x="416306" y="54698"/>
                </a:lnTo>
                <a:close/>
              </a:path>
              <a:path w="452754" h="134620">
                <a:moveTo>
                  <a:pt x="423672" y="54698"/>
                </a:moveTo>
                <a:lnTo>
                  <a:pt x="416306" y="54698"/>
                </a:lnTo>
                <a:lnTo>
                  <a:pt x="416306" y="79717"/>
                </a:lnTo>
                <a:lnTo>
                  <a:pt x="423672" y="79717"/>
                </a:lnTo>
                <a:lnTo>
                  <a:pt x="423672" y="54698"/>
                </a:lnTo>
                <a:close/>
              </a:path>
              <a:path w="452754" h="134620">
                <a:moveTo>
                  <a:pt x="405384" y="61070"/>
                </a:moveTo>
                <a:lnTo>
                  <a:pt x="394861" y="67208"/>
                </a:lnTo>
                <a:lnTo>
                  <a:pt x="405384" y="73346"/>
                </a:lnTo>
                <a:lnTo>
                  <a:pt x="405384" y="61070"/>
                </a:lnTo>
                <a:close/>
              </a:path>
              <a:path w="452754" h="134620">
                <a:moveTo>
                  <a:pt x="405384" y="52730"/>
                </a:moveTo>
                <a:lnTo>
                  <a:pt x="376427" y="52730"/>
                </a:lnTo>
                <a:lnTo>
                  <a:pt x="376427" y="56455"/>
                </a:lnTo>
                <a:lnTo>
                  <a:pt x="394861" y="67208"/>
                </a:lnTo>
                <a:lnTo>
                  <a:pt x="405384" y="61070"/>
                </a:lnTo>
                <a:lnTo>
                  <a:pt x="405384" y="52730"/>
                </a:lnTo>
                <a:close/>
              </a:path>
              <a:path w="452754" h="134620">
                <a:moveTo>
                  <a:pt x="423672" y="52730"/>
                </a:moveTo>
                <a:lnTo>
                  <a:pt x="405384" y="52730"/>
                </a:lnTo>
                <a:lnTo>
                  <a:pt x="405384" y="61070"/>
                </a:lnTo>
                <a:lnTo>
                  <a:pt x="416306" y="54698"/>
                </a:lnTo>
                <a:lnTo>
                  <a:pt x="423672" y="54698"/>
                </a:lnTo>
                <a:lnTo>
                  <a:pt x="423672" y="52730"/>
                </a:lnTo>
                <a:close/>
              </a:path>
              <a:path w="452754" h="134620">
                <a:moveTo>
                  <a:pt x="337185" y="0"/>
                </a:moveTo>
                <a:lnTo>
                  <a:pt x="328295" y="2336"/>
                </a:lnTo>
                <a:lnTo>
                  <a:pt x="324231" y="9245"/>
                </a:lnTo>
                <a:lnTo>
                  <a:pt x="320294" y="16141"/>
                </a:lnTo>
                <a:lnTo>
                  <a:pt x="322580" y="25006"/>
                </a:lnTo>
                <a:lnTo>
                  <a:pt x="376427" y="56455"/>
                </a:lnTo>
                <a:lnTo>
                  <a:pt x="376427" y="52730"/>
                </a:lnTo>
                <a:lnTo>
                  <a:pt x="427550" y="52730"/>
                </a:lnTo>
                <a:lnTo>
                  <a:pt x="337185" y="0"/>
                </a:lnTo>
                <a:close/>
              </a:path>
            </a:pathLst>
          </a:custGeom>
          <a:solidFill>
            <a:srgbClr val="FF89D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83558" y="5584697"/>
            <a:ext cx="4872355" cy="584134"/>
          </a:xfrm>
          <a:prstGeom prst="rect">
            <a:avLst/>
          </a:prstGeom>
          <a:ln w="19811">
            <a:solidFill>
              <a:srgbClr val="FF89D7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Note: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diagram 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shows </a:t>
            </a:r>
            <a:r>
              <a:rPr kumimoji="0" sz="1800" b="1" i="0" u="none" strike="noStrike" kern="1200" cap="none" spc="-10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test </a:t>
            </a:r>
            <a:r>
              <a:rPr kumimoji="0" sz="1800" b="1" i="0" u="none" strike="noStrike" kern="1200" cap="none" spc="-10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time</a:t>
            </a:r>
            <a:r>
              <a:rPr kumimoji="0" sz="1800" b="1" i="0" u="none" strike="noStrike" kern="1200" cap="none" spc="-17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behavior: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95905" algn="l"/>
              </a:tabLst>
              <a:defRPr/>
            </a:pP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 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fed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	</a:t>
            </a:r>
            <a:r>
              <a:rPr kumimoji="0" sz="1800" b="0" i="0" u="none" strike="noStrike" kern="1200" cap="none" spc="-17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as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step’s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573648" y="1972691"/>
            <a:ext cx="2462530" cy="2091055"/>
            <a:chOff x="5573648" y="1972691"/>
            <a:chExt cx="2462530" cy="2091055"/>
          </a:xfrm>
        </p:grpSpPr>
        <p:sp>
          <p:nvSpPr>
            <p:cNvPr id="58" name="object 58"/>
            <p:cNvSpPr/>
            <p:nvPr/>
          </p:nvSpPr>
          <p:spPr>
            <a:xfrm>
              <a:off x="5602985" y="2003298"/>
              <a:ext cx="2433066" cy="206044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573649" y="1972690"/>
              <a:ext cx="2307590" cy="2083435"/>
            </a:xfrm>
            <a:custGeom>
              <a:avLst/>
              <a:gdLst/>
              <a:ahLst/>
              <a:cxnLst/>
              <a:rect l="l" t="t" r="r" b="b"/>
              <a:pathLst>
                <a:path w="2307590" h="2083435">
                  <a:moveTo>
                    <a:pt x="34417" y="52705"/>
                  </a:moveTo>
                  <a:lnTo>
                    <a:pt x="28194" y="24384"/>
                  </a:lnTo>
                  <a:lnTo>
                    <a:pt x="0" y="30607"/>
                  </a:lnTo>
                  <a:lnTo>
                    <a:pt x="6223" y="58928"/>
                  </a:lnTo>
                  <a:lnTo>
                    <a:pt x="34417" y="52705"/>
                  </a:lnTo>
                  <a:close/>
                </a:path>
                <a:path w="2307590" h="2083435">
                  <a:moveTo>
                    <a:pt x="46863" y="109347"/>
                  </a:moveTo>
                  <a:lnTo>
                    <a:pt x="40640" y="81026"/>
                  </a:lnTo>
                  <a:lnTo>
                    <a:pt x="12446" y="87249"/>
                  </a:lnTo>
                  <a:lnTo>
                    <a:pt x="18669" y="115570"/>
                  </a:lnTo>
                  <a:lnTo>
                    <a:pt x="46863" y="109347"/>
                  </a:lnTo>
                  <a:close/>
                </a:path>
                <a:path w="2307590" h="2083435">
                  <a:moveTo>
                    <a:pt x="59309" y="165862"/>
                  </a:moveTo>
                  <a:lnTo>
                    <a:pt x="53086" y="137541"/>
                  </a:lnTo>
                  <a:lnTo>
                    <a:pt x="24892" y="143764"/>
                  </a:lnTo>
                  <a:lnTo>
                    <a:pt x="31115" y="172085"/>
                  </a:lnTo>
                  <a:lnTo>
                    <a:pt x="59309" y="165862"/>
                  </a:lnTo>
                  <a:close/>
                </a:path>
                <a:path w="2307590" h="2083435">
                  <a:moveTo>
                    <a:pt x="71755" y="222377"/>
                  </a:moveTo>
                  <a:lnTo>
                    <a:pt x="65532" y="194183"/>
                  </a:lnTo>
                  <a:lnTo>
                    <a:pt x="37338" y="200406"/>
                  </a:lnTo>
                  <a:lnTo>
                    <a:pt x="43561" y="228600"/>
                  </a:lnTo>
                  <a:lnTo>
                    <a:pt x="71755" y="222377"/>
                  </a:lnTo>
                  <a:close/>
                </a:path>
                <a:path w="2307590" h="2083435">
                  <a:moveTo>
                    <a:pt x="84201" y="279019"/>
                  </a:moveTo>
                  <a:lnTo>
                    <a:pt x="77978" y="250698"/>
                  </a:lnTo>
                  <a:lnTo>
                    <a:pt x="49784" y="256921"/>
                  </a:lnTo>
                  <a:lnTo>
                    <a:pt x="56007" y="285242"/>
                  </a:lnTo>
                  <a:lnTo>
                    <a:pt x="84201" y="279019"/>
                  </a:lnTo>
                  <a:close/>
                </a:path>
                <a:path w="2307590" h="2083435">
                  <a:moveTo>
                    <a:pt x="96647" y="335534"/>
                  </a:moveTo>
                  <a:lnTo>
                    <a:pt x="90424" y="307213"/>
                  </a:lnTo>
                  <a:lnTo>
                    <a:pt x="62230" y="313436"/>
                  </a:lnTo>
                  <a:lnTo>
                    <a:pt x="68453" y="341757"/>
                  </a:lnTo>
                  <a:lnTo>
                    <a:pt x="96647" y="335534"/>
                  </a:lnTo>
                  <a:close/>
                </a:path>
                <a:path w="2307590" h="2083435">
                  <a:moveTo>
                    <a:pt x="109093" y="392049"/>
                  </a:moveTo>
                  <a:lnTo>
                    <a:pt x="102870" y="363855"/>
                  </a:lnTo>
                  <a:lnTo>
                    <a:pt x="74676" y="370078"/>
                  </a:lnTo>
                  <a:lnTo>
                    <a:pt x="80899" y="398272"/>
                  </a:lnTo>
                  <a:lnTo>
                    <a:pt x="109093" y="392049"/>
                  </a:lnTo>
                  <a:close/>
                </a:path>
                <a:path w="2307590" h="2083435">
                  <a:moveTo>
                    <a:pt x="121539" y="448691"/>
                  </a:moveTo>
                  <a:lnTo>
                    <a:pt x="115316" y="420370"/>
                  </a:lnTo>
                  <a:lnTo>
                    <a:pt x="87122" y="426593"/>
                  </a:lnTo>
                  <a:lnTo>
                    <a:pt x="93345" y="454914"/>
                  </a:lnTo>
                  <a:lnTo>
                    <a:pt x="121539" y="448691"/>
                  </a:lnTo>
                  <a:close/>
                </a:path>
                <a:path w="2307590" h="2083435">
                  <a:moveTo>
                    <a:pt x="133985" y="505206"/>
                  </a:moveTo>
                  <a:lnTo>
                    <a:pt x="127762" y="476885"/>
                  </a:lnTo>
                  <a:lnTo>
                    <a:pt x="99568" y="483108"/>
                  </a:lnTo>
                  <a:lnTo>
                    <a:pt x="105791" y="511429"/>
                  </a:lnTo>
                  <a:lnTo>
                    <a:pt x="133985" y="505206"/>
                  </a:lnTo>
                  <a:close/>
                </a:path>
                <a:path w="2307590" h="2083435">
                  <a:moveTo>
                    <a:pt x="146431" y="561721"/>
                  </a:moveTo>
                  <a:lnTo>
                    <a:pt x="140208" y="533527"/>
                  </a:lnTo>
                  <a:lnTo>
                    <a:pt x="112014" y="539750"/>
                  </a:lnTo>
                  <a:lnTo>
                    <a:pt x="118237" y="567944"/>
                  </a:lnTo>
                  <a:lnTo>
                    <a:pt x="146431" y="561721"/>
                  </a:lnTo>
                  <a:close/>
                </a:path>
                <a:path w="2307590" h="2083435">
                  <a:moveTo>
                    <a:pt x="158877" y="618363"/>
                  </a:moveTo>
                  <a:lnTo>
                    <a:pt x="152654" y="590042"/>
                  </a:lnTo>
                  <a:lnTo>
                    <a:pt x="124460" y="596265"/>
                  </a:lnTo>
                  <a:lnTo>
                    <a:pt x="130683" y="624586"/>
                  </a:lnTo>
                  <a:lnTo>
                    <a:pt x="158877" y="618363"/>
                  </a:lnTo>
                  <a:close/>
                </a:path>
                <a:path w="2307590" h="2083435">
                  <a:moveTo>
                    <a:pt x="171323" y="674878"/>
                  </a:moveTo>
                  <a:lnTo>
                    <a:pt x="165100" y="646557"/>
                  </a:lnTo>
                  <a:lnTo>
                    <a:pt x="136906" y="652780"/>
                  </a:lnTo>
                  <a:lnTo>
                    <a:pt x="143129" y="681101"/>
                  </a:lnTo>
                  <a:lnTo>
                    <a:pt x="171323" y="674878"/>
                  </a:lnTo>
                  <a:close/>
                </a:path>
                <a:path w="2307590" h="2083435">
                  <a:moveTo>
                    <a:pt x="183769" y="731393"/>
                  </a:moveTo>
                  <a:lnTo>
                    <a:pt x="177546" y="703199"/>
                  </a:lnTo>
                  <a:lnTo>
                    <a:pt x="149352" y="709422"/>
                  </a:lnTo>
                  <a:lnTo>
                    <a:pt x="155575" y="737616"/>
                  </a:lnTo>
                  <a:lnTo>
                    <a:pt x="183769" y="731393"/>
                  </a:lnTo>
                  <a:close/>
                </a:path>
                <a:path w="2307590" h="2083435">
                  <a:moveTo>
                    <a:pt x="196215" y="788035"/>
                  </a:moveTo>
                  <a:lnTo>
                    <a:pt x="189992" y="759714"/>
                  </a:lnTo>
                  <a:lnTo>
                    <a:pt x="161798" y="765937"/>
                  </a:lnTo>
                  <a:lnTo>
                    <a:pt x="168021" y="794258"/>
                  </a:lnTo>
                  <a:lnTo>
                    <a:pt x="196215" y="788035"/>
                  </a:lnTo>
                  <a:close/>
                </a:path>
                <a:path w="2307590" h="2083435">
                  <a:moveTo>
                    <a:pt x="208661" y="844550"/>
                  </a:moveTo>
                  <a:lnTo>
                    <a:pt x="202438" y="816229"/>
                  </a:lnTo>
                  <a:lnTo>
                    <a:pt x="174244" y="822452"/>
                  </a:lnTo>
                  <a:lnTo>
                    <a:pt x="180467" y="850773"/>
                  </a:lnTo>
                  <a:lnTo>
                    <a:pt x="208661" y="844550"/>
                  </a:lnTo>
                  <a:close/>
                </a:path>
                <a:path w="2307590" h="2083435">
                  <a:moveTo>
                    <a:pt x="221107" y="901065"/>
                  </a:moveTo>
                  <a:lnTo>
                    <a:pt x="214884" y="872871"/>
                  </a:lnTo>
                  <a:lnTo>
                    <a:pt x="186690" y="879094"/>
                  </a:lnTo>
                  <a:lnTo>
                    <a:pt x="192913" y="907288"/>
                  </a:lnTo>
                  <a:lnTo>
                    <a:pt x="221107" y="901065"/>
                  </a:lnTo>
                  <a:close/>
                </a:path>
                <a:path w="2307590" h="2083435">
                  <a:moveTo>
                    <a:pt x="233553" y="957707"/>
                  </a:moveTo>
                  <a:lnTo>
                    <a:pt x="227330" y="929386"/>
                  </a:lnTo>
                  <a:lnTo>
                    <a:pt x="199136" y="935609"/>
                  </a:lnTo>
                  <a:lnTo>
                    <a:pt x="205359" y="963930"/>
                  </a:lnTo>
                  <a:lnTo>
                    <a:pt x="233553" y="957707"/>
                  </a:lnTo>
                  <a:close/>
                </a:path>
                <a:path w="2307590" h="2083435">
                  <a:moveTo>
                    <a:pt x="245999" y="1014222"/>
                  </a:moveTo>
                  <a:lnTo>
                    <a:pt x="239776" y="985901"/>
                  </a:lnTo>
                  <a:lnTo>
                    <a:pt x="211582" y="992124"/>
                  </a:lnTo>
                  <a:lnTo>
                    <a:pt x="217805" y="1020445"/>
                  </a:lnTo>
                  <a:lnTo>
                    <a:pt x="245999" y="1014222"/>
                  </a:lnTo>
                  <a:close/>
                </a:path>
                <a:path w="2307590" h="2083435">
                  <a:moveTo>
                    <a:pt x="258445" y="1070737"/>
                  </a:moveTo>
                  <a:lnTo>
                    <a:pt x="252222" y="1042543"/>
                  </a:lnTo>
                  <a:lnTo>
                    <a:pt x="224028" y="1048766"/>
                  </a:lnTo>
                  <a:lnTo>
                    <a:pt x="230251" y="1076960"/>
                  </a:lnTo>
                  <a:lnTo>
                    <a:pt x="258445" y="1070737"/>
                  </a:lnTo>
                  <a:close/>
                </a:path>
                <a:path w="2307590" h="2083435">
                  <a:moveTo>
                    <a:pt x="270891" y="1127379"/>
                  </a:moveTo>
                  <a:lnTo>
                    <a:pt x="264668" y="1099058"/>
                  </a:lnTo>
                  <a:lnTo>
                    <a:pt x="236474" y="1105281"/>
                  </a:lnTo>
                  <a:lnTo>
                    <a:pt x="242697" y="1133602"/>
                  </a:lnTo>
                  <a:lnTo>
                    <a:pt x="270891" y="1127379"/>
                  </a:lnTo>
                  <a:close/>
                </a:path>
                <a:path w="2307590" h="2083435">
                  <a:moveTo>
                    <a:pt x="283337" y="1183894"/>
                  </a:moveTo>
                  <a:lnTo>
                    <a:pt x="277114" y="1155573"/>
                  </a:lnTo>
                  <a:lnTo>
                    <a:pt x="248920" y="1161796"/>
                  </a:lnTo>
                  <a:lnTo>
                    <a:pt x="255143" y="1190117"/>
                  </a:lnTo>
                  <a:lnTo>
                    <a:pt x="283337" y="1183894"/>
                  </a:lnTo>
                  <a:close/>
                </a:path>
                <a:path w="2307590" h="2083435">
                  <a:moveTo>
                    <a:pt x="295783" y="1240409"/>
                  </a:moveTo>
                  <a:lnTo>
                    <a:pt x="289560" y="1212215"/>
                  </a:lnTo>
                  <a:lnTo>
                    <a:pt x="261366" y="1218438"/>
                  </a:lnTo>
                  <a:lnTo>
                    <a:pt x="267589" y="1246632"/>
                  </a:lnTo>
                  <a:lnTo>
                    <a:pt x="295783" y="1240409"/>
                  </a:lnTo>
                  <a:close/>
                </a:path>
                <a:path w="2307590" h="2083435">
                  <a:moveTo>
                    <a:pt x="308229" y="1297051"/>
                  </a:moveTo>
                  <a:lnTo>
                    <a:pt x="302006" y="1268730"/>
                  </a:lnTo>
                  <a:lnTo>
                    <a:pt x="273812" y="1274953"/>
                  </a:lnTo>
                  <a:lnTo>
                    <a:pt x="280035" y="1303274"/>
                  </a:lnTo>
                  <a:lnTo>
                    <a:pt x="308229" y="1297051"/>
                  </a:lnTo>
                  <a:close/>
                </a:path>
                <a:path w="2307590" h="2083435">
                  <a:moveTo>
                    <a:pt x="320675" y="1353566"/>
                  </a:moveTo>
                  <a:lnTo>
                    <a:pt x="314452" y="1325245"/>
                  </a:lnTo>
                  <a:lnTo>
                    <a:pt x="286258" y="1331468"/>
                  </a:lnTo>
                  <a:lnTo>
                    <a:pt x="292481" y="1359789"/>
                  </a:lnTo>
                  <a:lnTo>
                    <a:pt x="320675" y="1353566"/>
                  </a:lnTo>
                  <a:close/>
                </a:path>
                <a:path w="2307590" h="2083435">
                  <a:moveTo>
                    <a:pt x="333121" y="1410081"/>
                  </a:moveTo>
                  <a:lnTo>
                    <a:pt x="326898" y="1381887"/>
                  </a:lnTo>
                  <a:lnTo>
                    <a:pt x="298704" y="1388110"/>
                  </a:lnTo>
                  <a:lnTo>
                    <a:pt x="304927" y="1416304"/>
                  </a:lnTo>
                  <a:lnTo>
                    <a:pt x="333121" y="1410081"/>
                  </a:lnTo>
                  <a:close/>
                </a:path>
                <a:path w="2307590" h="2083435">
                  <a:moveTo>
                    <a:pt x="345567" y="1466723"/>
                  </a:moveTo>
                  <a:lnTo>
                    <a:pt x="339344" y="1438402"/>
                  </a:lnTo>
                  <a:lnTo>
                    <a:pt x="311150" y="1444625"/>
                  </a:lnTo>
                  <a:lnTo>
                    <a:pt x="317373" y="1472946"/>
                  </a:lnTo>
                  <a:lnTo>
                    <a:pt x="345567" y="1466723"/>
                  </a:lnTo>
                  <a:close/>
                </a:path>
                <a:path w="2307590" h="2083435">
                  <a:moveTo>
                    <a:pt x="358013" y="1523238"/>
                  </a:moveTo>
                  <a:lnTo>
                    <a:pt x="351790" y="1494917"/>
                  </a:lnTo>
                  <a:lnTo>
                    <a:pt x="323596" y="1501140"/>
                  </a:lnTo>
                  <a:lnTo>
                    <a:pt x="329819" y="1529461"/>
                  </a:lnTo>
                  <a:lnTo>
                    <a:pt x="358013" y="1523238"/>
                  </a:lnTo>
                  <a:close/>
                </a:path>
                <a:path w="2307590" h="2083435">
                  <a:moveTo>
                    <a:pt x="370459" y="1579765"/>
                  </a:moveTo>
                  <a:lnTo>
                    <a:pt x="364236" y="1551559"/>
                  </a:lnTo>
                  <a:lnTo>
                    <a:pt x="336042" y="1557782"/>
                  </a:lnTo>
                  <a:lnTo>
                    <a:pt x="342265" y="1585976"/>
                  </a:lnTo>
                  <a:lnTo>
                    <a:pt x="370459" y="1579765"/>
                  </a:lnTo>
                  <a:close/>
                </a:path>
                <a:path w="2307590" h="2083435">
                  <a:moveTo>
                    <a:pt x="382905" y="1636395"/>
                  </a:moveTo>
                  <a:lnTo>
                    <a:pt x="376682" y="1608074"/>
                  </a:lnTo>
                  <a:lnTo>
                    <a:pt x="348488" y="1614297"/>
                  </a:lnTo>
                  <a:lnTo>
                    <a:pt x="354711" y="1642618"/>
                  </a:lnTo>
                  <a:lnTo>
                    <a:pt x="382905" y="1636395"/>
                  </a:lnTo>
                  <a:close/>
                </a:path>
                <a:path w="2307590" h="2083435">
                  <a:moveTo>
                    <a:pt x="395478" y="1692910"/>
                  </a:moveTo>
                  <a:lnTo>
                    <a:pt x="389255" y="1664589"/>
                  </a:lnTo>
                  <a:lnTo>
                    <a:pt x="360934" y="1670812"/>
                  </a:lnTo>
                  <a:lnTo>
                    <a:pt x="367157" y="1699133"/>
                  </a:lnTo>
                  <a:lnTo>
                    <a:pt x="395478" y="1692910"/>
                  </a:lnTo>
                  <a:close/>
                </a:path>
                <a:path w="2307590" h="2083435">
                  <a:moveTo>
                    <a:pt x="407924" y="1749425"/>
                  </a:moveTo>
                  <a:lnTo>
                    <a:pt x="401701" y="1721231"/>
                  </a:lnTo>
                  <a:lnTo>
                    <a:pt x="373380" y="1727454"/>
                  </a:lnTo>
                  <a:lnTo>
                    <a:pt x="379603" y="1755648"/>
                  </a:lnTo>
                  <a:lnTo>
                    <a:pt x="407924" y="1749425"/>
                  </a:lnTo>
                  <a:close/>
                </a:path>
                <a:path w="2307590" h="2083435">
                  <a:moveTo>
                    <a:pt x="420370" y="1806067"/>
                  </a:moveTo>
                  <a:lnTo>
                    <a:pt x="414147" y="1777746"/>
                  </a:lnTo>
                  <a:lnTo>
                    <a:pt x="385826" y="1783969"/>
                  </a:lnTo>
                  <a:lnTo>
                    <a:pt x="392049" y="1812290"/>
                  </a:lnTo>
                  <a:lnTo>
                    <a:pt x="420370" y="1806067"/>
                  </a:lnTo>
                  <a:close/>
                </a:path>
                <a:path w="2307590" h="2083435">
                  <a:moveTo>
                    <a:pt x="432816" y="1862582"/>
                  </a:moveTo>
                  <a:lnTo>
                    <a:pt x="426593" y="1834261"/>
                  </a:lnTo>
                  <a:lnTo>
                    <a:pt x="398272" y="1840484"/>
                  </a:lnTo>
                  <a:lnTo>
                    <a:pt x="404495" y="1868805"/>
                  </a:lnTo>
                  <a:lnTo>
                    <a:pt x="432816" y="1862582"/>
                  </a:lnTo>
                  <a:close/>
                </a:path>
                <a:path w="2307590" h="2083435">
                  <a:moveTo>
                    <a:pt x="445262" y="1919097"/>
                  </a:moveTo>
                  <a:lnTo>
                    <a:pt x="439039" y="1890903"/>
                  </a:lnTo>
                  <a:lnTo>
                    <a:pt x="410718" y="1897126"/>
                  </a:lnTo>
                  <a:lnTo>
                    <a:pt x="416941" y="1925320"/>
                  </a:lnTo>
                  <a:lnTo>
                    <a:pt x="445262" y="1919097"/>
                  </a:lnTo>
                  <a:close/>
                </a:path>
                <a:path w="2307590" h="2083435">
                  <a:moveTo>
                    <a:pt x="457708" y="1975739"/>
                  </a:moveTo>
                  <a:lnTo>
                    <a:pt x="451485" y="1947418"/>
                  </a:lnTo>
                  <a:lnTo>
                    <a:pt x="423164" y="1953641"/>
                  </a:lnTo>
                  <a:lnTo>
                    <a:pt x="429387" y="1981962"/>
                  </a:lnTo>
                  <a:lnTo>
                    <a:pt x="457708" y="1975739"/>
                  </a:lnTo>
                  <a:close/>
                </a:path>
                <a:path w="2307590" h="2083435">
                  <a:moveTo>
                    <a:pt x="507365" y="1956054"/>
                  </a:moveTo>
                  <a:lnTo>
                    <a:pt x="503174" y="1947799"/>
                  </a:lnTo>
                  <a:lnTo>
                    <a:pt x="487934" y="1942973"/>
                  </a:lnTo>
                  <a:lnTo>
                    <a:pt x="479679" y="1947164"/>
                  </a:lnTo>
                  <a:lnTo>
                    <a:pt x="477266" y="1954784"/>
                  </a:lnTo>
                  <a:lnTo>
                    <a:pt x="461238" y="2004656"/>
                  </a:lnTo>
                  <a:lnTo>
                    <a:pt x="438264" y="2009698"/>
                  </a:lnTo>
                  <a:lnTo>
                    <a:pt x="402717" y="1971167"/>
                  </a:lnTo>
                  <a:lnTo>
                    <a:pt x="397383" y="1965325"/>
                  </a:lnTo>
                  <a:lnTo>
                    <a:pt x="388112" y="1964944"/>
                  </a:lnTo>
                  <a:lnTo>
                    <a:pt x="382270" y="1970278"/>
                  </a:lnTo>
                  <a:lnTo>
                    <a:pt x="376428" y="1975739"/>
                  </a:lnTo>
                  <a:lnTo>
                    <a:pt x="376047" y="1984883"/>
                  </a:lnTo>
                  <a:lnTo>
                    <a:pt x="381508" y="1990725"/>
                  </a:lnTo>
                  <a:lnTo>
                    <a:pt x="466471" y="2082927"/>
                  </a:lnTo>
                  <a:lnTo>
                    <a:pt x="476923" y="2050415"/>
                  </a:lnTo>
                  <a:lnTo>
                    <a:pt x="491832" y="2004060"/>
                  </a:lnTo>
                  <a:lnTo>
                    <a:pt x="504825" y="1963674"/>
                  </a:lnTo>
                  <a:lnTo>
                    <a:pt x="507365" y="1956054"/>
                  </a:lnTo>
                  <a:close/>
                </a:path>
                <a:path w="2307590" h="2083435">
                  <a:moveTo>
                    <a:pt x="630301" y="52705"/>
                  </a:moveTo>
                  <a:lnTo>
                    <a:pt x="624078" y="24384"/>
                  </a:lnTo>
                  <a:lnTo>
                    <a:pt x="595884" y="30607"/>
                  </a:lnTo>
                  <a:lnTo>
                    <a:pt x="602107" y="58928"/>
                  </a:lnTo>
                  <a:lnTo>
                    <a:pt x="630301" y="52705"/>
                  </a:lnTo>
                  <a:close/>
                </a:path>
                <a:path w="2307590" h="2083435">
                  <a:moveTo>
                    <a:pt x="642747" y="109347"/>
                  </a:moveTo>
                  <a:lnTo>
                    <a:pt x="636524" y="81026"/>
                  </a:lnTo>
                  <a:lnTo>
                    <a:pt x="608330" y="87249"/>
                  </a:lnTo>
                  <a:lnTo>
                    <a:pt x="614553" y="115570"/>
                  </a:lnTo>
                  <a:lnTo>
                    <a:pt x="642747" y="109347"/>
                  </a:lnTo>
                  <a:close/>
                </a:path>
                <a:path w="2307590" h="2083435">
                  <a:moveTo>
                    <a:pt x="655193" y="165862"/>
                  </a:moveTo>
                  <a:lnTo>
                    <a:pt x="648970" y="137541"/>
                  </a:lnTo>
                  <a:lnTo>
                    <a:pt x="620776" y="143764"/>
                  </a:lnTo>
                  <a:lnTo>
                    <a:pt x="626999" y="172085"/>
                  </a:lnTo>
                  <a:lnTo>
                    <a:pt x="655193" y="165862"/>
                  </a:lnTo>
                  <a:close/>
                </a:path>
                <a:path w="2307590" h="2083435">
                  <a:moveTo>
                    <a:pt x="667639" y="222377"/>
                  </a:moveTo>
                  <a:lnTo>
                    <a:pt x="661416" y="194183"/>
                  </a:lnTo>
                  <a:lnTo>
                    <a:pt x="633222" y="200406"/>
                  </a:lnTo>
                  <a:lnTo>
                    <a:pt x="639445" y="228600"/>
                  </a:lnTo>
                  <a:lnTo>
                    <a:pt x="667639" y="222377"/>
                  </a:lnTo>
                  <a:close/>
                </a:path>
                <a:path w="2307590" h="2083435">
                  <a:moveTo>
                    <a:pt x="680085" y="279019"/>
                  </a:moveTo>
                  <a:lnTo>
                    <a:pt x="673862" y="250698"/>
                  </a:lnTo>
                  <a:lnTo>
                    <a:pt x="645668" y="256921"/>
                  </a:lnTo>
                  <a:lnTo>
                    <a:pt x="651891" y="285242"/>
                  </a:lnTo>
                  <a:lnTo>
                    <a:pt x="680085" y="279019"/>
                  </a:lnTo>
                  <a:close/>
                </a:path>
                <a:path w="2307590" h="2083435">
                  <a:moveTo>
                    <a:pt x="692531" y="335534"/>
                  </a:moveTo>
                  <a:lnTo>
                    <a:pt x="686308" y="307213"/>
                  </a:lnTo>
                  <a:lnTo>
                    <a:pt x="658114" y="313436"/>
                  </a:lnTo>
                  <a:lnTo>
                    <a:pt x="664337" y="341757"/>
                  </a:lnTo>
                  <a:lnTo>
                    <a:pt x="692531" y="335534"/>
                  </a:lnTo>
                  <a:close/>
                </a:path>
                <a:path w="2307590" h="2083435">
                  <a:moveTo>
                    <a:pt x="704977" y="392049"/>
                  </a:moveTo>
                  <a:lnTo>
                    <a:pt x="698754" y="363855"/>
                  </a:lnTo>
                  <a:lnTo>
                    <a:pt x="670560" y="370078"/>
                  </a:lnTo>
                  <a:lnTo>
                    <a:pt x="676783" y="398272"/>
                  </a:lnTo>
                  <a:lnTo>
                    <a:pt x="704977" y="392049"/>
                  </a:lnTo>
                  <a:close/>
                </a:path>
                <a:path w="2307590" h="2083435">
                  <a:moveTo>
                    <a:pt x="717423" y="448691"/>
                  </a:moveTo>
                  <a:lnTo>
                    <a:pt x="711200" y="420370"/>
                  </a:lnTo>
                  <a:lnTo>
                    <a:pt x="683006" y="426593"/>
                  </a:lnTo>
                  <a:lnTo>
                    <a:pt x="689229" y="454914"/>
                  </a:lnTo>
                  <a:lnTo>
                    <a:pt x="717423" y="448691"/>
                  </a:lnTo>
                  <a:close/>
                </a:path>
                <a:path w="2307590" h="2083435">
                  <a:moveTo>
                    <a:pt x="729869" y="505206"/>
                  </a:moveTo>
                  <a:lnTo>
                    <a:pt x="723646" y="476885"/>
                  </a:lnTo>
                  <a:lnTo>
                    <a:pt x="695452" y="483108"/>
                  </a:lnTo>
                  <a:lnTo>
                    <a:pt x="701675" y="511429"/>
                  </a:lnTo>
                  <a:lnTo>
                    <a:pt x="729869" y="505206"/>
                  </a:lnTo>
                  <a:close/>
                </a:path>
                <a:path w="2307590" h="2083435">
                  <a:moveTo>
                    <a:pt x="742315" y="561721"/>
                  </a:moveTo>
                  <a:lnTo>
                    <a:pt x="736092" y="533527"/>
                  </a:lnTo>
                  <a:lnTo>
                    <a:pt x="707898" y="539750"/>
                  </a:lnTo>
                  <a:lnTo>
                    <a:pt x="714121" y="567944"/>
                  </a:lnTo>
                  <a:lnTo>
                    <a:pt x="742315" y="561721"/>
                  </a:lnTo>
                  <a:close/>
                </a:path>
                <a:path w="2307590" h="2083435">
                  <a:moveTo>
                    <a:pt x="754761" y="618363"/>
                  </a:moveTo>
                  <a:lnTo>
                    <a:pt x="748538" y="590042"/>
                  </a:lnTo>
                  <a:lnTo>
                    <a:pt x="720344" y="596265"/>
                  </a:lnTo>
                  <a:lnTo>
                    <a:pt x="726567" y="624586"/>
                  </a:lnTo>
                  <a:lnTo>
                    <a:pt x="754761" y="618363"/>
                  </a:lnTo>
                  <a:close/>
                </a:path>
                <a:path w="2307590" h="2083435">
                  <a:moveTo>
                    <a:pt x="767207" y="674878"/>
                  </a:moveTo>
                  <a:lnTo>
                    <a:pt x="760984" y="646557"/>
                  </a:lnTo>
                  <a:lnTo>
                    <a:pt x="732790" y="652780"/>
                  </a:lnTo>
                  <a:lnTo>
                    <a:pt x="739013" y="681101"/>
                  </a:lnTo>
                  <a:lnTo>
                    <a:pt x="767207" y="674878"/>
                  </a:lnTo>
                  <a:close/>
                </a:path>
                <a:path w="2307590" h="2083435">
                  <a:moveTo>
                    <a:pt x="779653" y="731393"/>
                  </a:moveTo>
                  <a:lnTo>
                    <a:pt x="773430" y="703199"/>
                  </a:lnTo>
                  <a:lnTo>
                    <a:pt x="745236" y="709422"/>
                  </a:lnTo>
                  <a:lnTo>
                    <a:pt x="751459" y="737616"/>
                  </a:lnTo>
                  <a:lnTo>
                    <a:pt x="779653" y="731393"/>
                  </a:lnTo>
                  <a:close/>
                </a:path>
                <a:path w="2307590" h="2083435">
                  <a:moveTo>
                    <a:pt x="792099" y="788035"/>
                  </a:moveTo>
                  <a:lnTo>
                    <a:pt x="785876" y="759714"/>
                  </a:lnTo>
                  <a:lnTo>
                    <a:pt x="757682" y="765937"/>
                  </a:lnTo>
                  <a:lnTo>
                    <a:pt x="763905" y="794258"/>
                  </a:lnTo>
                  <a:lnTo>
                    <a:pt x="792099" y="788035"/>
                  </a:lnTo>
                  <a:close/>
                </a:path>
                <a:path w="2307590" h="2083435">
                  <a:moveTo>
                    <a:pt x="804545" y="844550"/>
                  </a:moveTo>
                  <a:lnTo>
                    <a:pt x="798322" y="816229"/>
                  </a:lnTo>
                  <a:lnTo>
                    <a:pt x="770128" y="822452"/>
                  </a:lnTo>
                  <a:lnTo>
                    <a:pt x="776351" y="850773"/>
                  </a:lnTo>
                  <a:lnTo>
                    <a:pt x="804545" y="844550"/>
                  </a:lnTo>
                  <a:close/>
                </a:path>
                <a:path w="2307590" h="2083435">
                  <a:moveTo>
                    <a:pt x="816991" y="901065"/>
                  </a:moveTo>
                  <a:lnTo>
                    <a:pt x="810768" y="872871"/>
                  </a:lnTo>
                  <a:lnTo>
                    <a:pt x="782574" y="879094"/>
                  </a:lnTo>
                  <a:lnTo>
                    <a:pt x="788797" y="907288"/>
                  </a:lnTo>
                  <a:lnTo>
                    <a:pt x="816991" y="901065"/>
                  </a:lnTo>
                  <a:close/>
                </a:path>
                <a:path w="2307590" h="2083435">
                  <a:moveTo>
                    <a:pt x="829437" y="957707"/>
                  </a:moveTo>
                  <a:lnTo>
                    <a:pt x="823214" y="929386"/>
                  </a:lnTo>
                  <a:lnTo>
                    <a:pt x="795020" y="935609"/>
                  </a:lnTo>
                  <a:lnTo>
                    <a:pt x="801243" y="963930"/>
                  </a:lnTo>
                  <a:lnTo>
                    <a:pt x="829437" y="957707"/>
                  </a:lnTo>
                  <a:close/>
                </a:path>
                <a:path w="2307590" h="2083435">
                  <a:moveTo>
                    <a:pt x="841883" y="1014222"/>
                  </a:moveTo>
                  <a:lnTo>
                    <a:pt x="835660" y="985901"/>
                  </a:lnTo>
                  <a:lnTo>
                    <a:pt x="807466" y="992124"/>
                  </a:lnTo>
                  <a:lnTo>
                    <a:pt x="813689" y="1020445"/>
                  </a:lnTo>
                  <a:lnTo>
                    <a:pt x="841883" y="1014222"/>
                  </a:lnTo>
                  <a:close/>
                </a:path>
                <a:path w="2307590" h="2083435">
                  <a:moveTo>
                    <a:pt x="854329" y="1070737"/>
                  </a:moveTo>
                  <a:lnTo>
                    <a:pt x="848106" y="1042543"/>
                  </a:lnTo>
                  <a:lnTo>
                    <a:pt x="819912" y="1048766"/>
                  </a:lnTo>
                  <a:lnTo>
                    <a:pt x="826135" y="1076960"/>
                  </a:lnTo>
                  <a:lnTo>
                    <a:pt x="854329" y="1070737"/>
                  </a:lnTo>
                  <a:close/>
                </a:path>
                <a:path w="2307590" h="2083435">
                  <a:moveTo>
                    <a:pt x="866775" y="1127379"/>
                  </a:moveTo>
                  <a:lnTo>
                    <a:pt x="860552" y="1099058"/>
                  </a:lnTo>
                  <a:lnTo>
                    <a:pt x="832358" y="1105281"/>
                  </a:lnTo>
                  <a:lnTo>
                    <a:pt x="838581" y="1133602"/>
                  </a:lnTo>
                  <a:lnTo>
                    <a:pt x="866775" y="1127379"/>
                  </a:lnTo>
                  <a:close/>
                </a:path>
                <a:path w="2307590" h="2083435">
                  <a:moveTo>
                    <a:pt x="879221" y="1183894"/>
                  </a:moveTo>
                  <a:lnTo>
                    <a:pt x="872998" y="1155573"/>
                  </a:lnTo>
                  <a:lnTo>
                    <a:pt x="844804" y="1161796"/>
                  </a:lnTo>
                  <a:lnTo>
                    <a:pt x="851027" y="1190117"/>
                  </a:lnTo>
                  <a:lnTo>
                    <a:pt x="879221" y="1183894"/>
                  </a:lnTo>
                  <a:close/>
                </a:path>
                <a:path w="2307590" h="2083435">
                  <a:moveTo>
                    <a:pt x="891667" y="1240409"/>
                  </a:moveTo>
                  <a:lnTo>
                    <a:pt x="885444" y="1212215"/>
                  </a:lnTo>
                  <a:lnTo>
                    <a:pt x="857250" y="1218438"/>
                  </a:lnTo>
                  <a:lnTo>
                    <a:pt x="863473" y="1246632"/>
                  </a:lnTo>
                  <a:lnTo>
                    <a:pt x="891667" y="1240409"/>
                  </a:lnTo>
                  <a:close/>
                </a:path>
                <a:path w="2307590" h="2083435">
                  <a:moveTo>
                    <a:pt x="904113" y="1297051"/>
                  </a:moveTo>
                  <a:lnTo>
                    <a:pt x="897890" y="1268730"/>
                  </a:lnTo>
                  <a:lnTo>
                    <a:pt x="869696" y="1274953"/>
                  </a:lnTo>
                  <a:lnTo>
                    <a:pt x="875919" y="1303274"/>
                  </a:lnTo>
                  <a:lnTo>
                    <a:pt x="904113" y="1297051"/>
                  </a:lnTo>
                  <a:close/>
                </a:path>
                <a:path w="2307590" h="2083435">
                  <a:moveTo>
                    <a:pt x="916559" y="1353566"/>
                  </a:moveTo>
                  <a:lnTo>
                    <a:pt x="910336" y="1325245"/>
                  </a:lnTo>
                  <a:lnTo>
                    <a:pt x="882142" y="1331468"/>
                  </a:lnTo>
                  <a:lnTo>
                    <a:pt x="888365" y="1359789"/>
                  </a:lnTo>
                  <a:lnTo>
                    <a:pt x="916559" y="1353566"/>
                  </a:lnTo>
                  <a:close/>
                </a:path>
                <a:path w="2307590" h="2083435">
                  <a:moveTo>
                    <a:pt x="929005" y="1410081"/>
                  </a:moveTo>
                  <a:lnTo>
                    <a:pt x="922782" y="1381887"/>
                  </a:lnTo>
                  <a:lnTo>
                    <a:pt x="894588" y="1388110"/>
                  </a:lnTo>
                  <a:lnTo>
                    <a:pt x="900811" y="1416304"/>
                  </a:lnTo>
                  <a:lnTo>
                    <a:pt x="929005" y="1410081"/>
                  </a:lnTo>
                  <a:close/>
                </a:path>
                <a:path w="2307590" h="2083435">
                  <a:moveTo>
                    <a:pt x="941451" y="1466723"/>
                  </a:moveTo>
                  <a:lnTo>
                    <a:pt x="935228" y="1438402"/>
                  </a:lnTo>
                  <a:lnTo>
                    <a:pt x="907034" y="1444625"/>
                  </a:lnTo>
                  <a:lnTo>
                    <a:pt x="913257" y="1472946"/>
                  </a:lnTo>
                  <a:lnTo>
                    <a:pt x="941451" y="1466723"/>
                  </a:lnTo>
                  <a:close/>
                </a:path>
                <a:path w="2307590" h="2083435">
                  <a:moveTo>
                    <a:pt x="953897" y="1523238"/>
                  </a:moveTo>
                  <a:lnTo>
                    <a:pt x="947674" y="1494917"/>
                  </a:lnTo>
                  <a:lnTo>
                    <a:pt x="919480" y="1501140"/>
                  </a:lnTo>
                  <a:lnTo>
                    <a:pt x="925703" y="1529461"/>
                  </a:lnTo>
                  <a:lnTo>
                    <a:pt x="953897" y="1523238"/>
                  </a:lnTo>
                  <a:close/>
                </a:path>
                <a:path w="2307590" h="2083435">
                  <a:moveTo>
                    <a:pt x="966343" y="1579765"/>
                  </a:moveTo>
                  <a:lnTo>
                    <a:pt x="960120" y="1551559"/>
                  </a:lnTo>
                  <a:lnTo>
                    <a:pt x="931926" y="1557782"/>
                  </a:lnTo>
                  <a:lnTo>
                    <a:pt x="938149" y="1585976"/>
                  </a:lnTo>
                  <a:lnTo>
                    <a:pt x="966343" y="1579765"/>
                  </a:lnTo>
                  <a:close/>
                </a:path>
                <a:path w="2307590" h="2083435">
                  <a:moveTo>
                    <a:pt x="978789" y="1636395"/>
                  </a:moveTo>
                  <a:lnTo>
                    <a:pt x="972566" y="1608074"/>
                  </a:lnTo>
                  <a:lnTo>
                    <a:pt x="944372" y="1614297"/>
                  </a:lnTo>
                  <a:lnTo>
                    <a:pt x="950595" y="1642618"/>
                  </a:lnTo>
                  <a:lnTo>
                    <a:pt x="978789" y="1636395"/>
                  </a:lnTo>
                  <a:close/>
                </a:path>
                <a:path w="2307590" h="2083435">
                  <a:moveTo>
                    <a:pt x="991222" y="1692910"/>
                  </a:moveTo>
                  <a:lnTo>
                    <a:pt x="984999" y="1664589"/>
                  </a:lnTo>
                  <a:lnTo>
                    <a:pt x="956818" y="1670812"/>
                  </a:lnTo>
                  <a:lnTo>
                    <a:pt x="963041" y="1699133"/>
                  </a:lnTo>
                  <a:lnTo>
                    <a:pt x="991222" y="1692910"/>
                  </a:lnTo>
                  <a:close/>
                </a:path>
                <a:path w="2307590" h="2083435">
                  <a:moveTo>
                    <a:pt x="1003681" y="1749425"/>
                  </a:moveTo>
                  <a:lnTo>
                    <a:pt x="997445" y="1721231"/>
                  </a:lnTo>
                  <a:lnTo>
                    <a:pt x="969264" y="1727454"/>
                  </a:lnTo>
                  <a:lnTo>
                    <a:pt x="975474" y="1755648"/>
                  </a:lnTo>
                  <a:lnTo>
                    <a:pt x="1003681" y="1749425"/>
                  </a:lnTo>
                  <a:close/>
                </a:path>
                <a:path w="2307590" h="2083435">
                  <a:moveTo>
                    <a:pt x="1016254" y="1806067"/>
                  </a:moveTo>
                  <a:lnTo>
                    <a:pt x="1010031" y="1777746"/>
                  </a:lnTo>
                  <a:lnTo>
                    <a:pt x="981697" y="1783969"/>
                  </a:lnTo>
                  <a:lnTo>
                    <a:pt x="987920" y="1812290"/>
                  </a:lnTo>
                  <a:lnTo>
                    <a:pt x="1016254" y="1806067"/>
                  </a:lnTo>
                  <a:close/>
                </a:path>
                <a:path w="2307590" h="2083435">
                  <a:moveTo>
                    <a:pt x="1028700" y="1862582"/>
                  </a:moveTo>
                  <a:lnTo>
                    <a:pt x="1022477" y="1834261"/>
                  </a:lnTo>
                  <a:lnTo>
                    <a:pt x="994156" y="1840484"/>
                  </a:lnTo>
                  <a:lnTo>
                    <a:pt x="1000379" y="1868805"/>
                  </a:lnTo>
                  <a:lnTo>
                    <a:pt x="1028700" y="1862582"/>
                  </a:lnTo>
                  <a:close/>
                </a:path>
                <a:path w="2307590" h="2083435">
                  <a:moveTo>
                    <a:pt x="1041146" y="1919097"/>
                  </a:moveTo>
                  <a:lnTo>
                    <a:pt x="1034923" y="1890903"/>
                  </a:lnTo>
                  <a:lnTo>
                    <a:pt x="1006602" y="1897126"/>
                  </a:lnTo>
                  <a:lnTo>
                    <a:pt x="1012825" y="1925320"/>
                  </a:lnTo>
                  <a:lnTo>
                    <a:pt x="1041146" y="1919097"/>
                  </a:lnTo>
                  <a:close/>
                </a:path>
                <a:path w="2307590" h="2083435">
                  <a:moveTo>
                    <a:pt x="1053592" y="1975739"/>
                  </a:moveTo>
                  <a:lnTo>
                    <a:pt x="1047369" y="1947418"/>
                  </a:lnTo>
                  <a:lnTo>
                    <a:pt x="1019048" y="1953641"/>
                  </a:lnTo>
                  <a:lnTo>
                    <a:pt x="1025271" y="1981962"/>
                  </a:lnTo>
                  <a:lnTo>
                    <a:pt x="1053592" y="1975739"/>
                  </a:lnTo>
                  <a:close/>
                </a:path>
                <a:path w="2307590" h="2083435">
                  <a:moveTo>
                    <a:pt x="1103249" y="1956054"/>
                  </a:moveTo>
                  <a:lnTo>
                    <a:pt x="1099058" y="1947799"/>
                  </a:lnTo>
                  <a:lnTo>
                    <a:pt x="1083818" y="1942973"/>
                  </a:lnTo>
                  <a:lnTo>
                    <a:pt x="1075550" y="1947164"/>
                  </a:lnTo>
                  <a:lnTo>
                    <a:pt x="1073150" y="1954784"/>
                  </a:lnTo>
                  <a:lnTo>
                    <a:pt x="1057122" y="2004656"/>
                  </a:lnTo>
                  <a:lnTo>
                    <a:pt x="1034148" y="2009698"/>
                  </a:lnTo>
                  <a:lnTo>
                    <a:pt x="998601" y="1971167"/>
                  </a:lnTo>
                  <a:lnTo>
                    <a:pt x="993267" y="1965325"/>
                  </a:lnTo>
                  <a:lnTo>
                    <a:pt x="983996" y="1964944"/>
                  </a:lnTo>
                  <a:lnTo>
                    <a:pt x="978154" y="1970278"/>
                  </a:lnTo>
                  <a:lnTo>
                    <a:pt x="972299" y="1975739"/>
                  </a:lnTo>
                  <a:lnTo>
                    <a:pt x="971931" y="1984883"/>
                  </a:lnTo>
                  <a:lnTo>
                    <a:pt x="977392" y="1990725"/>
                  </a:lnTo>
                  <a:lnTo>
                    <a:pt x="1062355" y="2082927"/>
                  </a:lnTo>
                  <a:lnTo>
                    <a:pt x="1072807" y="2050415"/>
                  </a:lnTo>
                  <a:lnTo>
                    <a:pt x="1087716" y="2004060"/>
                  </a:lnTo>
                  <a:lnTo>
                    <a:pt x="1100709" y="1963674"/>
                  </a:lnTo>
                  <a:lnTo>
                    <a:pt x="1103249" y="1956054"/>
                  </a:lnTo>
                  <a:close/>
                </a:path>
                <a:path w="2307590" h="2083435">
                  <a:moveTo>
                    <a:pt x="1241425" y="28321"/>
                  </a:moveTo>
                  <a:lnTo>
                    <a:pt x="1235202" y="0"/>
                  </a:lnTo>
                  <a:lnTo>
                    <a:pt x="1207008" y="6223"/>
                  </a:lnTo>
                  <a:lnTo>
                    <a:pt x="1213231" y="34544"/>
                  </a:lnTo>
                  <a:lnTo>
                    <a:pt x="1241425" y="28321"/>
                  </a:lnTo>
                  <a:close/>
                </a:path>
                <a:path w="2307590" h="2083435">
                  <a:moveTo>
                    <a:pt x="1253871" y="84963"/>
                  </a:moveTo>
                  <a:lnTo>
                    <a:pt x="1247648" y="56642"/>
                  </a:lnTo>
                  <a:lnTo>
                    <a:pt x="1219454" y="62865"/>
                  </a:lnTo>
                  <a:lnTo>
                    <a:pt x="1225677" y="91186"/>
                  </a:lnTo>
                  <a:lnTo>
                    <a:pt x="1253871" y="84963"/>
                  </a:lnTo>
                  <a:close/>
                </a:path>
                <a:path w="2307590" h="2083435">
                  <a:moveTo>
                    <a:pt x="1266317" y="141478"/>
                  </a:moveTo>
                  <a:lnTo>
                    <a:pt x="1260094" y="113157"/>
                  </a:lnTo>
                  <a:lnTo>
                    <a:pt x="1231900" y="119380"/>
                  </a:lnTo>
                  <a:lnTo>
                    <a:pt x="1238123" y="147701"/>
                  </a:lnTo>
                  <a:lnTo>
                    <a:pt x="1266317" y="141478"/>
                  </a:lnTo>
                  <a:close/>
                </a:path>
                <a:path w="2307590" h="2083435">
                  <a:moveTo>
                    <a:pt x="1278763" y="197993"/>
                  </a:moveTo>
                  <a:lnTo>
                    <a:pt x="1272540" y="169799"/>
                  </a:lnTo>
                  <a:lnTo>
                    <a:pt x="1244346" y="176022"/>
                  </a:lnTo>
                  <a:lnTo>
                    <a:pt x="1250569" y="204216"/>
                  </a:lnTo>
                  <a:lnTo>
                    <a:pt x="1278763" y="197993"/>
                  </a:lnTo>
                  <a:close/>
                </a:path>
                <a:path w="2307590" h="2083435">
                  <a:moveTo>
                    <a:pt x="1291209" y="254635"/>
                  </a:moveTo>
                  <a:lnTo>
                    <a:pt x="1284986" y="226314"/>
                  </a:lnTo>
                  <a:lnTo>
                    <a:pt x="1256792" y="232537"/>
                  </a:lnTo>
                  <a:lnTo>
                    <a:pt x="1263015" y="260858"/>
                  </a:lnTo>
                  <a:lnTo>
                    <a:pt x="1291209" y="254635"/>
                  </a:lnTo>
                  <a:close/>
                </a:path>
                <a:path w="2307590" h="2083435">
                  <a:moveTo>
                    <a:pt x="1303655" y="311150"/>
                  </a:moveTo>
                  <a:lnTo>
                    <a:pt x="1297432" y="282829"/>
                  </a:lnTo>
                  <a:lnTo>
                    <a:pt x="1269238" y="289052"/>
                  </a:lnTo>
                  <a:lnTo>
                    <a:pt x="1275461" y="317373"/>
                  </a:lnTo>
                  <a:lnTo>
                    <a:pt x="1303655" y="311150"/>
                  </a:lnTo>
                  <a:close/>
                </a:path>
                <a:path w="2307590" h="2083435">
                  <a:moveTo>
                    <a:pt x="1316101" y="367665"/>
                  </a:moveTo>
                  <a:lnTo>
                    <a:pt x="1309878" y="339471"/>
                  </a:lnTo>
                  <a:lnTo>
                    <a:pt x="1281684" y="345694"/>
                  </a:lnTo>
                  <a:lnTo>
                    <a:pt x="1287907" y="373888"/>
                  </a:lnTo>
                  <a:lnTo>
                    <a:pt x="1316101" y="367665"/>
                  </a:lnTo>
                  <a:close/>
                </a:path>
                <a:path w="2307590" h="2083435">
                  <a:moveTo>
                    <a:pt x="1328547" y="424307"/>
                  </a:moveTo>
                  <a:lnTo>
                    <a:pt x="1322324" y="395986"/>
                  </a:lnTo>
                  <a:lnTo>
                    <a:pt x="1294130" y="402209"/>
                  </a:lnTo>
                  <a:lnTo>
                    <a:pt x="1300353" y="430530"/>
                  </a:lnTo>
                  <a:lnTo>
                    <a:pt x="1328547" y="424307"/>
                  </a:lnTo>
                  <a:close/>
                </a:path>
                <a:path w="2307590" h="2083435">
                  <a:moveTo>
                    <a:pt x="1340993" y="480822"/>
                  </a:moveTo>
                  <a:lnTo>
                    <a:pt x="1334770" y="452501"/>
                  </a:lnTo>
                  <a:lnTo>
                    <a:pt x="1306576" y="458724"/>
                  </a:lnTo>
                  <a:lnTo>
                    <a:pt x="1312799" y="487045"/>
                  </a:lnTo>
                  <a:lnTo>
                    <a:pt x="1340993" y="480822"/>
                  </a:lnTo>
                  <a:close/>
                </a:path>
                <a:path w="2307590" h="2083435">
                  <a:moveTo>
                    <a:pt x="1353439" y="537337"/>
                  </a:moveTo>
                  <a:lnTo>
                    <a:pt x="1347216" y="509143"/>
                  </a:lnTo>
                  <a:lnTo>
                    <a:pt x="1319022" y="515366"/>
                  </a:lnTo>
                  <a:lnTo>
                    <a:pt x="1325245" y="543560"/>
                  </a:lnTo>
                  <a:lnTo>
                    <a:pt x="1353439" y="537337"/>
                  </a:lnTo>
                  <a:close/>
                </a:path>
                <a:path w="2307590" h="2083435">
                  <a:moveTo>
                    <a:pt x="1365885" y="593979"/>
                  </a:moveTo>
                  <a:lnTo>
                    <a:pt x="1359662" y="565658"/>
                  </a:lnTo>
                  <a:lnTo>
                    <a:pt x="1331468" y="571881"/>
                  </a:lnTo>
                  <a:lnTo>
                    <a:pt x="1337691" y="600202"/>
                  </a:lnTo>
                  <a:lnTo>
                    <a:pt x="1365885" y="593979"/>
                  </a:lnTo>
                  <a:close/>
                </a:path>
                <a:path w="2307590" h="2083435">
                  <a:moveTo>
                    <a:pt x="1378331" y="650494"/>
                  </a:moveTo>
                  <a:lnTo>
                    <a:pt x="1372108" y="622173"/>
                  </a:lnTo>
                  <a:lnTo>
                    <a:pt x="1343914" y="628396"/>
                  </a:lnTo>
                  <a:lnTo>
                    <a:pt x="1350137" y="656717"/>
                  </a:lnTo>
                  <a:lnTo>
                    <a:pt x="1378331" y="650494"/>
                  </a:lnTo>
                  <a:close/>
                </a:path>
                <a:path w="2307590" h="2083435">
                  <a:moveTo>
                    <a:pt x="1390777" y="707009"/>
                  </a:moveTo>
                  <a:lnTo>
                    <a:pt x="1384554" y="678815"/>
                  </a:lnTo>
                  <a:lnTo>
                    <a:pt x="1356360" y="685038"/>
                  </a:lnTo>
                  <a:lnTo>
                    <a:pt x="1362583" y="713232"/>
                  </a:lnTo>
                  <a:lnTo>
                    <a:pt x="1390777" y="707009"/>
                  </a:lnTo>
                  <a:close/>
                </a:path>
                <a:path w="2307590" h="2083435">
                  <a:moveTo>
                    <a:pt x="1403223" y="763651"/>
                  </a:moveTo>
                  <a:lnTo>
                    <a:pt x="1397000" y="735330"/>
                  </a:lnTo>
                  <a:lnTo>
                    <a:pt x="1368806" y="741553"/>
                  </a:lnTo>
                  <a:lnTo>
                    <a:pt x="1375029" y="769874"/>
                  </a:lnTo>
                  <a:lnTo>
                    <a:pt x="1403223" y="763651"/>
                  </a:lnTo>
                  <a:close/>
                </a:path>
                <a:path w="2307590" h="2083435">
                  <a:moveTo>
                    <a:pt x="1415669" y="820166"/>
                  </a:moveTo>
                  <a:lnTo>
                    <a:pt x="1409446" y="791845"/>
                  </a:lnTo>
                  <a:lnTo>
                    <a:pt x="1381252" y="798068"/>
                  </a:lnTo>
                  <a:lnTo>
                    <a:pt x="1387475" y="826389"/>
                  </a:lnTo>
                  <a:lnTo>
                    <a:pt x="1415669" y="820166"/>
                  </a:lnTo>
                  <a:close/>
                </a:path>
                <a:path w="2307590" h="2083435">
                  <a:moveTo>
                    <a:pt x="1428115" y="876681"/>
                  </a:moveTo>
                  <a:lnTo>
                    <a:pt x="1421892" y="848487"/>
                  </a:lnTo>
                  <a:lnTo>
                    <a:pt x="1393698" y="854710"/>
                  </a:lnTo>
                  <a:lnTo>
                    <a:pt x="1399921" y="882904"/>
                  </a:lnTo>
                  <a:lnTo>
                    <a:pt x="1428115" y="876681"/>
                  </a:lnTo>
                  <a:close/>
                </a:path>
                <a:path w="2307590" h="2083435">
                  <a:moveTo>
                    <a:pt x="1440561" y="933323"/>
                  </a:moveTo>
                  <a:lnTo>
                    <a:pt x="1434338" y="905002"/>
                  </a:lnTo>
                  <a:lnTo>
                    <a:pt x="1406144" y="911225"/>
                  </a:lnTo>
                  <a:lnTo>
                    <a:pt x="1412367" y="939546"/>
                  </a:lnTo>
                  <a:lnTo>
                    <a:pt x="1440561" y="933323"/>
                  </a:lnTo>
                  <a:close/>
                </a:path>
                <a:path w="2307590" h="2083435">
                  <a:moveTo>
                    <a:pt x="1453007" y="989838"/>
                  </a:moveTo>
                  <a:lnTo>
                    <a:pt x="1446784" y="961517"/>
                  </a:lnTo>
                  <a:lnTo>
                    <a:pt x="1418590" y="967740"/>
                  </a:lnTo>
                  <a:lnTo>
                    <a:pt x="1424813" y="996061"/>
                  </a:lnTo>
                  <a:lnTo>
                    <a:pt x="1453007" y="989838"/>
                  </a:lnTo>
                  <a:close/>
                </a:path>
                <a:path w="2307590" h="2083435">
                  <a:moveTo>
                    <a:pt x="1465453" y="1046353"/>
                  </a:moveTo>
                  <a:lnTo>
                    <a:pt x="1459230" y="1018159"/>
                  </a:lnTo>
                  <a:lnTo>
                    <a:pt x="1431036" y="1024382"/>
                  </a:lnTo>
                  <a:lnTo>
                    <a:pt x="1437259" y="1052576"/>
                  </a:lnTo>
                  <a:lnTo>
                    <a:pt x="1465453" y="1046353"/>
                  </a:lnTo>
                  <a:close/>
                </a:path>
                <a:path w="2307590" h="2083435">
                  <a:moveTo>
                    <a:pt x="1477899" y="1102995"/>
                  </a:moveTo>
                  <a:lnTo>
                    <a:pt x="1471676" y="1074674"/>
                  </a:lnTo>
                  <a:lnTo>
                    <a:pt x="1443482" y="1080897"/>
                  </a:lnTo>
                  <a:lnTo>
                    <a:pt x="1449705" y="1109218"/>
                  </a:lnTo>
                  <a:lnTo>
                    <a:pt x="1477899" y="1102995"/>
                  </a:lnTo>
                  <a:close/>
                </a:path>
                <a:path w="2307590" h="2083435">
                  <a:moveTo>
                    <a:pt x="1490345" y="1159510"/>
                  </a:moveTo>
                  <a:lnTo>
                    <a:pt x="1484122" y="1131189"/>
                  </a:lnTo>
                  <a:lnTo>
                    <a:pt x="1455928" y="1137412"/>
                  </a:lnTo>
                  <a:lnTo>
                    <a:pt x="1462151" y="1165733"/>
                  </a:lnTo>
                  <a:lnTo>
                    <a:pt x="1490345" y="1159510"/>
                  </a:lnTo>
                  <a:close/>
                </a:path>
                <a:path w="2307590" h="2083435">
                  <a:moveTo>
                    <a:pt x="1502791" y="1216025"/>
                  </a:moveTo>
                  <a:lnTo>
                    <a:pt x="1496568" y="1187831"/>
                  </a:lnTo>
                  <a:lnTo>
                    <a:pt x="1468374" y="1194054"/>
                  </a:lnTo>
                  <a:lnTo>
                    <a:pt x="1474597" y="1222248"/>
                  </a:lnTo>
                  <a:lnTo>
                    <a:pt x="1502791" y="1216025"/>
                  </a:lnTo>
                  <a:close/>
                </a:path>
                <a:path w="2307590" h="2083435">
                  <a:moveTo>
                    <a:pt x="1515237" y="1272667"/>
                  </a:moveTo>
                  <a:lnTo>
                    <a:pt x="1509014" y="1244346"/>
                  </a:lnTo>
                  <a:lnTo>
                    <a:pt x="1480820" y="1250569"/>
                  </a:lnTo>
                  <a:lnTo>
                    <a:pt x="1487043" y="1278890"/>
                  </a:lnTo>
                  <a:lnTo>
                    <a:pt x="1515237" y="1272667"/>
                  </a:lnTo>
                  <a:close/>
                </a:path>
                <a:path w="2307590" h="2083435">
                  <a:moveTo>
                    <a:pt x="1527683" y="1329182"/>
                  </a:moveTo>
                  <a:lnTo>
                    <a:pt x="1521460" y="1300861"/>
                  </a:lnTo>
                  <a:lnTo>
                    <a:pt x="1493266" y="1307084"/>
                  </a:lnTo>
                  <a:lnTo>
                    <a:pt x="1499489" y="1335405"/>
                  </a:lnTo>
                  <a:lnTo>
                    <a:pt x="1527683" y="1329182"/>
                  </a:lnTo>
                  <a:close/>
                </a:path>
                <a:path w="2307590" h="2083435">
                  <a:moveTo>
                    <a:pt x="1540129" y="1385697"/>
                  </a:moveTo>
                  <a:lnTo>
                    <a:pt x="1533906" y="1357503"/>
                  </a:lnTo>
                  <a:lnTo>
                    <a:pt x="1505712" y="1363726"/>
                  </a:lnTo>
                  <a:lnTo>
                    <a:pt x="1511935" y="1391920"/>
                  </a:lnTo>
                  <a:lnTo>
                    <a:pt x="1540129" y="1385697"/>
                  </a:lnTo>
                  <a:close/>
                </a:path>
                <a:path w="2307590" h="2083435">
                  <a:moveTo>
                    <a:pt x="1552575" y="1442339"/>
                  </a:moveTo>
                  <a:lnTo>
                    <a:pt x="1546352" y="1414018"/>
                  </a:lnTo>
                  <a:lnTo>
                    <a:pt x="1518158" y="1420241"/>
                  </a:lnTo>
                  <a:lnTo>
                    <a:pt x="1524381" y="1448562"/>
                  </a:lnTo>
                  <a:lnTo>
                    <a:pt x="1552575" y="1442339"/>
                  </a:lnTo>
                  <a:close/>
                </a:path>
                <a:path w="2307590" h="2083435">
                  <a:moveTo>
                    <a:pt x="1565021" y="1498854"/>
                  </a:moveTo>
                  <a:lnTo>
                    <a:pt x="1558798" y="1470533"/>
                  </a:lnTo>
                  <a:lnTo>
                    <a:pt x="1530604" y="1476756"/>
                  </a:lnTo>
                  <a:lnTo>
                    <a:pt x="1536827" y="1505077"/>
                  </a:lnTo>
                  <a:lnTo>
                    <a:pt x="1565021" y="1498854"/>
                  </a:lnTo>
                  <a:close/>
                </a:path>
                <a:path w="2307590" h="2083435">
                  <a:moveTo>
                    <a:pt x="1577467" y="1555369"/>
                  </a:moveTo>
                  <a:lnTo>
                    <a:pt x="1571244" y="1527175"/>
                  </a:lnTo>
                  <a:lnTo>
                    <a:pt x="1543050" y="1533398"/>
                  </a:lnTo>
                  <a:lnTo>
                    <a:pt x="1549273" y="1561604"/>
                  </a:lnTo>
                  <a:lnTo>
                    <a:pt x="1577467" y="1555369"/>
                  </a:lnTo>
                  <a:close/>
                </a:path>
                <a:path w="2307590" h="2083435">
                  <a:moveTo>
                    <a:pt x="1589913" y="1612011"/>
                  </a:moveTo>
                  <a:lnTo>
                    <a:pt x="1583690" y="1583690"/>
                  </a:lnTo>
                  <a:lnTo>
                    <a:pt x="1555496" y="1589913"/>
                  </a:lnTo>
                  <a:lnTo>
                    <a:pt x="1561719" y="1618234"/>
                  </a:lnTo>
                  <a:lnTo>
                    <a:pt x="1589913" y="1612011"/>
                  </a:lnTo>
                  <a:close/>
                </a:path>
                <a:path w="2307590" h="2083435">
                  <a:moveTo>
                    <a:pt x="1602359" y="1668526"/>
                  </a:moveTo>
                  <a:lnTo>
                    <a:pt x="1596136" y="1640205"/>
                  </a:lnTo>
                  <a:lnTo>
                    <a:pt x="1567942" y="1646428"/>
                  </a:lnTo>
                  <a:lnTo>
                    <a:pt x="1574165" y="1674749"/>
                  </a:lnTo>
                  <a:lnTo>
                    <a:pt x="1602359" y="1668526"/>
                  </a:lnTo>
                  <a:close/>
                </a:path>
                <a:path w="2307590" h="2083435">
                  <a:moveTo>
                    <a:pt x="1614932" y="1725041"/>
                  </a:moveTo>
                  <a:lnTo>
                    <a:pt x="1608582" y="1696847"/>
                  </a:lnTo>
                  <a:lnTo>
                    <a:pt x="1580388" y="1703070"/>
                  </a:lnTo>
                  <a:lnTo>
                    <a:pt x="1586611" y="1731264"/>
                  </a:lnTo>
                  <a:lnTo>
                    <a:pt x="1614932" y="1725041"/>
                  </a:lnTo>
                  <a:close/>
                </a:path>
                <a:path w="2307590" h="2083435">
                  <a:moveTo>
                    <a:pt x="1627378" y="1781683"/>
                  </a:moveTo>
                  <a:lnTo>
                    <a:pt x="1621155" y="1753362"/>
                  </a:lnTo>
                  <a:lnTo>
                    <a:pt x="1592834" y="1759585"/>
                  </a:lnTo>
                  <a:lnTo>
                    <a:pt x="1599057" y="1787906"/>
                  </a:lnTo>
                  <a:lnTo>
                    <a:pt x="1627378" y="1781683"/>
                  </a:lnTo>
                  <a:close/>
                </a:path>
                <a:path w="2307590" h="2083435">
                  <a:moveTo>
                    <a:pt x="1639824" y="1838198"/>
                  </a:moveTo>
                  <a:lnTo>
                    <a:pt x="1633601" y="1809877"/>
                  </a:lnTo>
                  <a:lnTo>
                    <a:pt x="1605280" y="1816100"/>
                  </a:lnTo>
                  <a:lnTo>
                    <a:pt x="1611503" y="1844421"/>
                  </a:lnTo>
                  <a:lnTo>
                    <a:pt x="1639824" y="1838198"/>
                  </a:lnTo>
                  <a:close/>
                </a:path>
                <a:path w="2307590" h="2083435">
                  <a:moveTo>
                    <a:pt x="1652270" y="1894713"/>
                  </a:moveTo>
                  <a:lnTo>
                    <a:pt x="1646047" y="1866519"/>
                  </a:lnTo>
                  <a:lnTo>
                    <a:pt x="1617726" y="1872742"/>
                  </a:lnTo>
                  <a:lnTo>
                    <a:pt x="1623949" y="1900936"/>
                  </a:lnTo>
                  <a:lnTo>
                    <a:pt x="1652270" y="1894713"/>
                  </a:lnTo>
                  <a:close/>
                </a:path>
                <a:path w="2307590" h="2083435">
                  <a:moveTo>
                    <a:pt x="1664716" y="1951355"/>
                  </a:moveTo>
                  <a:lnTo>
                    <a:pt x="1658493" y="1923034"/>
                  </a:lnTo>
                  <a:lnTo>
                    <a:pt x="1630172" y="1929257"/>
                  </a:lnTo>
                  <a:lnTo>
                    <a:pt x="1636395" y="1957578"/>
                  </a:lnTo>
                  <a:lnTo>
                    <a:pt x="1664716" y="1951355"/>
                  </a:lnTo>
                  <a:close/>
                </a:path>
                <a:path w="2307590" h="2083435">
                  <a:moveTo>
                    <a:pt x="1714373" y="1931670"/>
                  </a:moveTo>
                  <a:lnTo>
                    <a:pt x="1710182" y="1923415"/>
                  </a:lnTo>
                  <a:lnTo>
                    <a:pt x="1694942" y="1918589"/>
                  </a:lnTo>
                  <a:lnTo>
                    <a:pt x="1686687" y="1922780"/>
                  </a:lnTo>
                  <a:lnTo>
                    <a:pt x="1684274" y="1930400"/>
                  </a:lnTo>
                  <a:lnTo>
                    <a:pt x="1668246" y="1980272"/>
                  </a:lnTo>
                  <a:lnTo>
                    <a:pt x="1645272" y="1985314"/>
                  </a:lnTo>
                  <a:lnTo>
                    <a:pt x="1609725" y="1946783"/>
                  </a:lnTo>
                  <a:lnTo>
                    <a:pt x="1604391" y="1940941"/>
                  </a:lnTo>
                  <a:lnTo>
                    <a:pt x="1595120" y="1940560"/>
                  </a:lnTo>
                  <a:lnTo>
                    <a:pt x="1589278" y="1945894"/>
                  </a:lnTo>
                  <a:lnTo>
                    <a:pt x="1583436" y="1951355"/>
                  </a:lnTo>
                  <a:lnTo>
                    <a:pt x="1583055" y="1960499"/>
                  </a:lnTo>
                  <a:lnTo>
                    <a:pt x="1588516" y="1966341"/>
                  </a:lnTo>
                  <a:lnTo>
                    <a:pt x="1673479" y="2058543"/>
                  </a:lnTo>
                  <a:lnTo>
                    <a:pt x="1683931" y="2026031"/>
                  </a:lnTo>
                  <a:lnTo>
                    <a:pt x="1698840" y="1979676"/>
                  </a:lnTo>
                  <a:lnTo>
                    <a:pt x="1711833" y="1939290"/>
                  </a:lnTo>
                  <a:lnTo>
                    <a:pt x="1714373" y="1931670"/>
                  </a:lnTo>
                  <a:close/>
                </a:path>
                <a:path w="2307590" h="2083435">
                  <a:moveTo>
                    <a:pt x="1834261" y="52705"/>
                  </a:moveTo>
                  <a:lnTo>
                    <a:pt x="1828038" y="24384"/>
                  </a:lnTo>
                  <a:lnTo>
                    <a:pt x="1799844" y="30607"/>
                  </a:lnTo>
                  <a:lnTo>
                    <a:pt x="1806067" y="58928"/>
                  </a:lnTo>
                  <a:lnTo>
                    <a:pt x="1834261" y="52705"/>
                  </a:lnTo>
                  <a:close/>
                </a:path>
                <a:path w="2307590" h="2083435">
                  <a:moveTo>
                    <a:pt x="1846707" y="109347"/>
                  </a:moveTo>
                  <a:lnTo>
                    <a:pt x="1840484" y="81026"/>
                  </a:lnTo>
                  <a:lnTo>
                    <a:pt x="1812290" y="87249"/>
                  </a:lnTo>
                  <a:lnTo>
                    <a:pt x="1818513" y="115570"/>
                  </a:lnTo>
                  <a:lnTo>
                    <a:pt x="1846707" y="109347"/>
                  </a:lnTo>
                  <a:close/>
                </a:path>
                <a:path w="2307590" h="2083435">
                  <a:moveTo>
                    <a:pt x="1859153" y="165862"/>
                  </a:moveTo>
                  <a:lnTo>
                    <a:pt x="1852930" y="137541"/>
                  </a:lnTo>
                  <a:lnTo>
                    <a:pt x="1824736" y="143764"/>
                  </a:lnTo>
                  <a:lnTo>
                    <a:pt x="1830959" y="172085"/>
                  </a:lnTo>
                  <a:lnTo>
                    <a:pt x="1859153" y="165862"/>
                  </a:lnTo>
                  <a:close/>
                </a:path>
                <a:path w="2307590" h="2083435">
                  <a:moveTo>
                    <a:pt x="1871599" y="222377"/>
                  </a:moveTo>
                  <a:lnTo>
                    <a:pt x="1865376" y="194183"/>
                  </a:lnTo>
                  <a:lnTo>
                    <a:pt x="1837182" y="200406"/>
                  </a:lnTo>
                  <a:lnTo>
                    <a:pt x="1843405" y="228600"/>
                  </a:lnTo>
                  <a:lnTo>
                    <a:pt x="1871599" y="222377"/>
                  </a:lnTo>
                  <a:close/>
                </a:path>
                <a:path w="2307590" h="2083435">
                  <a:moveTo>
                    <a:pt x="1884045" y="279019"/>
                  </a:moveTo>
                  <a:lnTo>
                    <a:pt x="1877822" y="250698"/>
                  </a:lnTo>
                  <a:lnTo>
                    <a:pt x="1849628" y="256921"/>
                  </a:lnTo>
                  <a:lnTo>
                    <a:pt x="1855851" y="285242"/>
                  </a:lnTo>
                  <a:lnTo>
                    <a:pt x="1884045" y="279019"/>
                  </a:lnTo>
                  <a:close/>
                </a:path>
                <a:path w="2307590" h="2083435">
                  <a:moveTo>
                    <a:pt x="1896491" y="335534"/>
                  </a:moveTo>
                  <a:lnTo>
                    <a:pt x="1890268" y="307213"/>
                  </a:lnTo>
                  <a:lnTo>
                    <a:pt x="1862074" y="313436"/>
                  </a:lnTo>
                  <a:lnTo>
                    <a:pt x="1868297" y="341757"/>
                  </a:lnTo>
                  <a:lnTo>
                    <a:pt x="1896491" y="335534"/>
                  </a:lnTo>
                  <a:close/>
                </a:path>
                <a:path w="2307590" h="2083435">
                  <a:moveTo>
                    <a:pt x="1908937" y="392049"/>
                  </a:moveTo>
                  <a:lnTo>
                    <a:pt x="1902714" y="363855"/>
                  </a:lnTo>
                  <a:lnTo>
                    <a:pt x="1874520" y="370078"/>
                  </a:lnTo>
                  <a:lnTo>
                    <a:pt x="1880743" y="398272"/>
                  </a:lnTo>
                  <a:lnTo>
                    <a:pt x="1908937" y="392049"/>
                  </a:lnTo>
                  <a:close/>
                </a:path>
                <a:path w="2307590" h="2083435">
                  <a:moveTo>
                    <a:pt x="1921383" y="448691"/>
                  </a:moveTo>
                  <a:lnTo>
                    <a:pt x="1915160" y="420370"/>
                  </a:lnTo>
                  <a:lnTo>
                    <a:pt x="1886966" y="426593"/>
                  </a:lnTo>
                  <a:lnTo>
                    <a:pt x="1893189" y="454914"/>
                  </a:lnTo>
                  <a:lnTo>
                    <a:pt x="1921383" y="448691"/>
                  </a:lnTo>
                  <a:close/>
                </a:path>
                <a:path w="2307590" h="2083435">
                  <a:moveTo>
                    <a:pt x="1933829" y="505206"/>
                  </a:moveTo>
                  <a:lnTo>
                    <a:pt x="1927606" y="476885"/>
                  </a:lnTo>
                  <a:lnTo>
                    <a:pt x="1899412" y="483108"/>
                  </a:lnTo>
                  <a:lnTo>
                    <a:pt x="1905635" y="511429"/>
                  </a:lnTo>
                  <a:lnTo>
                    <a:pt x="1933829" y="505206"/>
                  </a:lnTo>
                  <a:close/>
                </a:path>
                <a:path w="2307590" h="2083435">
                  <a:moveTo>
                    <a:pt x="1946275" y="561721"/>
                  </a:moveTo>
                  <a:lnTo>
                    <a:pt x="1940052" y="533527"/>
                  </a:lnTo>
                  <a:lnTo>
                    <a:pt x="1911858" y="539750"/>
                  </a:lnTo>
                  <a:lnTo>
                    <a:pt x="1918081" y="567944"/>
                  </a:lnTo>
                  <a:lnTo>
                    <a:pt x="1946275" y="561721"/>
                  </a:lnTo>
                  <a:close/>
                </a:path>
                <a:path w="2307590" h="2083435">
                  <a:moveTo>
                    <a:pt x="1958721" y="618363"/>
                  </a:moveTo>
                  <a:lnTo>
                    <a:pt x="1952498" y="590042"/>
                  </a:lnTo>
                  <a:lnTo>
                    <a:pt x="1924304" y="596265"/>
                  </a:lnTo>
                  <a:lnTo>
                    <a:pt x="1930527" y="624586"/>
                  </a:lnTo>
                  <a:lnTo>
                    <a:pt x="1958721" y="618363"/>
                  </a:lnTo>
                  <a:close/>
                </a:path>
                <a:path w="2307590" h="2083435">
                  <a:moveTo>
                    <a:pt x="1971167" y="674878"/>
                  </a:moveTo>
                  <a:lnTo>
                    <a:pt x="1964944" y="646557"/>
                  </a:lnTo>
                  <a:lnTo>
                    <a:pt x="1936750" y="652780"/>
                  </a:lnTo>
                  <a:lnTo>
                    <a:pt x="1942973" y="681101"/>
                  </a:lnTo>
                  <a:lnTo>
                    <a:pt x="1971167" y="674878"/>
                  </a:lnTo>
                  <a:close/>
                </a:path>
                <a:path w="2307590" h="2083435">
                  <a:moveTo>
                    <a:pt x="1983613" y="731393"/>
                  </a:moveTo>
                  <a:lnTo>
                    <a:pt x="1977390" y="703199"/>
                  </a:lnTo>
                  <a:lnTo>
                    <a:pt x="1949196" y="709422"/>
                  </a:lnTo>
                  <a:lnTo>
                    <a:pt x="1955419" y="737616"/>
                  </a:lnTo>
                  <a:lnTo>
                    <a:pt x="1983613" y="731393"/>
                  </a:lnTo>
                  <a:close/>
                </a:path>
                <a:path w="2307590" h="2083435">
                  <a:moveTo>
                    <a:pt x="1996059" y="788035"/>
                  </a:moveTo>
                  <a:lnTo>
                    <a:pt x="1989836" y="759714"/>
                  </a:lnTo>
                  <a:lnTo>
                    <a:pt x="1961642" y="765937"/>
                  </a:lnTo>
                  <a:lnTo>
                    <a:pt x="1967865" y="794258"/>
                  </a:lnTo>
                  <a:lnTo>
                    <a:pt x="1996059" y="788035"/>
                  </a:lnTo>
                  <a:close/>
                </a:path>
                <a:path w="2307590" h="2083435">
                  <a:moveTo>
                    <a:pt x="2008505" y="844550"/>
                  </a:moveTo>
                  <a:lnTo>
                    <a:pt x="2002282" y="816229"/>
                  </a:lnTo>
                  <a:lnTo>
                    <a:pt x="1974088" y="822452"/>
                  </a:lnTo>
                  <a:lnTo>
                    <a:pt x="1980311" y="850773"/>
                  </a:lnTo>
                  <a:lnTo>
                    <a:pt x="2008505" y="844550"/>
                  </a:lnTo>
                  <a:close/>
                </a:path>
                <a:path w="2307590" h="2083435">
                  <a:moveTo>
                    <a:pt x="2020951" y="901065"/>
                  </a:moveTo>
                  <a:lnTo>
                    <a:pt x="2014728" y="872871"/>
                  </a:lnTo>
                  <a:lnTo>
                    <a:pt x="1986534" y="879094"/>
                  </a:lnTo>
                  <a:lnTo>
                    <a:pt x="1992757" y="907288"/>
                  </a:lnTo>
                  <a:lnTo>
                    <a:pt x="2020951" y="901065"/>
                  </a:lnTo>
                  <a:close/>
                </a:path>
                <a:path w="2307590" h="2083435">
                  <a:moveTo>
                    <a:pt x="2033397" y="957707"/>
                  </a:moveTo>
                  <a:lnTo>
                    <a:pt x="2027174" y="929386"/>
                  </a:lnTo>
                  <a:lnTo>
                    <a:pt x="1998980" y="935609"/>
                  </a:lnTo>
                  <a:lnTo>
                    <a:pt x="2005203" y="963930"/>
                  </a:lnTo>
                  <a:lnTo>
                    <a:pt x="2033397" y="957707"/>
                  </a:lnTo>
                  <a:close/>
                </a:path>
                <a:path w="2307590" h="2083435">
                  <a:moveTo>
                    <a:pt x="2045843" y="1014222"/>
                  </a:moveTo>
                  <a:lnTo>
                    <a:pt x="2039620" y="985901"/>
                  </a:lnTo>
                  <a:lnTo>
                    <a:pt x="2011426" y="992124"/>
                  </a:lnTo>
                  <a:lnTo>
                    <a:pt x="2017649" y="1020445"/>
                  </a:lnTo>
                  <a:lnTo>
                    <a:pt x="2045843" y="1014222"/>
                  </a:lnTo>
                  <a:close/>
                </a:path>
                <a:path w="2307590" h="2083435">
                  <a:moveTo>
                    <a:pt x="2058289" y="1070737"/>
                  </a:moveTo>
                  <a:lnTo>
                    <a:pt x="2052066" y="1042543"/>
                  </a:lnTo>
                  <a:lnTo>
                    <a:pt x="2023872" y="1048766"/>
                  </a:lnTo>
                  <a:lnTo>
                    <a:pt x="2030095" y="1076960"/>
                  </a:lnTo>
                  <a:lnTo>
                    <a:pt x="2058289" y="1070737"/>
                  </a:lnTo>
                  <a:close/>
                </a:path>
                <a:path w="2307590" h="2083435">
                  <a:moveTo>
                    <a:pt x="2070735" y="1127379"/>
                  </a:moveTo>
                  <a:lnTo>
                    <a:pt x="2064512" y="1099058"/>
                  </a:lnTo>
                  <a:lnTo>
                    <a:pt x="2036318" y="1105281"/>
                  </a:lnTo>
                  <a:lnTo>
                    <a:pt x="2042541" y="1133602"/>
                  </a:lnTo>
                  <a:lnTo>
                    <a:pt x="2070735" y="1127379"/>
                  </a:lnTo>
                  <a:close/>
                </a:path>
                <a:path w="2307590" h="2083435">
                  <a:moveTo>
                    <a:pt x="2083181" y="1183894"/>
                  </a:moveTo>
                  <a:lnTo>
                    <a:pt x="2076958" y="1155573"/>
                  </a:lnTo>
                  <a:lnTo>
                    <a:pt x="2048764" y="1161796"/>
                  </a:lnTo>
                  <a:lnTo>
                    <a:pt x="2054987" y="1190117"/>
                  </a:lnTo>
                  <a:lnTo>
                    <a:pt x="2083181" y="1183894"/>
                  </a:lnTo>
                  <a:close/>
                </a:path>
                <a:path w="2307590" h="2083435">
                  <a:moveTo>
                    <a:pt x="2095627" y="1240409"/>
                  </a:moveTo>
                  <a:lnTo>
                    <a:pt x="2089404" y="1212215"/>
                  </a:lnTo>
                  <a:lnTo>
                    <a:pt x="2061210" y="1218438"/>
                  </a:lnTo>
                  <a:lnTo>
                    <a:pt x="2067433" y="1246632"/>
                  </a:lnTo>
                  <a:lnTo>
                    <a:pt x="2095627" y="1240409"/>
                  </a:lnTo>
                  <a:close/>
                </a:path>
                <a:path w="2307590" h="2083435">
                  <a:moveTo>
                    <a:pt x="2108073" y="1297051"/>
                  </a:moveTo>
                  <a:lnTo>
                    <a:pt x="2101850" y="1268730"/>
                  </a:lnTo>
                  <a:lnTo>
                    <a:pt x="2073656" y="1274953"/>
                  </a:lnTo>
                  <a:lnTo>
                    <a:pt x="2079879" y="1303274"/>
                  </a:lnTo>
                  <a:lnTo>
                    <a:pt x="2108073" y="1297051"/>
                  </a:lnTo>
                  <a:close/>
                </a:path>
                <a:path w="2307590" h="2083435">
                  <a:moveTo>
                    <a:pt x="2120519" y="1353566"/>
                  </a:moveTo>
                  <a:lnTo>
                    <a:pt x="2114296" y="1325245"/>
                  </a:lnTo>
                  <a:lnTo>
                    <a:pt x="2086102" y="1331468"/>
                  </a:lnTo>
                  <a:lnTo>
                    <a:pt x="2092325" y="1359789"/>
                  </a:lnTo>
                  <a:lnTo>
                    <a:pt x="2120519" y="1353566"/>
                  </a:lnTo>
                  <a:close/>
                </a:path>
                <a:path w="2307590" h="2083435">
                  <a:moveTo>
                    <a:pt x="2132965" y="1410081"/>
                  </a:moveTo>
                  <a:lnTo>
                    <a:pt x="2126742" y="1381887"/>
                  </a:lnTo>
                  <a:lnTo>
                    <a:pt x="2098548" y="1388110"/>
                  </a:lnTo>
                  <a:lnTo>
                    <a:pt x="2104771" y="1416304"/>
                  </a:lnTo>
                  <a:lnTo>
                    <a:pt x="2132965" y="1410081"/>
                  </a:lnTo>
                  <a:close/>
                </a:path>
                <a:path w="2307590" h="2083435">
                  <a:moveTo>
                    <a:pt x="2145411" y="1466723"/>
                  </a:moveTo>
                  <a:lnTo>
                    <a:pt x="2139188" y="1438402"/>
                  </a:lnTo>
                  <a:lnTo>
                    <a:pt x="2110994" y="1444625"/>
                  </a:lnTo>
                  <a:lnTo>
                    <a:pt x="2117217" y="1472946"/>
                  </a:lnTo>
                  <a:lnTo>
                    <a:pt x="2145411" y="1466723"/>
                  </a:lnTo>
                  <a:close/>
                </a:path>
                <a:path w="2307590" h="2083435">
                  <a:moveTo>
                    <a:pt x="2157857" y="1523238"/>
                  </a:moveTo>
                  <a:lnTo>
                    <a:pt x="2151634" y="1494917"/>
                  </a:lnTo>
                  <a:lnTo>
                    <a:pt x="2123440" y="1501140"/>
                  </a:lnTo>
                  <a:lnTo>
                    <a:pt x="2129663" y="1529461"/>
                  </a:lnTo>
                  <a:lnTo>
                    <a:pt x="2157857" y="1523238"/>
                  </a:lnTo>
                  <a:close/>
                </a:path>
                <a:path w="2307590" h="2083435">
                  <a:moveTo>
                    <a:pt x="2170303" y="1579765"/>
                  </a:moveTo>
                  <a:lnTo>
                    <a:pt x="2164080" y="1551559"/>
                  </a:lnTo>
                  <a:lnTo>
                    <a:pt x="2135886" y="1557782"/>
                  </a:lnTo>
                  <a:lnTo>
                    <a:pt x="2142109" y="1585976"/>
                  </a:lnTo>
                  <a:lnTo>
                    <a:pt x="2170303" y="1579765"/>
                  </a:lnTo>
                  <a:close/>
                </a:path>
                <a:path w="2307590" h="2083435">
                  <a:moveTo>
                    <a:pt x="2182749" y="1636395"/>
                  </a:moveTo>
                  <a:lnTo>
                    <a:pt x="2176526" y="1608074"/>
                  </a:lnTo>
                  <a:lnTo>
                    <a:pt x="2148332" y="1614297"/>
                  </a:lnTo>
                  <a:lnTo>
                    <a:pt x="2154555" y="1642618"/>
                  </a:lnTo>
                  <a:lnTo>
                    <a:pt x="2182749" y="1636395"/>
                  </a:lnTo>
                  <a:close/>
                </a:path>
                <a:path w="2307590" h="2083435">
                  <a:moveTo>
                    <a:pt x="2195195" y="1692910"/>
                  </a:moveTo>
                  <a:lnTo>
                    <a:pt x="2188972" y="1664589"/>
                  </a:lnTo>
                  <a:lnTo>
                    <a:pt x="2160778" y="1670812"/>
                  </a:lnTo>
                  <a:lnTo>
                    <a:pt x="2167001" y="1699133"/>
                  </a:lnTo>
                  <a:lnTo>
                    <a:pt x="2195195" y="1692910"/>
                  </a:lnTo>
                  <a:close/>
                </a:path>
                <a:path w="2307590" h="2083435">
                  <a:moveTo>
                    <a:pt x="2207768" y="1749425"/>
                  </a:moveTo>
                  <a:lnTo>
                    <a:pt x="2201545" y="1721231"/>
                  </a:lnTo>
                  <a:lnTo>
                    <a:pt x="2173224" y="1727454"/>
                  </a:lnTo>
                  <a:lnTo>
                    <a:pt x="2179447" y="1755648"/>
                  </a:lnTo>
                  <a:lnTo>
                    <a:pt x="2207768" y="1749425"/>
                  </a:lnTo>
                  <a:close/>
                </a:path>
                <a:path w="2307590" h="2083435">
                  <a:moveTo>
                    <a:pt x="2220214" y="1806067"/>
                  </a:moveTo>
                  <a:lnTo>
                    <a:pt x="2213991" y="1777746"/>
                  </a:lnTo>
                  <a:lnTo>
                    <a:pt x="2185670" y="1783969"/>
                  </a:lnTo>
                  <a:lnTo>
                    <a:pt x="2191893" y="1812290"/>
                  </a:lnTo>
                  <a:lnTo>
                    <a:pt x="2220214" y="1806067"/>
                  </a:lnTo>
                  <a:close/>
                </a:path>
                <a:path w="2307590" h="2083435">
                  <a:moveTo>
                    <a:pt x="2232660" y="1862582"/>
                  </a:moveTo>
                  <a:lnTo>
                    <a:pt x="2226437" y="1834261"/>
                  </a:lnTo>
                  <a:lnTo>
                    <a:pt x="2198116" y="1840484"/>
                  </a:lnTo>
                  <a:lnTo>
                    <a:pt x="2204339" y="1868805"/>
                  </a:lnTo>
                  <a:lnTo>
                    <a:pt x="2232660" y="1862582"/>
                  </a:lnTo>
                  <a:close/>
                </a:path>
                <a:path w="2307590" h="2083435">
                  <a:moveTo>
                    <a:pt x="2245106" y="1919097"/>
                  </a:moveTo>
                  <a:lnTo>
                    <a:pt x="2238883" y="1890903"/>
                  </a:lnTo>
                  <a:lnTo>
                    <a:pt x="2210562" y="1897126"/>
                  </a:lnTo>
                  <a:lnTo>
                    <a:pt x="2216785" y="1925320"/>
                  </a:lnTo>
                  <a:lnTo>
                    <a:pt x="2245106" y="1919097"/>
                  </a:lnTo>
                  <a:close/>
                </a:path>
                <a:path w="2307590" h="2083435">
                  <a:moveTo>
                    <a:pt x="2257552" y="1975739"/>
                  </a:moveTo>
                  <a:lnTo>
                    <a:pt x="2251329" y="1947418"/>
                  </a:lnTo>
                  <a:lnTo>
                    <a:pt x="2223008" y="1953641"/>
                  </a:lnTo>
                  <a:lnTo>
                    <a:pt x="2229231" y="1981962"/>
                  </a:lnTo>
                  <a:lnTo>
                    <a:pt x="2257552" y="1975739"/>
                  </a:lnTo>
                  <a:close/>
                </a:path>
                <a:path w="2307590" h="2083435">
                  <a:moveTo>
                    <a:pt x="2307209" y="1956054"/>
                  </a:moveTo>
                  <a:lnTo>
                    <a:pt x="2303018" y="1947799"/>
                  </a:lnTo>
                  <a:lnTo>
                    <a:pt x="2287778" y="1942973"/>
                  </a:lnTo>
                  <a:lnTo>
                    <a:pt x="2279523" y="1947164"/>
                  </a:lnTo>
                  <a:lnTo>
                    <a:pt x="2277110" y="1954784"/>
                  </a:lnTo>
                  <a:lnTo>
                    <a:pt x="2261082" y="2004656"/>
                  </a:lnTo>
                  <a:lnTo>
                    <a:pt x="2238108" y="2009698"/>
                  </a:lnTo>
                  <a:lnTo>
                    <a:pt x="2202561" y="1971167"/>
                  </a:lnTo>
                  <a:lnTo>
                    <a:pt x="2197227" y="1965325"/>
                  </a:lnTo>
                  <a:lnTo>
                    <a:pt x="2187956" y="1964944"/>
                  </a:lnTo>
                  <a:lnTo>
                    <a:pt x="2182114" y="1970278"/>
                  </a:lnTo>
                  <a:lnTo>
                    <a:pt x="2176272" y="1975739"/>
                  </a:lnTo>
                  <a:lnTo>
                    <a:pt x="2175891" y="1984883"/>
                  </a:lnTo>
                  <a:lnTo>
                    <a:pt x="2181352" y="1990725"/>
                  </a:lnTo>
                  <a:lnTo>
                    <a:pt x="2266315" y="2082927"/>
                  </a:lnTo>
                  <a:lnTo>
                    <a:pt x="2276767" y="2050415"/>
                  </a:lnTo>
                  <a:lnTo>
                    <a:pt x="2291677" y="2004060"/>
                  </a:lnTo>
                  <a:lnTo>
                    <a:pt x="2304669" y="1963674"/>
                  </a:lnTo>
                  <a:lnTo>
                    <a:pt x="2307209" y="1956054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857494" y="1648460"/>
            <a:ext cx="3905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</a:t>
            </a:r>
            <a:r>
              <a:rPr kumimoji="0" sz="16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635953" y="1648460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00654" y="1648460"/>
            <a:ext cx="1014094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44500" algn="l"/>
              </a:tabLst>
              <a:defRPr/>
            </a:pPr>
            <a:r>
              <a:rPr kumimoji="0" sz="16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6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600" b="0" i="1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1600" b="0" i="1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&lt;END&gt;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79719" y="2090963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484492" y="2090963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89038" y="2090769"/>
            <a:ext cx="179536" cy="5575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694294" y="2090963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265D41-A4FE-4385-8BD0-44E6D1ED51B5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2880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Greedy</a:t>
            </a:r>
            <a:r>
              <a:rPr spc="-330" dirty="0"/>
              <a:t> </a:t>
            </a:r>
            <a:r>
              <a:rPr spc="-17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079740" cy="1353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saw</a:t>
            </a: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how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generate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(or</a:t>
            </a: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“decode”)</a:t>
            </a:r>
            <a:r>
              <a:rPr kumimoji="0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target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by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taking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argmax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</a:t>
            </a:r>
            <a:r>
              <a:rPr kumimoji="0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each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</a:t>
            </a:r>
            <a:r>
              <a:rPr kumimoji="0" sz="24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3615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65450" algn="l"/>
                <a:tab pos="3561715" algn="l"/>
                <a:tab pos="4085590" algn="l"/>
                <a:tab pos="4864100" algn="l"/>
                <a:tab pos="5428615" algn="l"/>
                <a:tab pos="5813425" algn="l"/>
              </a:tabLst>
              <a:defRPr/>
            </a:pP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	</a:t>
            </a:r>
            <a:r>
              <a:rPr kumimoji="0" sz="2400" b="0" i="1" u="none" strike="noStrike" kern="1200" cap="none" spc="7" normalizeH="0" baseline="1736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	</a:t>
            </a:r>
            <a:r>
              <a:rPr kumimoji="0" sz="2400" b="0" i="1" u="none" strike="noStrike" kern="1200" cap="none" spc="-157" normalizeH="0" baseline="1736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	</a:t>
            </a:r>
            <a:r>
              <a:rPr kumimoji="0" sz="2400" b="0" i="1" u="none" strike="noStrike" kern="1200" cap="none" spc="7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	</a:t>
            </a:r>
            <a:r>
              <a:rPr kumimoji="0" sz="2400" b="0" i="1" u="none" strike="noStrike" kern="1200" cap="none" spc="-104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	pie	</a:t>
            </a:r>
            <a:r>
              <a:rPr kumimoji="0" sz="2400" b="0" i="1" u="none" strike="noStrike" kern="1200" cap="none" spc="-27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&lt;END&gt;</a:t>
            </a:r>
            <a:endParaRPr kumimoji="0" sz="2400" b="0" i="0" u="none" strike="noStrike" kern="1200" cap="none" spc="0" normalizeH="0" baseline="3472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4618482"/>
            <a:ext cx="8273415" cy="1414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920750" algn="l"/>
                <a:tab pos="1526540" algn="l"/>
                <a:tab pos="2054225" algn="l"/>
                <a:tab pos="2679700" algn="l"/>
                <a:tab pos="3414395" algn="l"/>
                <a:tab pos="3932554" algn="l"/>
              </a:tabLst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	</a:t>
            </a:r>
            <a:r>
              <a:rPr kumimoji="0" sz="2400" b="0" i="1" u="none" strike="noStrike" kern="1200" cap="none" spc="-157" normalizeH="0" baseline="520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	</a:t>
            </a:r>
            <a:r>
              <a:rPr kumimoji="0" sz="2400" b="0" i="1" u="none" strike="noStrike" kern="1200" cap="none" spc="7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	</a:t>
            </a:r>
            <a:r>
              <a:rPr kumimoji="0" sz="2400" b="0" i="1" u="none" strike="noStrike" kern="1200" cap="none" spc="-150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	</a:t>
            </a:r>
            <a:r>
              <a:rPr kumimoji="0" sz="2400" b="0" i="1" u="none" strike="noStrike" kern="1200" cap="none" spc="7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	</a:t>
            </a:r>
            <a:r>
              <a:rPr kumimoji="0" sz="2400" b="0" i="1" u="none" strike="noStrike" kern="1200" cap="none" spc="-104" normalizeH="0" baseline="347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	pie</a:t>
            </a:r>
            <a:endParaRPr kumimoji="0" sz="2400" b="0" i="0" u="none" strike="noStrike" kern="1200" cap="none" spc="0" normalizeH="0" baseline="3472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greedy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decoding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(take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most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probable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</a:t>
            </a:r>
            <a:r>
              <a:rPr kumimoji="0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each</a:t>
            </a:r>
            <a:r>
              <a:rPr kumimoji="0" lang="en-US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4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1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Problems with </a:t>
            </a:r>
            <a:r>
              <a:rPr kumimoji="0" sz="2400" b="1" i="0" u="none" strike="noStrike" kern="1200" cap="none" spc="-1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this</a:t>
            </a:r>
            <a:r>
              <a:rPr kumimoji="0" sz="2400" b="1" i="0" u="none" strike="noStrike" kern="1200" cap="none" spc="-3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method?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00273" y="2533650"/>
            <a:ext cx="1512570" cy="2062480"/>
            <a:chOff x="2700273" y="2533650"/>
            <a:chExt cx="1512570" cy="2062480"/>
          </a:xfrm>
        </p:grpSpPr>
        <p:sp>
          <p:nvSpPr>
            <p:cNvPr id="6" name="object 6"/>
            <p:cNvSpPr/>
            <p:nvPr/>
          </p:nvSpPr>
          <p:spPr>
            <a:xfrm>
              <a:off x="2784347" y="3262883"/>
              <a:ext cx="126491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784347" y="3432047"/>
              <a:ext cx="126491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84347" y="3599688"/>
              <a:ext cx="126491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84347" y="3768852"/>
              <a:ext cx="126491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710433" y="3198113"/>
              <a:ext cx="266700" cy="779145"/>
            </a:xfrm>
            <a:custGeom>
              <a:avLst/>
              <a:gdLst/>
              <a:ahLst/>
              <a:cxnLst/>
              <a:rect l="l" t="t" r="r" b="b"/>
              <a:pathLst>
                <a:path w="266700" h="779145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50"/>
                  </a:lnTo>
                  <a:lnTo>
                    <a:pt x="266700" y="734313"/>
                  </a:lnTo>
                  <a:lnTo>
                    <a:pt x="263201" y="751599"/>
                  </a:lnTo>
                  <a:lnTo>
                    <a:pt x="253666" y="765730"/>
                  </a:lnTo>
                  <a:lnTo>
                    <a:pt x="239535" y="775265"/>
                  </a:lnTo>
                  <a:lnTo>
                    <a:pt x="222250" y="778763"/>
                  </a:lnTo>
                  <a:lnTo>
                    <a:pt x="44450" y="778763"/>
                  </a:lnTo>
                  <a:lnTo>
                    <a:pt x="27164" y="775265"/>
                  </a:lnTo>
                  <a:lnTo>
                    <a:pt x="13033" y="765730"/>
                  </a:lnTo>
                  <a:lnTo>
                    <a:pt x="3498" y="751599"/>
                  </a:lnTo>
                  <a:lnTo>
                    <a:pt x="0" y="734313"/>
                  </a:lnTo>
                  <a:lnTo>
                    <a:pt x="0" y="44450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788793" y="3530980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83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808" y="65659"/>
                  </a:lnTo>
                  <a:lnTo>
                    <a:pt x="493788" y="55765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395471" y="3272027"/>
              <a:ext cx="126491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395471" y="3439667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395471" y="3608832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395471" y="3777996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21557" y="3205733"/>
              <a:ext cx="265430" cy="780415"/>
            </a:xfrm>
            <a:custGeom>
              <a:avLst/>
              <a:gdLst/>
              <a:ahLst/>
              <a:cxnLst/>
              <a:rect l="l" t="t" r="r" b="b"/>
              <a:pathLst>
                <a:path w="265429" h="780414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3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6091"/>
                  </a:lnTo>
                  <a:lnTo>
                    <a:pt x="261699" y="753284"/>
                  </a:lnTo>
                  <a:lnTo>
                    <a:pt x="252222" y="767334"/>
                  </a:lnTo>
                  <a:lnTo>
                    <a:pt x="238172" y="776811"/>
                  </a:lnTo>
                  <a:lnTo>
                    <a:pt x="220979" y="780288"/>
                  </a:lnTo>
                  <a:lnTo>
                    <a:pt x="44195" y="780288"/>
                  </a:lnTo>
                  <a:lnTo>
                    <a:pt x="27003" y="776811"/>
                  </a:lnTo>
                  <a:lnTo>
                    <a:pt x="12953" y="767333"/>
                  </a:lnTo>
                  <a:lnTo>
                    <a:pt x="3476" y="753284"/>
                  </a:lnTo>
                  <a:lnTo>
                    <a:pt x="0" y="736091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811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398393" y="354012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3400" h="1056004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806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57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71"/>
                  </a:lnTo>
                  <a:lnTo>
                    <a:pt x="476783" y="65671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71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011167" y="3262883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011167" y="3432047"/>
              <a:ext cx="126491" cy="1325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011167" y="3599688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011167" y="3768852"/>
              <a:ext cx="126491" cy="1325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937253" y="3198113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80" y="0"/>
                  </a:moveTo>
                  <a:lnTo>
                    <a:pt x="238172" y="3476"/>
                  </a:lnTo>
                  <a:lnTo>
                    <a:pt x="252222" y="12953"/>
                  </a:lnTo>
                  <a:lnTo>
                    <a:pt x="261699" y="27003"/>
                  </a:lnTo>
                  <a:lnTo>
                    <a:pt x="265175" y="44196"/>
                  </a:lnTo>
                  <a:lnTo>
                    <a:pt x="265175" y="734568"/>
                  </a:lnTo>
                  <a:lnTo>
                    <a:pt x="261699" y="751760"/>
                  </a:lnTo>
                  <a:lnTo>
                    <a:pt x="252222" y="765810"/>
                  </a:lnTo>
                  <a:lnTo>
                    <a:pt x="238172" y="775287"/>
                  </a:lnTo>
                  <a:lnTo>
                    <a:pt x="220980" y="778763"/>
                  </a:lnTo>
                  <a:lnTo>
                    <a:pt x="44196" y="778763"/>
                  </a:lnTo>
                  <a:lnTo>
                    <a:pt x="27003" y="775287"/>
                  </a:lnTo>
                  <a:lnTo>
                    <a:pt x="12954" y="765809"/>
                  </a:lnTo>
                  <a:lnTo>
                    <a:pt x="3476" y="751760"/>
                  </a:lnTo>
                  <a:lnTo>
                    <a:pt x="0" y="734568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8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788793" y="2533649"/>
              <a:ext cx="1337310" cy="2052955"/>
            </a:xfrm>
            <a:custGeom>
              <a:avLst/>
              <a:gdLst/>
              <a:ahLst/>
              <a:cxnLst/>
              <a:rect l="l" t="t" r="r" b="b"/>
              <a:pathLst>
                <a:path w="1337310" h="2052954">
                  <a:moveTo>
                    <a:pt x="111506" y="95504"/>
                  </a:moveTo>
                  <a:lnTo>
                    <a:pt x="108712" y="90805"/>
                  </a:lnTo>
                  <a:lnTo>
                    <a:pt x="67157" y="19558"/>
                  </a:lnTo>
                  <a:lnTo>
                    <a:pt x="55753" y="0"/>
                  </a:lnTo>
                  <a:lnTo>
                    <a:pt x="2794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5" y="105537"/>
                  </a:lnTo>
                  <a:lnTo>
                    <a:pt x="19812" y="100838"/>
                  </a:lnTo>
                  <a:lnTo>
                    <a:pt x="45847" y="56210"/>
                  </a:lnTo>
                  <a:lnTo>
                    <a:pt x="45847" y="663829"/>
                  </a:lnTo>
                  <a:lnTo>
                    <a:pt x="65659" y="663829"/>
                  </a:lnTo>
                  <a:lnTo>
                    <a:pt x="65659" y="56210"/>
                  </a:lnTo>
                  <a:lnTo>
                    <a:pt x="91694" y="100838"/>
                  </a:lnTo>
                  <a:lnTo>
                    <a:pt x="94361" y="105537"/>
                  </a:lnTo>
                  <a:lnTo>
                    <a:pt x="100457" y="107188"/>
                  </a:lnTo>
                  <a:lnTo>
                    <a:pt x="105156" y="104394"/>
                  </a:lnTo>
                  <a:lnTo>
                    <a:pt x="109982" y="101600"/>
                  </a:lnTo>
                  <a:lnTo>
                    <a:pt x="111506" y="95504"/>
                  </a:lnTo>
                  <a:close/>
                </a:path>
                <a:path w="1337310" h="2052954">
                  <a:moveTo>
                    <a:pt x="1336802" y="1538732"/>
                  </a:moveTo>
                  <a:lnTo>
                    <a:pt x="1334008" y="1534033"/>
                  </a:lnTo>
                  <a:lnTo>
                    <a:pt x="1292453" y="1462786"/>
                  </a:lnTo>
                  <a:lnTo>
                    <a:pt x="1281049" y="1443228"/>
                  </a:lnTo>
                  <a:lnTo>
                    <a:pt x="1228090" y="1534033"/>
                  </a:lnTo>
                  <a:lnTo>
                    <a:pt x="1225296" y="1538732"/>
                  </a:lnTo>
                  <a:lnTo>
                    <a:pt x="1226820" y="1544828"/>
                  </a:lnTo>
                  <a:lnTo>
                    <a:pt x="1231646" y="1547622"/>
                  </a:lnTo>
                  <a:lnTo>
                    <a:pt x="1236345" y="1550416"/>
                  </a:lnTo>
                  <a:lnTo>
                    <a:pt x="1242441" y="1548765"/>
                  </a:lnTo>
                  <a:lnTo>
                    <a:pt x="1245108" y="1544066"/>
                  </a:lnTo>
                  <a:lnTo>
                    <a:pt x="1271143" y="1499438"/>
                  </a:lnTo>
                  <a:lnTo>
                    <a:pt x="1271143" y="2052828"/>
                  </a:lnTo>
                  <a:lnTo>
                    <a:pt x="1290955" y="2052828"/>
                  </a:lnTo>
                  <a:lnTo>
                    <a:pt x="1290955" y="1499438"/>
                  </a:lnTo>
                  <a:lnTo>
                    <a:pt x="1316990" y="1544066"/>
                  </a:lnTo>
                  <a:lnTo>
                    <a:pt x="1319657" y="1548765"/>
                  </a:lnTo>
                  <a:lnTo>
                    <a:pt x="1325753" y="1550416"/>
                  </a:lnTo>
                  <a:lnTo>
                    <a:pt x="1330452" y="1547622"/>
                  </a:lnTo>
                  <a:lnTo>
                    <a:pt x="1335278" y="1544828"/>
                  </a:lnTo>
                  <a:lnTo>
                    <a:pt x="1336802" y="153873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24835" y="2625887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20364" y="2542794"/>
            <a:ext cx="589915" cy="2063114"/>
            <a:chOff x="2920364" y="2542794"/>
            <a:chExt cx="589915" cy="2063114"/>
          </a:xfrm>
        </p:grpSpPr>
        <p:sp>
          <p:nvSpPr>
            <p:cNvPr id="26" name="object 26"/>
            <p:cNvSpPr/>
            <p:nvPr/>
          </p:nvSpPr>
          <p:spPr>
            <a:xfrm>
              <a:off x="2920364" y="2547239"/>
              <a:ext cx="507365" cy="2058670"/>
            </a:xfrm>
            <a:custGeom>
              <a:avLst/>
              <a:gdLst/>
              <a:ahLst/>
              <a:cxnLst/>
              <a:rect l="l" t="t" r="r" b="b"/>
              <a:pathLst>
                <a:path w="507364" h="2058670">
                  <a:moveTo>
                    <a:pt x="28193" y="0"/>
                  </a:moveTo>
                  <a:lnTo>
                    <a:pt x="0" y="6223"/>
                  </a:lnTo>
                  <a:lnTo>
                    <a:pt x="6223" y="34544"/>
                  </a:lnTo>
                  <a:lnTo>
                    <a:pt x="34417" y="28321"/>
                  </a:lnTo>
                  <a:lnTo>
                    <a:pt x="28193" y="0"/>
                  </a:lnTo>
                  <a:close/>
                </a:path>
                <a:path w="507364" h="2058670">
                  <a:moveTo>
                    <a:pt x="40640" y="56641"/>
                  </a:moveTo>
                  <a:lnTo>
                    <a:pt x="12446" y="62864"/>
                  </a:lnTo>
                  <a:lnTo>
                    <a:pt x="18668" y="91186"/>
                  </a:lnTo>
                  <a:lnTo>
                    <a:pt x="46862" y="84962"/>
                  </a:lnTo>
                  <a:lnTo>
                    <a:pt x="40640" y="56641"/>
                  </a:lnTo>
                  <a:close/>
                </a:path>
                <a:path w="507364" h="2058670">
                  <a:moveTo>
                    <a:pt x="53086" y="113157"/>
                  </a:moveTo>
                  <a:lnTo>
                    <a:pt x="24892" y="119380"/>
                  </a:lnTo>
                  <a:lnTo>
                    <a:pt x="31115" y="147700"/>
                  </a:lnTo>
                  <a:lnTo>
                    <a:pt x="59309" y="141477"/>
                  </a:lnTo>
                  <a:lnTo>
                    <a:pt x="53086" y="113157"/>
                  </a:lnTo>
                  <a:close/>
                </a:path>
                <a:path w="507364" h="2058670">
                  <a:moveTo>
                    <a:pt x="65532" y="169799"/>
                  </a:moveTo>
                  <a:lnTo>
                    <a:pt x="37337" y="176022"/>
                  </a:lnTo>
                  <a:lnTo>
                    <a:pt x="43561" y="204215"/>
                  </a:lnTo>
                  <a:lnTo>
                    <a:pt x="71755" y="197993"/>
                  </a:lnTo>
                  <a:lnTo>
                    <a:pt x="65532" y="169799"/>
                  </a:lnTo>
                  <a:close/>
                </a:path>
                <a:path w="507364" h="2058670">
                  <a:moveTo>
                    <a:pt x="77978" y="226313"/>
                  </a:moveTo>
                  <a:lnTo>
                    <a:pt x="49784" y="232537"/>
                  </a:lnTo>
                  <a:lnTo>
                    <a:pt x="56007" y="260858"/>
                  </a:lnTo>
                  <a:lnTo>
                    <a:pt x="84201" y="254635"/>
                  </a:lnTo>
                  <a:lnTo>
                    <a:pt x="77978" y="226313"/>
                  </a:lnTo>
                  <a:close/>
                </a:path>
                <a:path w="507364" h="2058670">
                  <a:moveTo>
                    <a:pt x="90424" y="282828"/>
                  </a:moveTo>
                  <a:lnTo>
                    <a:pt x="62230" y="289051"/>
                  </a:lnTo>
                  <a:lnTo>
                    <a:pt x="68453" y="317373"/>
                  </a:lnTo>
                  <a:lnTo>
                    <a:pt x="96647" y="311150"/>
                  </a:lnTo>
                  <a:lnTo>
                    <a:pt x="90424" y="282828"/>
                  </a:lnTo>
                  <a:close/>
                </a:path>
                <a:path w="507364" h="2058670">
                  <a:moveTo>
                    <a:pt x="102870" y="339471"/>
                  </a:moveTo>
                  <a:lnTo>
                    <a:pt x="74676" y="345694"/>
                  </a:lnTo>
                  <a:lnTo>
                    <a:pt x="80899" y="373888"/>
                  </a:lnTo>
                  <a:lnTo>
                    <a:pt x="109093" y="367664"/>
                  </a:lnTo>
                  <a:lnTo>
                    <a:pt x="102870" y="339471"/>
                  </a:lnTo>
                  <a:close/>
                </a:path>
                <a:path w="507364" h="2058670">
                  <a:moveTo>
                    <a:pt x="115316" y="395986"/>
                  </a:moveTo>
                  <a:lnTo>
                    <a:pt x="87122" y="402209"/>
                  </a:lnTo>
                  <a:lnTo>
                    <a:pt x="93345" y="430530"/>
                  </a:lnTo>
                  <a:lnTo>
                    <a:pt x="121539" y="424307"/>
                  </a:lnTo>
                  <a:lnTo>
                    <a:pt x="115316" y="395986"/>
                  </a:lnTo>
                  <a:close/>
                </a:path>
                <a:path w="507364" h="2058670">
                  <a:moveTo>
                    <a:pt x="127762" y="452500"/>
                  </a:moveTo>
                  <a:lnTo>
                    <a:pt x="99568" y="458724"/>
                  </a:lnTo>
                  <a:lnTo>
                    <a:pt x="105791" y="487045"/>
                  </a:lnTo>
                  <a:lnTo>
                    <a:pt x="133985" y="480822"/>
                  </a:lnTo>
                  <a:lnTo>
                    <a:pt x="127762" y="452500"/>
                  </a:lnTo>
                  <a:close/>
                </a:path>
                <a:path w="507364" h="2058670">
                  <a:moveTo>
                    <a:pt x="140208" y="509143"/>
                  </a:moveTo>
                  <a:lnTo>
                    <a:pt x="112014" y="515365"/>
                  </a:lnTo>
                  <a:lnTo>
                    <a:pt x="118237" y="543560"/>
                  </a:lnTo>
                  <a:lnTo>
                    <a:pt x="146431" y="537337"/>
                  </a:lnTo>
                  <a:lnTo>
                    <a:pt x="140208" y="509143"/>
                  </a:lnTo>
                  <a:close/>
                </a:path>
                <a:path w="507364" h="2058670">
                  <a:moveTo>
                    <a:pt x="152654" y="565658"/>
                  </a:moveTo>
                  <a:lnTo>
                    <a:pt x="124460" y="571881"/>
                  </a:lnTo>
                  <a:lnTo>
                    <a:pt x="130683" y="600201"/>
                  </a:lnTo>
                  <a:lnTo>
                    <a:pt x="158877" y="593978"/>
                  </a:lnTo>
                  <a:lnTo>
                    <a:pt x="152654" y="565658"/>
                  </a:lnTo>
                  <a:close/>
                </a:path>
                <a:path w="507364" h="2058670">
                  <a:moveTo>
                    <a:pt x="165100" y="622173"/>
                  </a:moveTo>
                  <a:lnTo>
                    <a:pt x="136906" y="628396"/>
                  </a:lnTo>
                  <a:lnTo>
                    <a:pt x="143129" y="656716"/>
                  </a:lnTo>
                  <a:lnTo>
                    <a:pt x="171323" y="650494"/>
                  </a:lnTo>
                  <a:lnTo>
                    <a:pt x="165100" y="622173"/>
                  </a:lnTo>
                  <a:close/>
                </a:path>
                <a:path w="507364" h="2058670">
                  <a:moveTo>
                    <a:pt x="177546" y="678814"/>
                  </a:moveTo>
                  <a:lnTo>
                    <a:pt x="149352" y="685038"/>
                  </a:lnTo>
                  <a:lnTo>
                    <a:pt x="155575" y="713232"/>
                  </a:lnTo>
                  <a:lnTo>
                    <a:pt x="183769" y="707009"/>
                  </a:lnTo>
                  <a:lnTo>
                    <a:pt x="177546" y="678814"/>
                  </a:lnTo>
                  <a:close/>
                </a:path>
                <a:path w="507364" h="2058670">
                  <a:moveTo>
                    <a:pt x="189992" y="735330"/>
                  </a:moveTo>
                  <a:lnTo>
                    <a:pt x="161798" y="741552"/>
                  </a:lnTo>
                  <a:lnTo>
                    <a:pt x="168021" y="769874"/>
                  </a:lnTo>
                  <a:lnTo>
                    <a:pt x="196215" y="763651"/>
                  </a:lnTo>
                  <a:lnTo>
                    <a:pt x="189992" y="735330"/>
                  </a:lnTo>
                  <a:close/>
                </a:path>
                <a:path w="507364" h="2058670">
                  <a:moveTo>
                    <a:pt x="202437" y="791845"/>
                  </a:moveTo>
                  <a:lnTo>
                    <a:pt x="174244" y="798068"/>
                  </a:lnTo>
                  <a:lnTo>
                    <a:pt x="180467" y="826388"/>
                  </a:lnTo>
                  <a:lnTo>
                    <a:pt x="208661" y="820165"/>
                  </a:lnTo>
                  <a:lnTo>
                    <a:pt x="202437" y="791845"/>
                  </a:lnTo>
                  <a:close/>
                </a:path>
                <a:path w="507364" h="2058670">
                  <a:moveTo>
                    <a:pt x="214884" y="848487"/>
                  </a:moveTo>
                  <a:lnTo>
                    <a:pt x="186690" y="854710"/>
                  </a:lnTo>
                  <a:lnTo>
                    <a:pt x="192912" y="882903"/>
                  </a:lnTo>
                  <a:lnTo>
                    <a:pt x="221107" y="876681"/>
                  </a:lnTo>
                  <a:lnTo>
                    <a:pt x="214884" y="848487"/>
                  </a:lnTo>
                  <a:close/>
                </a:path>
                <a:path w="507364" h="2058670">
                  <a:moveTo>
                    <a:pt x="227330" y="905001"/>
                  </a:moveTo>
                  <a:lnTo>
                    <a:pt x="199136" y="911225"/>
                  </a:lnTo>
                  <a:lnTo>
                    <a:pt x="205359" y="939546"/>
                  </a:lnTo>
                  <a:lnTo>
                    <a:pt x="233553" y="933323"/>
                  </a:lnTo>
                  <a:lnTo>
                    <a:pt x="227330" y="905001"/>
                  </a:lnTo>
                  <a:close/>
                </a:path>
                <a:path w="507364" h="2058670">
                  <a:moveTo>
                    <a:pt x="239776" y="961516"/>
                  </a:moveTo>
                  <a:lnTo>
                    <a:pt x="211582" y="967739"/>
                  </a:lnTo>
                  <a:lnTo>
                    <a:pt x="217805" y="996061"/>
                  </a:lnTo>
                  <a:lnTo>
                    <a:pt x="245999" y="989838"/>
                  </a:lnTo>
                  <a:lnTo>
                    <a:pt x="239776" y="961516"/>
                  </a:lnTo>
                  <a:close/>
                </a:path>
                <a:path w="507364" h="2058670">
                  <a:moveTo>
                    <a:pt x="252222" y="1018159"/>
                  </a:moveTo>
                  <a:lnTo>
                    <a:pt x="224028" y="1024382"/>
                  </a:lnTo>
                  <a:lnTo>
                    <a:pt x="230251" y="1052576"/>
                  </a:lnTo>
                  <a:lnTo>
                    <a:pt x="258445" y="1046352"/>
                  </a:lnTo>
                  <a:lnTo>
                    <a:pt x="252222" y="1018159"/>
                  </a:lnTo>
                  <a:close/>
                </a:path>
                <a:path w="507364" h="2058670">
                  <a:moveTo>
                    <a:pt x="264668" y="1074674"/>
                  </a:moveTo>
                  <a:lnTo>
                    <a:pt x="236474" y="1080897"/>
                  </a:lnTo>
                  <a:lnTo>
                    <a:pt x="242697" y="1109218"/>
                  </a:lnTo>
                  <a:lnTo>
                    <a:pt x="270891" y="1102995"/>
                  </a:lnTo>
                  <a:lnTo>
                    <a:pt x="264668" y="1074674"/>
                  </a:lnTo>
                  <a:close/>
                </a:path>
                <a:path w="507364" h="2058670">
                  <a:moveTo>
                    <a:pt x="277114" y="1131189"/>
                  </a:moveTo>
                  <a:lnTo>
                    <a:pt x="248920" y="1137412"/>
                  </a:lnTo>
                  <a:lnTo>
                    <a:pt x="255143" y="1165733"/>
                  </a:lnTo>
                  <a:lnTo>
                    <a:pt x="283337" y="1159510"/>
                  </a:lnTo>
                  <a:lnTo>
                    <a:pt x="277114" y="1131189"/>
                  </a:lnTo>
                  <a:close/>
                </a:path>
                <a:path w="507364" h="2058670">
                  <a:moveTo>
                    <a:pt x="289560" y="1187831"/>
                  </a:moveTo>
                  <a:lnTo>
                    <a:pt x="261366" y="1194054"/>
                  </a:lnTo>
                  <a:lnTo>
                    <a:pt x="267589" y="1222248"/>
                  </a:lnTo>
                  <a:lnTo>
                    <a:pt x="295783" y="1216025"/>
                  </a:lnTo>
                  <a:lnTo>
                    <a:pt x="289560" y="1187831"/>
                  </a:lnTo>
                  <a:close/>
                </a:path>
                <a:path w="507364" h="2058670">
                  <a:moveTo>
                    <a:pt x="302006" y="1244346"/>
                  </a:moveTo>
                  <a:lnTo>
                    <a:pt x="273812" y="1250569"/>
                  </a:lnTo>
                  <a:lnTo>
                    <a:pt x="280035" y="1278890"/>
                  </a:lnTo>
                  <a:lnTo>
                    <a:pt x="308229" y="1272667"/>
                  </a:lnTo>
                  <a:lnTo>
                    <a:pt x="302006" y="1244346"/>
                  </a:lnTo>
                  <a:close/>
                </a:path>
                <a:path w="507364" h="2058670">
                  <a:moveTo>
                    <a:pt x="314452" y="1300861"/>
                  </a:moveTo>
                  <a:lnTo>
                    <a:pt x="286258" y="1307084"/>
                  </a:lnTo>
                  <a:lnTo>
                    <a:pt x="292481" y="1335405"/>
                  </a:lnTo>
                  <a:lnTo>
                    <a:pt x="320675" y="1329182"/>
                  </a:lnTo>
                  <a:lnTo>
                    <a:pt x="314452" y="1300861"/>
                  </a:lnTo>
                  <a:close/>
                </a:path>
                <a:path w="507364" h="2058670">
                  <a:moveTo>
                    <a:pt x="326898" y="1357503"/>
                  </a:moveTo>
                  <a:lnTo>
                    <a:pt x="298704" y="1363726"/>
                  </a:lnTo>
                  <a:lnTo>
                    <a:pt x="304927" y="1391920"/>
                  </a:lnTo>
                  <a:lnTo>
                    <a:pt x="333121" y="1385697"/>
                  </a:lnTo>
                  <a:lnTo>
                    <a:pt x="326898" y="1357503"/>
                  </a:lnTo>
                  <a:close/>
                </a:path>
                <a:path w="507364" h="2058670">
                  <a:moveTo>
                    <a:pt x="339344" y="1414018"/>
                  </a:moveTo>
                  <a:lnTo>
                    <a:pt x="311150" y="1420241"/>
                  </a:lnTo>
                  <a:lnTo>
                    <a:pt x="317373" y="1448562"/>
                  </a:lnTo>
                  <a:lnTo>
                    <a:pt x="345567" y="1442339"/>
                  </a:lnTo>
                  <a:lnTo>
                    <a:pt x="339344" y="1414018"/>
                  </a:lnTo>
                  <a:close/>
                </a:path>
                <a:path w="507364" h="2058670">
                  <a:moveTo>
                    <a:pt x="351789" y="1470533"/>
                  </a:moveTo>
                  <a:lnTo>
                    <a:pt x="323596" y="1476756"/>
                  </a:lnTo>
                  <a:lnTo>
                    <a:pt x="329819" y="1505077"/>
                  </a:lnTo>
                  <a:lnTo>
                    <a:pt x="358013" y="1498854"/>
                  </a:lnTo>
                  <a:lnTo>
                    <a:pt x="351789" y="1470533"/>
                  </a:lnTo>
                  <a:close/>
                </a:path>
                <a:path w="507364" h="2058670">
                  <a:moveTo>
                    <a:pt x="364236" y="1527175"/>
                  </a:moveTo>
                  <a:lnTo>
                    <a:pt x="336042" y="1533398"/>
                  </a:lnTo>
                  <a:lnTo>
                    <a:pt x="342264" y="1561592"/>
                  </a:lnTo>
                  <a:lnTo>
                    <a:pt x="370459" y="1555369"/>
                  </a:lnTo>
                  <a:lnTo>
                    <a:pt x="364236" y="1527175"/>
                  </a:lnTo>
                  <a:close/>
                </a:path>
                <a:path w="507364" h="2058670">
                  <a:moveTo>
                    <a:pt x="376809" y="1583690"/>
                  </a:moveTo>
                  <a:lnTo>
                    <a:pt x="348488" y="1589913"/>
                  </a:lnTo>
                  <a:lnTo>
                    <a:pt x="354711" y="1618234"/>
                  </a:lnTo>
                  <a:lnTo>
                    <a:pt x="383032" y="1612011"/>
                  </a:lnTo>
                  <a:lnTo>
                    <a:pt x="376809" y="1583690"/>
                  </a:lnTo>
                  <a:close/>
                </a:path>
                <a:path w="507364" h="2058670">
                  <a:moveTo>
                    <a:pt x="389255" y="1640205"/>
                  </a:moveTo>
                  <a:lnTo>
                    <a:pt x="360934" y="1646428"/>
                  </a:lnTo>
                  <a:lnTo>
                    <a:pt x="367157" y="1674749"/>
                  </a:lnTo>
                  <a:lnTo>
                    <a:pt x="395477" y="1668526"/>
                  </a:lnTo>
                  <a:lnTo>
                    <a:pt x="389255" y="1640205"/>
                  </a:lnTo>
                  <a:close/>
                </a:path>
                <a:path w="507364" h="2058670">
                  <a:moveTo>
                    <a:pt x="401700" y="1696847"/>
                  </a:moveTo>
                  <a:lnTo>
                    <a:pt x="373380" y="1703070"/>
                  </a:lnTo>
                  <a:lnTo>
                    <a:pt x="379602" y="1731264"/>
                  </a:lnTo>
                  <a:lnTo>
                    <a:pt x="407924" y="1725041"/>
                  </a:lnTo>
                  <a:lnTo>
                    <a:pt x="401700" y="1696847"/>
                  </a:lnTo>
                  <a:close/>
                </a:path>
                <a:path w="507364" h="2058670">
                  <a:moveTo>
                    <a:pt x="414147" y="1753362"/>
                  </a:moveTo>
                  <a:lnTo>
                    <a:pt x="385825" y="1759585"/>
                  </a:lnTo>
                  <a:lnTo>
                    <a:pt x="392049" y="1787906"/>
                  </a:lnTo>
                  <a:lnTo>
                    <a:pt x="420370" y="1781683"/>
                  </a:lnTo>
                  <a:lnTo>
                    <a:pt x="414147" y="1753362"/>
                  </a:lnTo>
                  <a:close/>
                </a:path>
                <a:path w="507364" h="2058670">
                  <a:moveTo>
                    <a:pt x="426593" y="1809877"/>
                  </a:moveTo>
                  <a:lnTo>
                    <a:pt x="398272" y="1816100"/>
                  </a:lnTo>
                  <a:lnTo>
                    <a:pt x="404495" y="1844421"/>
                  </a:lnTo>
                  <a:lnTo>
                    <a:pt x="432815" y="1838198"/>
                  </a:lnTo>
                  <a:lnTo>
                    <a:pt x="426593" y="1809877"/>
                  </a:lnTo>
                  <a:close/>
                </a:path>
                <a:path w="507364" h="2058670">
                  <a:moveTo>
                    <a:pt x="439038" y="1866519"/>
                  </a:moveTo>
                  <a:lnTo>
                    <a:pt x="410718" y="1872742"/>
                  </a:lnTo>
                  <a:lnTo>
                    <a:pt x="416940" y="1900936"/>
                  </a:lnTo>
                  <a:lnTo>
                    <a:pt x="445262" y="1894713"/>
                  </a:lnTo>
                  <a:lnTo>
                    <a:pt x="439038" y="1866519"/>
                  </a:lnTo>
                  <a:close/>
                </a:path>
                <a:path w="507364" h="2058670">
                  <a:moveTo>
                    <a:pt x="388112" y="1940560"/>
                  </a:moveTo>
                  <a:lnTo>
                    <a:pt x="382270" y="1945894"/>
                  </a:lnTo>
                  <a:lnTo>
                    <a:pt x="376427" y="1951355"/>
                  </a:lnTo>
                  <a:lnTo>
                    <a:pt x="376047" y="1960499"/>
                  </a:lnTo>
                  <a:lnTo>
                    <a:pt x="381508" y="1966341"/>
                  </a:lnTo>
                  <a:lnTo>
                    <a:pt x="466471" y="2058543"/>
                  </a:lnTo>
                  <a:lnTo>
                    <a:pt x="476927" y="2026031"/>
                  </a:lnTo>
                  <a:lnTo>
                    <a:pt x="446532" y="2026031"/>
                  </a:lnTo>
                  <a:lnTo>
                    <a:pt x="450368" y="2014093"/>
                  </a:lnTo>
                  <a:lnTo>
                    <a:pt x="441833" y="2014093"/>
                  </a:lnTo>
                  <a:lnTo>
                    <a:pt x="435610" y="1985899"/>
                  </a:lnTo>
                  <a:lnTo>
                    <a:pt x="438269" y="1985314"/>
                  </a:lnTo>
                  <a:lnTo>
                    <a:pt x="402717" y="1946783"/>
                  </a:lnTo>
                  <a:lnTo>
                    <a:pt x="397383" y="1940941"/>
                  </a:lnTo>
                  <a:lnTo>
                    <a:pt x="388112" y="1940560"/>
                  </a:lnTo>
                  <a:close/>
                </a:path>
                <a:path w="507364" h="2058670">
                  <a:moveTo>
                    <a:pt x="460947" y="2009892"/>
                  </a:moveTo>
                  <a:lnTo>
                    <a:pt x="451017" y="2012074"/>
                  </a:lnTo>
                  <a:lnTo>
                    <a:pt x="446532" y="2026031"/>
                  </a:lnTo>
                  <a:lnTo>
                    <a:pt x="470915" y="2020697"/>
                  </a:lnTo>
                  <a:lnTo>
                    <a:pt x="460947" y="2009892"/>
                  </a:lnTo>
                  <a:close/>
                </a:path>
                <a:path w="507364" h="2058670">
                  <a:moveTo>
                    <a:pt x="491836" y="1979676"/>
                  </a:moveTo>
                  <a:lnTo>
                    <a:pt x="463931" y="1979676"/>
                  </a:lnTo>
                  <a:lnTo>
                    <a:pt x="470154" y="2007870"/>
                  </a:lnTo>
                  <a:lnTo>
                    <a:pt x="460947" y="2009892"/>
                  </a:lnTo>
                  <a:lnTo>
                    <a:pt x="470915" y="2020697"/>
                  </a:lnTo>
                  <a:lnTo>
                    <a:pt x="446532" y="2026031"/>
                  </a:lnTo>
                  <a:lnTo>
                    <a:pt x="476927" y="2026031"/>
                  </a:lnTo>
                  <a:lnTo>
                    <a:pt x="491836" y="1979676"/>
                  </a:lnTo>
                  <a:close/>
                </a:path>
                <a:path w="507364" h="2058670">
                  <a:moveTo>
                    <a:pt x="438269" y="1985314"/>
                  </a:moveTo>
                  <a:lnTo>
                    <a:pt x="435610" y="1985899"/>
                  </a:lnTo>
                  <a:lnTo>
                    <a:pt x="441833" y="2014093"/>
                  </a:lnTo>
                  <a:lnTo>
                    <a:pt x="451017" y="2012074"/>
                  </a:lnTo>
                  <a:lnTo>
                    <a:pt x="454102" y="2002474"/>
                  </a:lnTo>
                  <a:lnTo>
                    <a:pt x="438269" y="1985314"/>
                  </a:lnTo>
                  <a:close/>
                </a:path>
                <a:path w="507364" h="2058670">
                  <a:moveTo>
                    <a:pt x="451017" y="2012074"/>
                  </a:moveTo>
                  <a:lnTo>
                    <a:pt x="441833" y="2014093"/>
                  </a:lnTo>
                  <a:lnTo>
                    <a:pt x="450368" y="2014093"/>
                  </a:lnTo>
                  <a:lnTo>
                    <a:pt x="451017" y="2012074"/>
                  </a:lnTo>
                  <a:close/>
                </a:path>
                <a:path w="507364" h="2058670">
                  <a:moveTo>
                    <a:pt x="454102" y="2002474"/>
                  </a:moveTo>
                  <a:lnTo>
                    <a:pt x="451017" y="2012074"/>
                  </a:lnTo>
                  <a:lnTo>
                    <a:pt x="460947" y="2009892"/>
                  </a:lnTo>
                  <a:lnTo>
                    <a:pt x="454102" y="2002474"/>
                  </a:lnTo>
                  <a:close/>
                </a:path>
                <a:path w="507364" h="2058670">
                  <a:moveTo>
                    <a:pt x="463931" y="1979676"/>
                  </a:moveTo>
                  <a:lnTo>
                    <a:pt x="461239" y="1980267"/>
                  </a:lnTo>
                  <a:lnTo>
                    <a:pt x="454102" y="2002474"/>
                  </a:lnTo>
                  <a:lnTo>
                    <a:pt x="460947" y="2009892"/>
                  </a:lnTo>
                  <a:lnTo>
                    <a:pt x="470154" y="2007870"/>
                  </a:lnTo>
                  <a:lnTo>
                    <a:pt x="463931" y="1979676"/>
                  </a:lnTo>
                  <a:close/>
                </a:path>
                <a:path w="507364" h="2058670">
                  <a:moveTo>
                    <a:pt x="461239" y="1980267"/>
                  </a:moveTo>
                  <a:lnTo>
                    <a:pt x="438269" y="1985314"/>
                  </a:lnTo>
                  <a:lnTo>
                    <a:pt x="454102" y="2002474"/>
                  </a:lnTo>
                  <a:lnTo>
                    <a:pt x="461239" y="1980267"/>
                  </a:lnTo>
                  <a:close/>
                </a:path>
                <a:path w="507364" h="2058670">
                  <a:moveTo>
                    <a:pt x="487934" y="1918589"/>
                  </a:moveTo>
                  <a:lnTo>
                    <a:pt x="479679" y="1922780"/>
                  </a:lnTo>
                  <a:lnTo>
                    <a:pt x="477265" y="1930400"/>
                  </a:lnTo>
                  <a:lnTo>
                    <a:pt x="461239" y="1980267"/>
                  </a:lnTo>
                  <a:lnTo>
                    <a:pt x="463931" y="1979676"/>
                  </a:lnTo>
                  <a:lnTo>
                    <a:pt x="491836" y="1979676"/>
                  </a:lnTo>
                  <a:lnTo>
                    <a:pt x="504825" y="1939290"/>
                  </a:lnTo>
                  <a:lnTo>
                    <a:pt x="507364" y="1931670"/>
                  </a:lnTo>
                  <a:lnTo>
                    <a:pt x="503174" y="1923415"/>
                  </a:lnTo>
                  <a:lnTo>
                    <a:pt x="487934" y="1918589"/>
                  </a:lnTo>
                  <a:close/>
                </a:path>
                <a:path w="507364" h="2058670">
                  <a:moveTo>
                    <a:pt x="451485" y="1923034"/>
                  </a:moveTo>
                  <a:lnTo>
                    <a:pt x="423163" y="1929257"/>
                  </a:lnTo>
                  <a:lnTo>
                    <a:pt x="429387" y="1957578"/>
                  </a:lnTo>
                  <a:lnTo>
                    <a:pt x="457708" y="1951355"/>
                  </a:lnTo>
                  <a:lnTo>
                    <a:pt x="451485" y="1923034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398392" y="2542794"/>
              <a:ext cx="111760" cy="664210"/>
            </a:xfrm>
            <a:custGeom>
              <a:avLst/>
              <a:gdLst/>
              <a:ahLst/>
              <a:cxnLst/>
              <a:rect l="l" t="t" r="r" b="b"/>
              <a:pathLst>
                <a:path w="111760" h="664210">
                  <a:moveTo>
                    <a:pt x="55753" y="39224"/>
                  </a:moveTo>
                  <a:lnTo>
                    <a:pt x="45847" y="56206"/>
                  </a:lnTo>
                  <a:lnTo>
                    <a:pt x="45847" y="663828"/>
                  </a:lnTo>
                  <a:lnTo>
                    <a:pt x="65659" y="663828"/>
                  </a:lnTo>
                  <a:lnTo>
                    <a:pt x="65659" y="56206"/>
                  </a:lnTo>
                  <a:lnTo>
                    <a:pt x="55753" y="39224"/>
                  </a:lnTo>
                  <a:close/>
                </a:path>
                <a:path w="111760" h="664210">
                  <a:moveTo>
                    <a:pt x="55753" y="0"/>
                  </a:moveTo>
                  <a:lnTo>
                    <a:pt x="2794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5" y="105536"/>
                  </a:lnTo>
                  <a:lnTo>
                    <a:pt x="19812" y="100837"/>
                  </a:lnTo>
                  <a:lnTo>
                    <a:pt x="45847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3" y="0"/>
                  </a:lnTo>
                  <a:close/>
                </a:path>
                <a:path w="111760" h="66421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4" y="100837"/>
                  </a:lnTo>
                  <a:lnTo>
                    <a:pt x="94361" y="105536"/>
                  </a:lnTo>
                  <a:lnTo>
                    <a:pt x="100457" y="107187"/>
                  </a:lnTo>
                  <a:lnTo>
                    <a:pt x="105156" y="104393"/>
                  </a:lnTo>
                  <a:lnTo>
                    <a:pt x="109982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66421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3" y="39224"/>
                  </a:lnTo>
                  <a:lnTo>
                    <a:pt x="47244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664210">
                  <a:moveTo>
                    <a:pt x="65659" y="24637"/>
                  </a:moveTo>
                  <a:lnTo>
                    <a:pt x="64262" y="24637"/>
                  </a:lnTo>
                  <a:lnTo>
                    <a:pt x="55753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64210">
                  <a:moveTo>
                    <a:pt x="64262" y="24637"/>
                  </a:moveTo>
                  <a:lnTo>
                    <a:pt x="47244" y="24637"/>
                  </a:lnTo>
                  <a:lnTo>
                    <a:pt x="55753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23767" y="2625887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43680" y="2536698"/>
            <a:ext cx="588010" cy="2061845"/>
            <a:chOff x="3543680" y="2536698"/>
            <a:chExt cx="588010" cy="2061845"/>
          </a:xfrm>
        </p:grpSpPr>
        <p:sp>
          <p:nvSpPr>
            <p:cNvPr id="30" name="object 30"/>
            <p:cNvSpPr/>
            <p:nvPr/>
          </p:nvSpPr>
          <p:spPr>
            <a:xfrm>
              <a:off x="3543680" y="2539619"/>
              <a:ext cx="507365" cy="2058670"/>
            </a:xfrm>
            <a:custGeom>
              <a:avLst/>
              <a:gdLst/>
              <a:ahLst/>
              <a:cxnLst/>
              <a:rect l="l" t="t" r="r" b="b"/>
              <a:pathLst>
                <a:path w="507364" h="2058670">
                  <a:moveTo>
                    <a:pt x="28194" y="0"/>
                  </a:moveTo>
                  <a:lnTo>
                    <a:pt x="0" y="6222"/>
                  </a:lnTo>
                  <a:lnTo>
                    <a:pt x="6223" y="34543"/>
                  </a:lnTo>
                  <a:lnTo>
                    <a:pt x="34417" y="28320"/>
                  </a:lnTo>
                  <a:lnTo>
                    <a:pt x="28194" y="0"/>
                  </a:lnTo>
                  <a:close/>
                </a:path>
                <a:path w="507364" h="2058670">
                  <a:moveTo>
                    <a:pt x="40640" y="56641"/>
                  </a:moveTo>
                  <a:lnTo>
                    <a:pt x="12446" y="62864"/>
                  </a:lnTo>
                  <a:lnTo>
                    <a:pt x="18669" y="91185"/>
                  </a:lnTo>
                  <a:lnTo>
                    <a:pt x="46863" y="84962"/>
                  </a:lnTo>
                  <a:lnTo>
                    <a:pt x="40640" y="56641"/>
                  </a:lnTo>
                  <a:close/>
                </a:path>
                <a:path w="507364" h="2058670">
                  <a:moveTo>
                    <a:pt x="53086" y="113156"/>
                  </a:moveTo>
                  <a:lnTo>
                    <a:pt x="24892" y="119379"/>
                  </a:lnTo>
                  <a:lnTo>
                    <a:pt x="31115" y="147700"/>
                  </a:lnTo>
                  <a:lnTo>
                    <a:pt x="59309" y="141477"/>
                  </a:lnTo>
                  <a:lnTo>
                    <a:pt x="53086" y="113156"/>
                  </a:lnTo>
                  <a:close/>
                </a:path>
                <a:path w="507364" h="2058670">
                  <a:moveTo>
                    <a:pt x="65532" y="169798"/>
                  </a:moveTo>
                  <a:lnTo>
                    <a:pt x="37338" y="176021"/>
                  </a:lnTo>
                  <a:lnTo>
                    <a:pt x="43561" y="204215"/>
                  </a:lnTo>
                  <a:lnTo>
                    <a:pt x="71755" y="197992"/>
                  </a:lnTo>
                  <a:lnTo>
                    <a:pt x="65532" y="169798"/>
                  </a:lnTo>
                  <a:close/>
                </a:path>
                <a:path w="507364" h="2058670">
                  <a:moveTo>
                    <a:pt x="77978" y="226313"/>
                  </a:moveTo>
                  <a:lnTo>
                    <a:pt x="49784" y="232536"/>
                  </a:lnTo>
                  <a:lnTo>
                    <a:pt x="56007" y="260857"/>
                  </a:lnTo>
                  <a:lnTo>
                    <a:pt x="84201" y="254634"/>
                  </a:lnTo>
                  <a:lnTo>
                    <a:pt x="77978" y="226313"/>
                  </a:lnTo>
                  <a:close/>
                </a:path>
                <a:path w="507364" h="2058670">
                  <a:moveTo>
                    <a:pt x="90424" y="282828"/>
                  </a:moveTo>
                  <a:lnTo>
                    <a:pt x="62230" y="289051"/>
                  </a:lnTo>
                  <a:lnTo>
                    <a:pt x="68453" y="317372"/>
                  </a:lnTo>
                  <a:lnTo>
                    <a:pt x="96647" y="311150"/>
                  </a:lnTo>
                  <a:lnTo>
                    <a:pt x="90424" y="282828"/>
                  </a:lnTo>
                  <a:close/>
                </a:path>
                <a:path w="507364" h="2058670">
                  <a:moveTo>
                    <a:pt x="102870" y="339470"/>
                  </a:moveTo>
                  <a:lnTo>
                    <a:pt x="74676" y="345693"/>
                  </a:lnTo>
                  <a:lnTo>
                    <a:pt x="80899" y="373888"/>
                  </a:lnTo>
                  <a:lnTo>
                    <a:pt x="109093" y="367664"/>
                  </a:lnTo>
                  <a:lnTo>
                    <a:pt x="102870" y="339470"/>
                  </a:lnTo>
                  <a:close/>
                </a:path>
                <a:path w="507364" h="2058670">
                  <a:moveTo>
                    <a:pt x="115316" y="395985"/>
                  </a:moveTo>
                  <a:lnTo>
                    <a:pt x="87122" y="402208"/>
                  </a:lnTo>
                  <a:lnTo>
                    <a:pt x="93345" y="430529"/>
                  </a:lnTo>
                  <a:lnTo>
                    <a:pt x="121539" y="424306"/>
                  </a:lnTo>
                  <a:lnTo>
                    <a:pt x="115316" y="395985"/>
                  </a:lnTo>
                  <a:close/>
                </a:path>
                <a:path w="507364" h="2058670">
                  <a:moveTo>
                    <a:pt x="127762" y="452500"/>
                  </a:moveTo>
                  <a:lnTo>
                    <a:pt x="99568" y="458723"/>
                  </a:lnTo>
                  <a:lnTo>
                    <a:pt x="105791" y="487044"/>
                  </a:lnTo>
                  <a:lnTo>
                    <a:pt x="133985" y="480821"/>
                  </a:lnTo>
                  <a:lnTo>
                    <a:pt x="127762" y="452500"/>
                  </a:lnTo>
                  <a:close/>
                </a:path>
                <a:path w="507364" h="2058670">
                  <a:moveTo>
                    <a:pt x="140208" y="509142"/>
                  </a:moveTo>
                  <a:lnTo>
                    <a:pt x="112014" y="515365"/>
                  </a:lnTo>
                  <a:lnTo>
                    <a:pt x="118237" y="543559"/>
                  </a:lnTo>
                  <a:lnTo>
                    <a:pt x="146431" y="537336"/>
                  </a:lnTo>
                  <a:lnTo>
                    <a:pt x="140208" y="509142"/>
                  </a:lnTo>
                  <a:close/>
                </a:path>
                <a:path w="507364" h="2058670">
                  <a:moveTo>
                    <a:pt x="152654" y="565657"/>
                  </a:moveTo>
                  <a:lnTo>
                    <a:pt x="124460" y="571880"/>
                  </a:lnTo>
                  <a:lnTo>
                    <a:pt x="130683" y="600201"/>
                  </a:lnTo>
                  <a:lnTo>
                    <a:pt x="158877" y="593978"/>
                  </a:lnTo>
                  <a:lnTo>
                    <a:pt x="152654" y="565657"/>
                  </a:lnTo>
                  <a:close/>
                </a:path>
                <a:path w="507364" h="2058670">
                  <a:moveTo>
                    <a:pt x="165100" y="622172"/>
                  </a:moveTo>
                  <a:lnTo>
                    <a:pt x="136906" y="628395"/>
                  </a:lnTo>
                  <a:lnTo>
                    <a:pt x="143129" y="656716"/>
                  </a:lnTo>
                  <a:lnTo>
                    <a:pt x="171323" y="650493"/>
                  </a:lnTo>
                  <a:lnTo>
                    <a:pt x="165100" y="622172"/>
                  </a:lnTo>
                  <a:close/>
                </a:path>
                <a:path w="507364" h="2058670">
                  <a:moveTo>
                    <a:pt x="177546" y="678814"/>
                  </a:moveTo>
                  <a:lnTo>
                    <a:pt x="149352" y="685038"/>
                  </a:lnTo>
                  <a:lnTo>
                    <a:pt x="155575" y="713231"/>
                  </a:lnTo>
                  <a:lnTo>
                    <a:pt x="183769" y="707008"/>
                  </a:lnTo>
                  <a:lnTo>
                    <a:pt x="177546" y="678814"/>
                  </a:lnTo>
                  <a:close/>
                </a:path>
                <a:path w="507364" h="2058670">
                  <a:moveTo>
                    <a:pt x="189992" y="735329"/>
                  </a:moveTo>
                  <a:lnTo>
                    <a:pt x="161798" y="741552"/>
                  </a:lnTo>
                  <a:lnTo>
                    <a:pt x="168021" y="769873"/>
                  </a:lnTo>
                  <a:lnTo>
                    <a:pt x="196215" y="763651"/>
                  </a:lnTo>
                  <a:lnTo>
                    <a:pt x="189992" y="735329"/>
                  </a:lnTo>
                  <a:close/>
                </a:path>
                <a:path w="507364" h="2058670">
                  <a:moveTo>
                    <a:pt x="202438" y="791844"/>
                  </a:moveTo>
                  <a:lnTo>
                    <a:pt x="174244" y="798067"/>
                  </a:lnTo>
                  <a:lnTo>
                    <a:pt x="180467" y="826388"/>
                  </a:lnTo>
                  <a:lnTo>
                    <a:pt x="208661" y="820165"/>
                  </a:lnTo>
                  <a:lnTo>
                    <a:pt x="202438" y="791844"/>
                  </a:lnTo>
                  <a:close/>
                </a:path>
                <a:path w="507364" h="2058670">
                  <a:moveTo>
                    <a:pt x="214884" y="848486"/>
                  </a:moveTo>
                  <a:lnTo>
                    <a:pt x="186690" y="854709"/>
                  </a:lnTo>
                  <a:lnTo>
                    <a:pt x="192913" y="882903"/>
                  </a:lnTo>
                  <a:lnTo>
                    <a:pt x="221107" y="876680"/>
                  </a:lnTo>
                  <a:lnTo>
                    <a:pt x="214884" y="848486"/>
                  </a:lnTo>
                  <a:close/>
                </a:path>
                <a:path w="507364" h="2058670">
                  <a:moveTo>
                    <a:pt x="227330" y="905001"/>
                  </a:moveTo>
                  <a:lnTo>
                    <a:pt x="199136" y="911225"/>
                  </a:lnTo>
                  <a:lnTo>
                    <a:pt x="205359" y="939545"/>
                  </a:lnTo>
                  <a:lnTo>
                    <a:pt x="233553" y="933322"/>
                  </a:lnTo>
                  <a:lnTo>
                    <a:pt x="227330" y="905001"/>
                  </a:lnTo>
                  <a:close/>
                </a:path>
                <a:path w="507364" h="2058670">
                  <a:moveTo>
                    <a:pt x="239776" y="961516"/>
                  </a:moveTo>
                  <a:lnTo>
                    <a:pt x="211582" y="967739"/>
                  </a:lnTo>
                  <a:lnTo>
                    <a:pt x="217805" y="996060"/>
                  </a:lnTo>
                  <a:lnTo>
                    <a:pt x="245999" y="989838"/>
                  </a:lnTo>
                  <a:lnTo>
                    <a:pt x="239776" y="961516"/>
                  </a:lnTo>
                  <a:close/>
                </a:path>
                <a:path w="507364" h="2058670">
                  <a:moveTo>
                    <a:pt x="252222" y="1018158"/>
                  </a:moveTo>
                  <a:lnTo>
                    <a:pt x="224028" y="1024381"/>
                  </a:lnTo>
                  <a:lnTo>
                    <a:pt x="230251" y="1052576"/>
                  </a:lnTo>
                  <a:lnTo>
                    <a:pt x="258445" y="1046352"/>
                  </a:lnTo>
                  <a:lnTo>
                    <a:pt x="252222" y="1018158"/>
                  </a:lnTo>
                  <a:close/>
                </a:path>
                <a:path w="507364" h="2058670">
                  <a:moveTo>
                    <a:pt x="264668" y="1074673"/>
                  </a:moveTo>
                  <a:lnTo>
                    <a:pt x="236474" y="1080896"/>
                  </a:lnTo>
                  <a:lnTo>
                    <a:pt x="242697" y="1109217"/>
                  </a:lnTo>
                  <a:lnTo>
                    <a:pt x="270891" y="1102994"/>
                  </a:lnTo>
                  <a:lnTo>
                    <a:pt x="264668" y="1074673"/>
                  </a:lnTo>
                  <a:close/>
                </a:path>
                <a:path w="507364" h="2058670">
                  <a:moveTo>
                    <a:pt x="277114" y="1131188"/>
                  </a:moveTo>
                  <a:lnTo>
                    <a:pt x="248920" y="1137411"/>
                  </a:lnTo>
                  <a:lnTo>
                    <a:pt x="255143" y="1165732"/>
                  </a:lnTo>
                  <a:lnTo>
                    <a:pt x="283337" y="1159509"/>
                  </a:lnTo>
                  <a:lnTo>
                    <a:pt x="277114" y="1131188"/>
                  </a:lnTo>
                  <a:close/>
                </a:path>
                <a:path w="507364" h="2058670">
                  <a:moveTo>
                    <a:pt x="289560" y="1187830"/>
                  </a:moveTo>
                  <a:lnTo>
                    <a:pt x="261366" y="1194053"/>
                  </a:lnTo>
                  <a:lnTo>
                    <a:pt x="267589" y="1222247"/>
                  </a:lnTo>
                  <a:lnTo>
                    <a:pt x="295783" y="1216024"/>
                  </a:lnTo>
                  <a:lnTo>
                    <a:pt x="289560" y="1187830"/>
                  </a:lnTo>
                  <a:close/>
                </a:path>
                <a:path w="507364" h="2058670">
                  <a:moveTo>
                    <a:pt x="302006" y="1244345"/>
                  </a:moveTo>
                  <a:lnTo>
                    <a:pt x="273812" y="1250568"/>
                  </a:lnTo>
                  <a:lnTo>
                    <a:pt x="280035" y="1278889"/>
                  </a:lnTo>
                  <a:lnTo>
                    <a:pt x="308229" y="1272666"/>
                  </a:lnTo>
                  <a:lnTo>
                    <a:pt x="302006" y="1244345"/>
                  </a:lnTo>
                  <a:close/>
                </a:path>
                <a:path w="507364" h="2058670">
                  <a:moveTo>
                    <a:pt x="314452" y="1300860"/>
                  </a:moveTo>
                  <a:lnTo>
                    <a:pt x="286258" y="1307083"/>
                  </a:lnTo>
                  <a:lnTo>
                    <a:pt x="292481" y="1335404"/>
                  </a:lnTo>
                  <a:lnTo>
                    <a:pt x="320675" y="1329181"/>
                  </a:lnTo>
                  <a:lnTo>
                    <a:pt x="314452" y="1300860"/>
                  </a:lnTo>
                  <a:close/>
                </a:path>
                <a:path w="507364" h="2058670">
                  <a:moveTo>
                    <a:pt x="326898" y="1357502"/>
                  </a:moveTo>
                  <a:lnTo>
                    <a:pt x="298704" y="1363725"/>
                  </a:lnTo>
                  <a:lnTo>
                    <a:pt x="304927" y="1391919"/>
                  </a:lnTo>
                  <a:lnTo>
                    <a:pt x="333121" y="1385696"/>
                  </a:lnTo>
                  <a:lnTo>
                    <a:pt x="326898" y="1357502"/>
                  </a:lnTo>
                  <a:close/>
                </a:path>
                <a:path w="507364" h="2058670">
                  <a:moveTo>
                    <a:pt x="339344" y="1414017"/>
                  </a:moveTo>
                  <a:lnTo>
                    <a:pt x="311150" y="1420240"/>
                  </a:lnTo>
                  <a:lnTo>
                    <a:pt x="317373" y="1448561"/>
                  </a:lnTo>
                  <a:lnTo>
                    <a:pt x="345567" y="1442338"/>
                  </a:lnTo>
                  <a:lnTo>
                    <a:pt x="339344" y="1414017"/>
                  </a:lnTo>
                  <a:close/>
                </a:path>
                <a:path w="507364" h="2058670">
                  <a:moveTo>
                    <a:pt x="351790" y="1470532"/>
                  </a:moveTo>
                  <a:lnTo>
                    <a:pt x="323596" y="1476755"/>
                  </a:lnTo>
                  <a:lnTo>
                    <a:pt x="329819" y="1505076"/>
                  </a:lnTo>
                  <a:lnTo>
                    <a:pt x="358013" y="1498853"/>
                  </a:lnTo>
                  <a:lnTo>
                    <a:pt x="351790" y="1470532"/>
                  </a:lnTo>
                  <a:close/>
                </a:path>
                <a:path w="507364" h="2058670">
                  <a:moveTo>
                    <a:pt x="364363" y="1527174"/>
                  </a:moveTo>
                  <a:lnTo>
                    <a:pt x="336042" y="1533397"/>
                  </a:lnTo>
                  <a:lnTo>
                    <a:pt x="342265" y="1561591"/>
                  </a:lnTo>
                  <a:lnTo>
                    <a:pt x="370586" y="1555368"/>
                  </a:lnTo>
                  <a:lnTo>
                    <a:pt x="364363" y="1527174"/>
                  </a:lnTo>
                  <a:close/>
                </a:path>
                <a:path w="507364" h="2058670">
                  <a:moveTo>
                    <a:pt x="376809" y="1583689"/>
                  </a:moveTo>
                  <a:lnTo>
                    <a:pt x="348488" y="1589912"/>
                  </a:lnTo>
                  <a:lnTo>
                    <a:pt x="354711" y="1618233"/>
                  </a:lnTo>
                  <a:lnTo>
                    <a:pt x="383032" y="1612010"/>
                  </a:lnTo>
                  <a:lnTo>
                    <a:pt x="376809" y="1583689"/>
                  </a:lnTo>
                  <a:close/>
                </a:path>
                <a:path w="507364" h="2058670">
                  <a:moveTo>
                    <a:pt x="389255" y="1640204"/>
                  </a:moveTo>
                  <a:lnTo>
                    <a:pt x="360934" y="1646427"/>
                  </a:lnTo>
                  <a:lnTo>
                    <a:pt x="367157" y="1674748"/>
                  </a:lnTo>
                  <a:lnTo>
                    <a:pt x="395478" y="1668525"/>
                  </a:lnTo>
                  <a:lnTo>
                    <a:pt x="389255" y="1640204"/>
                  </a:lnTo>
                  <a:close/>
                </a:path>
                <a:path w="507364" h="2058670">
                  <a:moveTo>
                    <a:pt x="401701" y="1696846"/>
                  </a:moveTo>
                  <a:lnTo>
                    <a:pt x="373380" y="1703069"/>
                  </a:lnTo>
                  <a:lnTo>
                    <a:pt x="379603" y="1731263"/>
                  </a:lnTo>
                  <a:lnTo>
                    <a:pt x="407924" y="1725040"/>
                  </a:lnTo>
                  <a:lnTo>
                    <a:pt x="401701" y="1696846"/>
                  </a:lnTo>
                  <a:close/>
                </a:path>
                <a:path w="507364" h="2058670">
                  <a:moveTo>
                    <a:pt x="414147" y="1753361"/>
                  </a:moveTo>
                  <a:lnTo>
                    <a:pt x="385826" y="1759584"/>
                  </a:lnTo>
                  <a:lnTo>
                    <a:pt x="392049" y="1787905"/>
                  </a:lnTo>
                  <a:lnTo>
                    <a:pt x="420370" y="1781682"/>
                  </a:lnTo>
                  <a:lnTo>
                    <a:pt x="414147" y="1753361"/>
                  </a:lnTo>
                  <a:close/>
                </a:path>
                <a:path w="507364" h="2058670">
                  <a:moveTo>
                    <a:pt x="426593" y="1809876"/>
                  </a:moveTo>
                  <a:lnTo>
                    <a:pt x="398272" y="1816099"/>
                  </a:lnTo>
                  <a:lnTo>
                    <a:pt x="404495" y="1844420"/>
                  </a:lnTo>
                  <a:lnTo>
                    <a:pt x="432816" y="1838197"/>
                  </a:lnTo>
                  <a:lnTo>
                    <a:pt x="426593" y="1809876"/>
                  </a:lnTo>
                  <a:close/>
                </a:path>
                <a:path w="507364" h="2058670">
                  <a:moveTo>
                    <a:pt x="439039" y="1866518"/>
                  </a:moveTo>
                  <a:lnTo>
                    <a:pt x="410718" y="1872741"/>
                  </a:lnTo>
                  <a:lnTo>
                    <a:pt x="416941" y="1900935"/>
                  </a:lnTo>
                  <a:lnTo>
                    <a:pt x="445262" y="1894712"/>
                  </a:lnTo>
                  <a:lnTo>
                    <a:pt x="439039" y="1866518"/>
                  </a:lnTo>
                  <a:close/>
                </a:path>
                <a:path w="507364" h="2058670">
                  <a:moveTo>
                    <a:pt x="388112" y="1940559"/>
                  </a:moveTo>
                  <a:lnTo>
                    <a:pt x="382270" y="1945893"/>
                  </a:lnTo>
                  <a:lnTo>
                    <a:pt x="376428" y="1951354"/>
                  </a:lnTo>
                  <a:lnTo>
                    <a:pt x="376047" y="1960498"/>
                  </a:lnTo>
                  <a:lnTo>
                    <a:pt x="381508" y="1966340"/>
                  </a:lnTo>
                  <a:lnTo>
                    <a:pt x="466471" y="2058542"/>
                  </a:lnTo>
                  <a:lnTo>
                    <a:pt x="476927" y="2026030"/>
                  </a:lnTo>
                  <a:lnTo>
                    <a:pt x="446532" y="2026030"/>
                  </a:lnTo>
                  <a:lnTo>
                    <a:pt x="450368" y="2014092"/>
                  </a:lnTo>
                  <a:lnTo>
                    <a:pt x="441833" y="2014092"/>
                  </a:lnTo>
                  <a:lnTo>
                    <a:pt x="435610" y="1985898"/>
                  </a:lnTo>
                  <a:lnTo>
                    <a:pt x="438269" y="1985314"/>
                  </a:lnTo>
                  <a:lnTo>
                    <a:pt x="402717" y="1946782"/>
                  </a:lnTo>
                  <a:lnTo>
                    <a:pt x="397383" y="1940940"/>
                  </a:lnTo>
                  <a:lnTo>
                    <a:pt x="388112" y="1940559"/>
                  </a:lnTo>
                  <a:close/>
                </a:path>
                <a:path w="507364" h="2058670">
                  <a:moveTo>
                    <a:pt x="460947" y="2009892"/>
                  </a:moveTo>
                  <a:lnTo>
                    <a:pt x="451017" y="2012074"/>
                  </a:lnTo>
                  <a:lnTo>
                    <a:pt x="446532" y="2026030"/>
                  </a:lnTo>
                  <a:lnTo>
                    <a:pt x="470916" y="2020696"/>
                  </a:lnTo>
                  <a:lnTo>
                    <a:pt x="460947" y="2009892"/>
                  </a:lnTo>
                  <a:close/>
                </a:path>
                <a:path w="507364" h="2058670">
                  <a:moveTo>
                    <a:pt x="491836" y="1979675"/>
                  </a:moveTo>
                  <a:lnTo>
                    <a:pt x="463931" y="1979675"/>
                  </a:lnTo>
                  <a:lnTo>
                    <a:pt x="470154" y="2007869"/>
                  </a:lnTo>
                  <a:lnTo>
                    <a:pt x="460947" y="2009892"/>
                  </a:lnTo>
                  <a:lnTo>
                    <a:pt x="470916" y="2020696"/>
                  </a:lnTo>
                  <a:lnTo>
                    <a:pt x="446532" y="2026030"/>
                  </a:lnTo>
                  <a:lnTo>
                    <a:pt x="476927" y="2026030"/>
                  </a:lnTo>
                  <a:lnTo>
                    <a:pt x="491836" y="1979675"/>
                  </a:lnTo>
                  <a:close/>
                </a:path>
                <a:path w="507364" h="2058670">
                  <a:moveTo>
                    <a:pt x="438269" y="1985314"/>
                  </a:moveTo>
                  <a:lnTo>
                    <a:pt x="435610" y="1985898"/>
                  </a:lnTo>
                  <a:lnTo>
                    <a:pt x="441833" y="2014092"/>
                  </a:lnTo>
                  <a:lnTo>
                    <a:pt x="451017" y="2012074"/>
                  </a:lnTo>
                  <a:lnTo>
                    <a:pt x="454102" y="2002474"/>
                  </a:lnTo>
                  <a:lnTo>
                    <a:pt x="438269" y="1985314"/>
                  </a:lnTo>
                  <a:close/>
                </a:path>
                <a:path w="507364" h="2058670">
                  <a:moveTo>
                    <a:pt x="451017" y="2012074"/>
                  </a:moveTo>
                  <a:lnTo>
                    <a:pt x="441833" y="2014092"/>
                  </a:lnTo>
                  <a:lnTo>
                    <a:pt x="450368" y="2014092"/>
                  </a:lnTo>
                  <a:lnTo>
                    <a:pt x="451017" y="2012074"/>
                  </a:lnTo>
                  <a:close/>
                </a:path>
                <a:path w="507364" h="2058670">
                  <a:moveTo>
                    <a:pt x="454102" y="2002474"/>
                  </a:moveTo>
                  <a:lnTo>
                    <a:pt x="451017" y="2012074"/>
                  </a:lnTo>
                  <a:lnTo>
                    <a:pt x="460947" y="2009892"/>
                  </a:lnTo>
                  <a:lnTo>
                    <a:pt x="454102" y="2002474"/>
                  </a:lnTo>
                  <a:close/>
                </a:path>
                <a:path w="507364" h="2058670">
                  <a:moveTo>
                    <a:pt x="463931" y="1979675"/>
                  </a:moveTo>
                  <a:lnTo>
                    <a:pt x="461239" y="1980267"/>
                  </a:lnTo>
                  <a:lnTo>
                    <a:pt x="454102" y="2002474"/>
                  </a:lnTo>
                  <a:lnTo>
                    <a:pt x="460947" y="2009892"/>
                  </a:lnTo>
                  <a:lnTo>
                    <a:pt x="470154" y="2007869"/>
                  </a:lnTo>
                  <a:lnTo>
                    <a:pt x="463931" y="1979675"/>
                  </a:lnTo>
                  <a:close/>
                </a:path>
                <a:path w="507364" h="2058670">
                  <a:moveTo>
                    <a:pt x="461239" y="1980267"/>
                  </a:moveTo>
                  <a:lnTo>
                    <a:pt x="438269" y="1985314"/>
                  </a:lnTo>
                  <a:lnTo>
                    <a:pt x="454102" y="2002474"/>
                  </a:lnTo>
                  <a:lnTo>
                    <a:pt x="461239" y="1980267"/>
                  </a:lnTo>
                  <a:close/>
                </a:path>
                <a:path w="507364" h="2058670">
                  <a:moveTo>
                    <a:pt x="487934" y="1918588"/>
                  </a:moveTo>
                  <a:lnTo>
                    <a:pt x="479679" y="1922779"/>
                  </a:lnTo>
                  <a:lnTo>
                    <a:pt x="477266" y="1930399"/>
                  </a:lnTo>
                  <a:lnTo>
                    <a:pt x="461239" y="1980267"/>
                  </a:lnTo>
                  <a:lnTo>
                    <a:pt x="463931" y="1979675"/>
                  </a:lnTo>
                  <a:lnTo>
                    <a:pt x="491836" y="1979675"/>
                  </a:lnTo>
                  <a:lnTo>
                    <a:pt x="504825" y="1939289"/>
                  </a:lnTo>
                  <a:lnTo>
                    <a:pt x="507365" y="1931669"/>
                  </a:lnTo>
                  <a:lnTo>
                    <a:pt x="503174" y="1923414"/>
                  </a:lnTo>
                  <a:lnTo>
                    <a:pt x="487934" y="1918588"/>
                  </a:lnTo>
                  <a:close/>
                </a:path>
                <a:path w="507364" h="2058670">
                  <a:moveTo>
                    <a:pt x="451485" y="1923033"/>
                  </a:moveTo>
                  <a:lnTo>
                    <a:pt x="423164" y="1929256"/>
                  </a:lnTo>
                  <a:lnTo>
                    <a:pt x="429387" y="1957577"/>
                  </a:lnTo>
                  <a:lnTo>
                    <a:pt x="457708" y="1951354"/>
                  </a:lnTo>
                  <a:lnTo>
                    <a:pt x="451485" y="1923033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020184" y="2536698"/>
              <a:ext cx="111760" cy="664210"/>
            </a:xfrm>
            <a:custGeom>
              <a:avLst/>
              <a:gdLst/>
              <a:ahLst/>
              <a:cxnLst/>
              <a:rect l="l" t="t" r="r" b="b"/>
              <a:pathLst>
                <a:path w="111760" h="664210">
                  <a:moveTo>
                    <a:pt x="55752" y="39224"/>
                  </a:moveTo>
                  <a:lnTo>
                    <a:pt x="45847" y="56206"/>
                  </a:lnTo>
                  <a:lnTo>
                    <a:pt x="45847" y="663828"/>
                  </a:lnTo>
                  <a:lnTo>
                    <a:pt x="65659" y="663828"/>
                  </a:lnTo>
                  <a:lnTo>
                    <a:pt x="65659" y="56206"/>
                  </a:lnTo>
                  <a:lnTo>
                    <a:pt x="55752" y="39224"/>
                  </a:lnTo>
                  <a:close/>
                </a:path>
                <a:path w="111760" h="664210">
                  <a:moveTo>
                    <a:pt x="55752" y="0"/>
                  </a:moveTo>
                  <a:lnTo>
                    <a:pt x="2793" y="90804"/>
                  </a:lnTo>
                  <a:lnTo>
                    <a:pt x="0" y="95503"/>
                  </a:lnTo>
                  <a:lnTo>
                    <a:pt x="1524" y="101600"/>
                  </a:lnTo>
                  <a:lnTo>
                    <a:pt x="6350" y="104393"/>
                  </a:lnTo>
                  <a:lnTo>
                    <a:pt x="11049" y="107187"/>
                  </a:lnTo>
                  <a:lnTo>
                    <a:pt x="17144" y="105537"/>
                  </a:lnTo>
                  <a:lnTo>
                    <a:pt x="19812" y="100837"/>
                  </a:lnTo>
                  <a:lnTo>
                    <a:pt x="45846" y="56206"/>
                  </a:lnTo>
                  <a:lnTo>
                    <a:pt x="45847" y="19557"/>
                  </a:lnTo>
                  <a:lnTo>
                    <a:pt x="67159" y="19557"/>
                  </a:lnTo>
                  <a:lnTo>
                    <a:pt x="55752" y="0"/>
                  </a:lnTo>
                  <a:close/>
                </a:path>
                <a:path w="111760" h="664210">
                  <a:moveTo>
                    <a:pt x="67159" y="19557"/>
                  </a:moveTo>
                  <a:lnTo>
                    <a:pt x="65659" y="19557"/>
                  </a:lnTo>
                  <a:lnTo>
                    <a:pt x="65659" y="56206"/>
                  </a:lnTo>
                  <a:lnTo>
                    <a:pt x="91693" y="100837"/>
                  </a:lnTo>
                  <a:lnTo>
                    <a:pt x="94361" y="105537"/>
                  </a:lnTo>
                  <a:lnTo>
                    <a:pt x="100456" y="107187"/>
                  </a:lnTo>
                  <a:lnTo>
                    <a:pt x="105155" y="104393"/>
                  </a:lnTo>
                  <a:lnTo>
                    <a:pt x="109981" y="101600"/>
                  </a:lnTo>
                  <a:lnTo>
                    <a:pt x="111505" y="95503"/>
                  </a:lnTo>
                  <a:lnTo>
                    <a:pt x="108712" y="90804"/>
                  </a:lnTo>
                  <a:lnTo>
                    <a:pt x="67159" y="19557"/>
                  </a:lnTo>
                  <a:close/>
                </a:path>
                <a:path w="111760" h="664210">
                  <a:moveTo>
                    <a:pt x="65659" y="19557"/>
                  </a:moveTo>
                  <a:lnTo>
                    <a:pt x="45847" y="19557"/>
                  </a:lnTo>
                  <a:lnTo>
                    <a:pt x="45847" y="56206"/>
                  </a:lnTo>
                  <a:lnTo>
                    <a:pt x="55752" y="39224"/>
                  </a:lnTo>
                  <a:lnTo>
                    <a:pt x="47243" y="24637"/>
                  </a:lnTo>
                  <a:lnTo>
                    <a:pt x="65659" y="24637"/>
                  </a:lnTo>
                  <a:lnTo>
                    <a:pt x="65659" y="19557"/>
                  </a:lnTo>
                  <a:close/>
                </a:path>
                <a:path w="111760" h="664210">
                  <a:moveTo>
                    <a:pt x="65659" y="24637"/>
                  </a:moveTo>
                  <a:lnTo>
                    <a:pt x="64262" y="24637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9" y="24637"/>
                  </a:lnTo>
                  <a:close/>
                </a:path>
                <a:path w="111760" h="664210">
                  <a:moveTo>
                    <a:pt x="64262" y="24637"/>
                  </a:moveTo>
                  <a:lnTo>
                    <a:pt x="47243" y="24637"/>
                  </a:lnTo>
                  <a:lnTo>
                    <a:pt x="55752" y="39224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44671" y="2620426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73092" y="2504567"/>
            <a:ext cx="2464435" cy="2091055"/>
            <a:chOff x="4173092" y="2504567"/>
            <a:chExt cx="2464435" cy="2091055"/>
          </a:xfrm>
        </p:grpSpPr>
        <p:sp>
          <p:nvSpPr>
            <p:cNvPr id="34" name="object 34"/>
            <p:cNvSpPr/>
            <p:nvPr/>
          </p:nvSpPr>
          <p:spPr>
            <a:xfrm>
              <a:off x="4202429" y="2533650"/>
              <a:ext cx="2434590" cy="2061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173093" y="2504566"/>
              <a:ext cx="2307590" cy="2083435"/>
            </a:xfrm>
            <a:custGeom>
              <a:avLst/>
              <a:gdLst/>
              <a:ahLst/>
              <a:cxnLst/>
              <a:rect l="l" t="t" r="r" b="b"/>
              <a:pathLst>
                <a:path w="2307590" h="2083435">
                  <a:moveTo>
                    <a:pt x="34417" y="52705"/>
                  </a:moveTo>
                  <a:lnTo>
                    <a:pt x="28194" y="24384"/>
                  </a:lnTo>
                  <a:lnTo>
                    <a:pt x="0" y="30607"/>
                  </a:lnTo>
                  <a:lnTo>
                    <a:pt x="6223" y="58928"/>
                  </a:lnTo>
                  <a:lnTo>
                    <a:pt x="34417" y="52705"/>
                  </a:lnTo>
                  <a:close/>
                </a:path>
                <a:path w="2307590" h="2083435">
                  <a:moveTo>
                    <a:pt x="46863" y="109347"/>
                  </a:moveTo>
                  <a:lnTo>
                    <a:pt x="40640" y="81026"/>
                  </a:lnTo>
                  <a:lnTo>
                    <a:pt x="12446" y="87249"/>
                  </a:lnTo>
                  <a:lnTo>
                    <a:pt x="18669" y="115570"/>
                  </a:lnTo>
                  <a:lnTo>
                    <a:pt x="46863" y="109347"/>
                  </a:lnTo>
                  <a:close/>
                </a:path>
                <a:path w="2307590" h="2083435">
                  <a:moveTo>
                    <a:pt x="59309" y="165862"/>
                  </a:moveTo>
                  <a:lnTo>
                    <a:pt x="53086" y="137541"/>
                  </a:lnTo>
                  <a:lnTo>
                    <a:pt x="24892" y="143764"/>
                  </a:lnTo>
                  <a:lnTo>
                    <a:pt x="31115" y="172085"/>
                  </a:lnTo>
                  <a:lnTo>
                    <a:pt x="59309" y="165862"/>
                  </a:lnTo>
                  <a:close/>
                </a:path>
                <a:path w="2307590" h="2083435">
                  <a:moveTo>
                    <a:pt x="71755" y="222377"/>
                  </a:moveTo>
                  <a:lnTo>
                    <a:pt x="65532" y="194183"/>
                  </a:lnTo>
                  <a:lnTo>
                    <a:pt x="37338" y="200406"/>
                  </a:lnTo>
                  <a:lnTo>
                    <a:pt x="43561" y="228600"/>
                  </a:lnTo>
                  <a:lnTo>
                    <a:pt x="71755" y="222377"/>
                  </a:lnTo>
                  <a:close/>
                </a:path>
                <a:path w="2307590" h="2083435">
                  <a:moveTo>
                    <a:pt x="84201" y="279019"/>
                  </a:moveTo>
                  <a:lnTo>
                    <a:pt x="77978" y="250698"/>
                  </a:lnTo>
                  <a:lnTo>
                    <a:pt x="49784" y="256921"/>
                  </a:lnTo>
                  <a:lnTo>
                    <a:pt x="56007" y="285242"/>
                  </a:lnTo>
                  <a:lnTo>
                    <a:pt x="84201" y="279019"/>
                  </a:lnTo>
                  <a:close/>
                </a:path>
                <a:path w="2307590" h="2083435">
                  <a:moveTo>
                    <a:pt x="96647" y="335534"/>
                  </a:moveTo>
                  <a:lnTo>
                    <a:pt x="90424" y="307213"/>
                  </a:lnTo>
                  <a:lnTo>
                    <a:pt x="62230" y="313436"/>
                  </a:lnTo>
                  <a:lnTo>
                    <a:pt x="68453" y="341757"/>
                  </a:lnTo>
                  <a:lnTo>
                    <a:pt x="96647" y="335534"/>
                  </a:lnTo>
                  <a:close/>
                </a:path>
                <a:path w="2307590" h="2083435">
                  <a:moveTo>
                    <a:pt x="109093" y="392049"/>
                  </a:moveTo>
                  <a:lnTo>
                    <a:pt x="102870" y="363855"/>
                  </a:lnTo>
                  <a:lnTo>
                    <a:pt x="74676" y="370078"/>
                  </a:lnTo>
                  <a:lnTo>
                    <a:pt x="80899" y="398272"/>
                  </a:lnTo>
                  <a:lnTo>
                    <a:pt x="109093" y="392049"/>
                  </a:lnTo>
                  <a:close/>
                </a:path>
                <a:path w="2307590" h="2083435">
                  <a:moveTo>
                    <a:pt x="121539" y="448691"/>
                  </a:moveTo>
                  <a:lnTo>
                    <a:pt x="115316" y="420370"/>
                  </a:lnTo>
                  <a:lnTo>
                    <a:pt x="87122" y="426593"/>
                  </a:lnTo>
                  <a:lnTo>
                    <a:pt x="93345" y="454914"/>
                  </a:lnTo>
                  <a:lnTo>
                    <a:pt x="121539" y="448691"/>
                  </a:lnTo>
                  <a:close/>
                </a:path>
                <a:path w="2307590" h="2083435">
                  <a:moveTo>
                    <a:pt x="133985" y="505206"/>
                  </a:moveTo>
                  <a:lnTo>
                    <a:pt x="127762" y="476885"/>
                  </a:lnTo>
                  <a:lnTo>
                    <a:pt x="99568" y="483108"/>
                  </a:lnTo>
                  <a:lnTo>
                    <a:pt x="105791" y="511429"/>
                  </a:lnTo>
                  <a:lnTo>
                    <a:pt x="133985" y="505206"/>
                  </a:lnTo>
                  <a:close/>
                </a:path>
                <a:path w="2307590" h="2083435">
                  <a:moveTo>
                    <a:pt x="146431" y="561721"/>
                  </a:moveTo>
                  <a:lnTo>
                    <a:pt x="140208" y="533527"/>
                  </a:lnTo>
                  <a:lnTo>
                    <a:pt x="112014" y="539750"/>
                  </a:lnTo>
                  <a:lnTo>
                    <a:pt x="118237" y="567944"/>
                  </a:lnTo>
                  <a:lnTo>
                    <a:pt x="146431" y="561721"/>
                  </a:lnTo>
                  <a:close/>
                </a:path>
                <a:path w="2307590" h="2083435">
                  <a:moveTo>
                    <a:pt x="158877" y="618363"/>
                  </a:moveTo>
                  <a:lnTo>
                    <a:pt x="152654" y="590042"/>
                  </a:lnTo>
                  <a:lnTo>
                    <a:pt x="124460" y="596265"/>
                  </a:lnTo>
                  <a:lnTo>
                    <a:pt x="130683" y="624586"/>
                  </a:lnTo>
                  <a:lnTo>
                    <a:pt x="158877" y="618363"/>
                  </a:lnTo>
                  <a:close/>
                </a:path>
                <a:path w="2307590" h="2083435">
                  <a:moveTo>
                    <a:pt x="171323" y="674878"/>
                  </a:moveTo>
                  <a:lnTo>
                    <a:pt x="165100" y="646557"/>
                  </a:lnTo>
                  <a:lnTo>
                    <a:pt x="136906" y="652780"/>
                  </a:lnTo>
                  <a:lnTo>
                    <a:pt x="143129" y="681101"/>
                  </a:lnTo>
                  <a:lnTo>
                    <a:pt x="171323" y="674878"/>
                  </a:lnTo>
                  <a:close/>
                </a:path>
                <a:path w="2307590" h="2083435">
                  <a:moveTo>
                    <a:pt x="183769" y="731393"/>
                  </a:moveTo>
                  <a:lnTo>
                    <a:pt x="177546" y="703199"/>
                  </a:lnTo>
                  <a:lnTo>
                    <a:pt x="149352" y="709422"/>
                  </a:lnTo>
                  <a:lnTo>
                    <a:pt x="155575" y="737616"/>
                  </a:lnTo>
                  <a:lnTo>
                    <a:pt x="183769" y="731393"/>
                  </a:lnTo>
                  <a:close/>
                </a:path>
                <a:path w="2307590" h="2083435">
                  <a:moveTo>
                    <a:pt x="196215" y="788035"/>
                  </a:moveTo>
                  <a:lnTo>
                    <a:pt x="189992" y="759714"/>
                  </a:lnTo>
                  <a:lnTo>
                    <a:pt x="161798" y="765937"/>
                  </a:lnTo>
                  <a:lnTo>
                    <a:pt x="168021" y="794258"/>
                  </a:lnTo>
                  <a:lnTo>
                    <a:pt x="196215" y="788035"/>
                  </a:lnTo>
                  <a:close/>
                </a:path>
                <a:path w="2307590" h="2083435">
                  <a:moveTo>
                    <a:pt x="208661" y="844550"/>
                  </a:moveTo>
                  <a:lnTo>
                    <a:pt x="202438" y="816229"/>
                  </a:lnTo>
                  <a:lnTo>
                    <a:pt x="174244" y="822452"/>
                  </a:lnTo>
                  <a:lnTo>
                    <a:pt x="180467" y="850773"/>
                  </a:lnTo>
                  <a:lnTo>
                    <a:pt x="208661" y="844550"/>
                  </a:lnTo>
                  <a:close/>
                </a:path>
                <a:path w="2307590" h="2083435">
                  <a:moveTo>
                    <a:pt x="221107" y="901065"/>
                  </a:moveTo>
                  <a:lnTo>
                    <a:pt x="214884" y="872871"/>
                  </a:lnTo>
                  <a:lnTo>
                    <a:pt x="186690" y="879094"/>
                  </a:lnTo>
                  <a:lnTo>
                    <a:pt x="192913" y="907288"/>
                  </a:lnTo>
                  <a:lnTo>
                    <a:pt x="221107" y="901065"/>
                  </a:lnTo>
                  <a:close/>
                </a:path>
                <a:path w="2307590" h="2083435">
                  <a:moveTo>
                    <a:pt x="233553" y="957707"/>
                  </a:moveTo>
                  <a:lnTo>
                    <a:pt x="227330" y="929386"/>
                  </a:lnTo>
                  <a:lnTo>
                    <a:pt x="199136" y="935609"/>
                  </a:lnTo>
                  <a:lnTo>
                    <a:pt x="205359" y="963930"/>
                  </a:lnTo>
                  <a:lnTo>
                    <a:pt x="233553" y="957707"/>
                  </a:lnTo>
                  <a:close/>
                </a:path>
                <a:path w="2307590" h="2083435">
                  <a:moveTo>
                    <a:pt x="245999" y="1014222"/>
                  </a:moveTo>
                  <a:lnTo>
                    <a:pt x="239776" y="985901"/>
                  </a:lnTo>
                  <a:lnTo>
                    <a:pt x="211582" y="992124"/>
                  </a:lnTo>
                  <a:lnTo>
                    <a:pt x="217805" y="1020445"/>
                  </a:lnTo>
                  <a:lnTo>
                    <a:pt x="245999" y="1014222"/>
                  </a:lnTo>
                  <a:close/>
                </a:path>
                <a:path w="2307590" h="2083435">
                  <a:moveTo>
                    <a:pt x="258445" y="1070737"/>
                  </a:moveTo>
                  <a:lnTo>
                    <a:pt x="252222" y="1042543"/>
                  </a:lnTo>
                  <a:lnTo>
                    <a:pt x="224028" y="1048778"/>
                  </a:lnTo>
                  <a:lnTo>
                    <a:pt x="230251" y="1076960"/>
                  </a:lnTo>
                  <a:lnTo>
                    <a:pt x="258445" y="1070737"/>
                  </a:lnTo>
                  <a:close/>
                </a:path>
                <a:path w="2307590" h="2083435">
                  <a:moveTo>
                    <a:pt x="270891" y="1127379"/>
                  </a:moveTo>
                  <a:lnTo>
                    <a:pt x="264668" y="1099058"/>
                  </a:lnTo>
                  <a:lnTo>
                    <a:pt x="236474" y="1105281"/>
                  </a:lnTo>
                  <a:lnTo>
                    <a:pt x="242697" y="1133602"/>
                  </a:lnTo>
                  <a:lnTo>
                    <a:pt x="270891" y="1127379"/>
                  </a:lnTo>
                  <a:close/>
                </a:path>
                <a:path w="2307590" h="2083435">
                  <a:moveTo>
                    <a:pt x="283337" y="1183894"/>
                  </a:moveTo>
                  <a:lnTo>
                    <a:pt x="277114" y="1155573"/>
                  </a:lnTo>
                  <a:lnTo>
                    <a:pt x="248920" y="1161796"/>
                  </a:lnTo>
                  <a:lnTo>
                    <a:pt x="255143" y="1190117"/>
                  </a:lnTo>
                  <a:lnTo>
                    <a:pt x="283337" y="1183894"/>
                  </a:lnTo>
                  <a:close/>
                </a:path>
                <a:path w="2307590" h="2083435">
                  <a:moveTo>
                    <a:pt x="295783" y="1240409"/>
                  </a:moveTo>
                  <a:lnTo>
                    <a:pt x="289560" y="1212215"/>
                  </a:lnTo>
                  <a:lnTo>
                    <a:pt x="261366" y="1218438"/>
                  </a:lnTo>
                  <a:lnTo>
                    <a:pt x="267589" y="1246632"/>
                  </a:lnTo>
                  <a:lnTo>
                    <a:pt x="295783" y="1240409"/>
                  </a:lnTo>
                  <a:close/>
                </a:path>
                <a:path w="2307590" h="2083435">
                  <a:moveTo>
                    <a:pt x="308229" y="1297051"/>
                  </a:moveTo>
                  <a:lnTo>
                    <a:pt x="302006" y="1268730"/>
                  </a:lnTo>
                  <a:lnTo>
                    <a:pt x="273812" y="1274953"/>
                  </a:lnTo>
                  <a:lnTo>
                    <a:pt x="280035" y="1303274"/>
                  </a:lnTo>
                  <a:lnTo>
                    <a:pt x="308229" y="1297051"/>
                  </a:lnTo>
                  <a:close/>
                </a:path>
                <a:path w="2307590" h="2083435">
                  <a:moveTo>
                    <a:pt x="320675" y="1353566"/>
                  </a:moveTo>
                  <a:lnTo>
                    <a:pt x="314452" y="1325245"/>
                  </a:lnTo>
                  <a:lnTo>
                    <a:pt x="286258" y="1331468"/>
                  </a:lnTo>
                  <a:lnTo>
                    <a:pt x="292481" y="1359789"/>
                  </a:lnTo>
                  <a:lnTo>
                    <a:pt x="320675" y="1353566"/>
                  </a:lnTo>
                  <a:close/>
                </a:path>
                <a:path w="2307590" h="2083435">
                  <a:moveTo>
                    <a:pt x="333121" y="1410081"/>
                  </a:moveTo>
                  <a:lnTo>
                    <a:pt x="326898" y="1381887"/>
                  </a:lnTo>
                  <a:lnTo>
                    <a:pt x="298704" y="1388110"/>
                  </a:lnTo>
                  <a:lnTo>
                    <a:pt x="304927" y="1416304"/>
                  </a:lnTo>
                  <a:lnTo>
                    <a:pt x="333121" y="1410081"/>
                  </a:lnTo>
                  <a:close/>
                </a:path>
                <a:path w="2307590" h="2083435">
                  <a:moveTo>
                    <a:pt x="345567" y="1466723"/>
                  </a:moveTo>
                  <a:lnTo>
                    <a:pt x="339344" y="1438402"/>
                  </a:lnTo>
                  <a:lnTo>
                    <a:pt x="311150" y="1444625"/>
                  </a:lnTo>
                  <a:lnTo>
                    <a:pt x="317373" y="1472946"/>
                  </a:lnTo>
                  <a:lnTo>
                    <a:pt x="345567" y="1466723"/>
                  </a:lnTo>
                  <a:close/>
                </a:path>
                <a:path w="2307590" h="2083435">
                  <a:moveTo>
                    <a:pt x="358013" y="1523238"/>
                  </a:moveTo>
                  <a:lnTo>
                    <a:pt x="351790" y="1494917"/>
                  </a:lnTo>
                  <a:lnTo>
                    <a:pt x="323596" y="1501140"/>
                  </a:lnTo>
                  <a:lnTo>
                    <a:pt x="329819" y="1529461"/>
                  </a:lnTo>
                  <a:lnTo>
                    <a:pt x="358013" y="1523238"/>
                  </a:lnTo>
                  <a:close/>
                </a:path>
                <a:path w="2307590" h="2083435">
                  <a:moveTo>
                    <a:pt x="370459" y="1579753"/>
                  </a:moveTo>
                  <a:lnTo>
                    <a:pt x="364236" y="1551559"/>
                  </a:lnTo>
                  <a:lnTo>
                    <a:pt x="336042" y="1557782"/>
                  </a:lnTo>
                  <a:lnTo>
                    <a:pt x="342265" y="1585976"/>
                  </a:lnTo>
                  <a:lnTo>
                    <a:pt x="370459" y="1579753"/>
                  </a:lnTo>
                  <a:close/>
                </a:path>
                <a:path w="2307590" h="2083435">
                  <a:moveTo>
                    <a:pt x="383032" y="1636395"/>
                  </a:moveTo>
                  <a:lnTo>
                    <a:pt x="376682" y="1608074"/>
                  </a:lnTo>
                  <a:lnTo>
                    <a:pt x="348488" y="1614297"/>
                  </a:lnTo>
                  <a:lnTo>
                    <a:pt x="354711" y="1642618"/>
                  </a:lnTo>
                  <a:lnTo>
                    <a:pt x="383032" y="1636395"/>
                  </a:lnTo>
                  <a:close/>
                </a:path>
                <a:path w="2307590" h="2083435">
                  <a:moveTo>
                    <a:pt x="395478" y="1692910"/>
                  </a:moveTo>
                  <a:lnTo>
                    <a:pt x="389255" y="1664589"/>
                  </a:lnTo>
                  <a:lnTo>
                    <a:pt x="360934" y="1670812"/>
                  </a:lnTo>
                  <a:lnTo>
                    <a:pt x="367157" y="1699133"/>
                  </a:lnTo>
                  <a:lnTo>
                    <a:pt x="395478" y="1692910"/>
                  </a:lnTo>
                  <a:close/>
                </a:path>
                <a:path w="2307590" h="2083435">
                  <a:moveTo>
                    <a:pt x="407924" y="1749425"/>
                  </a:moveTo>
                  <a:lnTo>
                    <a:pt x="401701" y="1721231"/>
                  </a:lnTo>
                  <a:lnTo>
                    <a:pt x="373380" y="1727454"/>
                  </a:lnTo>
                  <a:lnTo>
                    <a:pt x="379603" y="1755648"/>
                  </a:lnTo>
                  <a:lnTo>
                    <a:pt x="407924" y="1749425"/>
                  </a:lnTo>
                  <a:close/>
                </a:path>
                <a:path w="2307590" h="2083435">
                  <a:moveTo>
                    <a:pt x="420370" y="1806067"/>
                  </a:moveTo>
                  <a:lnTo>
                    <a:pt x="414147" y="1777746"/>
                  </a:lnTo>
                  <a:lnTo>
                    <a:pt x="385826" y="1783969"/>
                  </a:lnTo>
                  <a:lnTo>
                    <a:pt x="392049" y="1812290"/>
                  </a:lnTo>
                  <a:lnTo>
                    <a:pt x="420370" y="1806067"/>
                  </a:lnTo>
                  <a:close/>
                </a:path>
                <a:path w="2307590" h="2083435">
                  <a:moveTo>
                    <a:pt x="432816" y="1862582"/>
                  </a:moveTo>
                  <a:lnTo>
                    <a:pt x="426593" y="1834261"/>
                  </a:lnTo>
                  <a:lnTo>
                    <a:pt x="398272" y="1840484"/>
                  </a:lnTo>
                  <a:lnTo>
                    <a:pt x="404495" y="1868805"/>
                  </a:lnTo>
                  <a:lnTo>
                    <a:pt x="432816" y="1862582"/>
                  </a:lnTo>
                  <a:close/>
                </a:path>
                <a:path w="2307590" h="2083435">
                  <a:moveTo>
                    <a:pt x="445262" y="1919097"/>
                  </a:moveTo>
                  <a:lnTo>
                    <a:pt x="439039" y="1890903"/>
                  </a:lnTo>
                  <a:lnTo>
                    <a:pt x="410718" y="1897126"/>
                  </a:lnTo>
                  <a:lnTo>
                    <a:pt x="416941" y="1925320"/>
                  </a:lnTo>
                  <a:lnTo>
                    <a:pt x="445262" y="1919097"/>
                  </a:lnTo>
                  <a:close/>
                </a:path>
                <a:path w="2307590" h="2083435">
                  <a:moveTo>
                    <a:pt x="457708" y="1975739"/>
                  </a:moveTo>
                  <a:lnTo>
                    <a:pt x="451485" y="1947418"/>
                  </a:lnTo>
                  <a:lnTo>
                    <a:pt x="423164" y="1953641"/>
                  </a:lnTo>
                  <a:lnTo>
                    <a:pt x="429387" y="1981962"/>
                  </a:lnTo>
                  <a:lnTo>
                    <a:pt x="457708" y="1975739"/>
                  </a:lnTo>
                  <a:close/>
                </a:path>
                <a:path w="2307590" h="2083435">
                  <a:moveTo>
                    <a:pt x="507365" y="1956054"/>
                  </a:moveTo>
                  <a:lnTo>
                    <a:pt x="503174" y="1947799"/>
                  </a:lnTo>
                  <a:lnTo>
                    <a:pt x="487934" y="1942973"/>
                  </a:lnTo>
                  <a:lnTo>
                    <a:pt x="479679" y="1947164"/>
                  </a:lnTo>
                  <a:lnTo>
                    <a:pt x="477266" y="1954784"/>
                  </a:lnTo>
                  <a:lnTo>
                    <a:pt x="461238" y="2004656"/>
                  </a:lnTo>
                  <a:lnTo>
                    <a:pt x="438264" y="2009698"/>
                  </a:lnTo>
                  <a:lnTo>
                    <a:pt x="402717" y="1971167"/>
                  </a:lnTo>
                  <a:lnTo>
                    <a:pt x="397383" y="1965325"/>
                  </a:lnTo>
                  <a:lnTo>
                    <a:pt x="388112" y="1964944"/>
                  </a:lnTo>
                  <a:lnTo>
                    <a:pt x="382270" y="1970278"/>
                  </a:lnTo>
                  <a:lnTo>
                    <a:pt x="376428" y="1975739"/>
                  </a:lnTo>
                  <a:lnTo>
                    <a:pt x="376047" y="1984883"/>
                  </a:lnTo>
                  <a:lnTo>
                    <a:pt x="381508" y="1990725"/>
                  </a:lnTo>
                  <a:lnTo>
                    <a:pt x="466471" y="2082927"/>
                  </a:lnTo>
                  <a:lnTo>
                    <a:pt x="476923" y="2050415"/>
                  </a:lnTo>
                  <a:lnTo>
                    <a:pt x="491832" y="2004060"/>
                  </a:lnTo>
                  <a:lnTo>
                    <a:pt x="504825" y="1963674"/>
                  </a:lnTo>
                  <a:lnTo>
                    <a:pt x="507365" y="1956054"/>
                  </a:lnTo>
                  <a:close/>
                </a:path>
                <a:path w="2307590" h="2083435">
                  <a:moveTo>
                    <a:pt x="630301" y="52705"/>
                  </a:moveTo>
                  <a:lnTo>
                    <a:pt x="624078" y="24384"/>
                  </a:lnTo>
                  <a:lnTo>
                    <a:pt x="595884" y="30607"/>
                  </a:lnTo>
                  <a:lnTo>
                    <a:pt x="602107" y="58928"/>
                  </a:lnTo>
                  <a:lnTo>
                    <a:pt x="630301" y="52705"/>
                  </a:lnTo>
                  <a:close/>
                </a:path>
                <a:path w="2307590" h="2083435">
                  <a:moveTo>
                    <a:pt x="642747" y="109347"/>
                  </a:moveTo>
                  <a:lnTo>
                    <a:pt x="636524" y="81026"/>
                  </a:lnTo>
                  <a:lnTo>
                    <a:pt x="608330" y="87249"/>
                  </a:lnTo>
                  <a:lnTo>
                    <a:pt x="614553" y="115570"/>
                  </a:lnTo>
                  <a:lnTo>
                    <a:pt x="642747" y="109347"/>
                  </a:lnTo>
                  <a:close/>
                </a:path>
                <a:path w="2307590" h="2083435">
                  <a:moveTo>
                    <a:pt x="655193" y="165862"/>
                  </a:moveTo>
                  <a:lnTo>
                    <a:pt x="648970" y="137541"/>
                  </a:lnTo>
                  <a:lnTo>
                    <a:pt x="620776" y="143764"/>
                  </a:lnTo>
                  <a:lnTo>
                    <a:pt x="626999" y="172085"/>
                  </a:lnTo>
                  <a:lnTo>
                    <a:pt x="655193" y="165862"/>
                  </a:lnTo>
                  <a:close/>
                </a:path>
                <a:path w="2307590" h="2083435">
                  <a:moveTo>
                    <a:pt x="667639" y="222377"/>
                  </a:moveTo>
                  <a:lnTo>
                    <a:pt x="661416" y="194183"/>
                  </a:lnTo>
                  <a:lnTo>
                    <a:pt x="633222" y="200406"/>
                  </a:lnTo>
                  <a:lnTo>
                    <a:pt x="639445" y="228600"/>
                  </a:lnTo>
                  <a:lnTo>
                    <a:pt x="667639" y="222377"/>
                  </a:lnTo>
                  <a:close/>
                </a:path>
                <a:path w="2307590" h="2083435">
                  <a:moveTo>
                    <a:pt x="680085" y="279019"/>
                  </a:moveTo>
                  <a:lnTo>
                    <a:pt x="673862" y="250698"/>
                  </a:lnTo>
                  <a:lnTo>
                    <a:pt x="645668" y="256921"/>
                  </a:lnTo>
                  <a:lnTo>
                    <a:pt x="651891" y="285242"/>
                  </a:lnTo>
                  <a:lnTo>
                    <a:pt x="680085" y="279019"/>
                  </a:lnTo>
                  <a:close/>
                </a:path>
                <a:path w="2307590" h="2083435">
                  <a:moveTo>
                    <a:pt x="692531" y="335534"/>
                  </a:moveTo>
                  <a:lnTo>
                    <a:pt x="686308" y="307213"/>
                  </a:lnTo>
                  <a:lnTo>
                    <a:pt x="658114" y="313436"/>
                  </a:lnTo>
                  <a:lnTo>
                    <a:pt x="664337" y="341757"/>
                  </a:lnTo>
                  <a:lnTo>
                    <a:pt x="692531" y="335534"/>
                  </a:lnTo>
                  <a:close/>
                </a:path>
                <a:path w="2307590" h="2083435">
                  <a:moveTo>
                    <a:pt x="704977" y="392049"/>
                  </a:moveTo>
                  <a:lnTo>
                    <a:pt x="698754" y="363855"/>
                  </a:lnTo>
                  <a:lnTo>
                    <a:pt x="670560" y="370078"/>
                  </a:lnTo>
                  <a:lnTo>
                    <a:pt x="676783" y="398272"/>
                  </a:lnTo>
                  <a:lnTo>
                    <a:pt x="704977" y="392049"/>
                  </a:lnTo>
                  <a:close/>
                </a:path>
                <a:path w="2307590" h="2083435">
                  <a:moveTo>
                    <a:pt x="717423" y="448691"/>
                  </a:moveTo>
                  <a:lnTo>
                    <a:pt x="711200" y="420370"/>
                  </a:lnTo>
                  <a:lnTo>
                    <a:pt x="683006" y="426593"/>
                  </a:lnTo>
                  <a:lnTo>
                    <a:pt x="689229" y="454914"/>
                  </a:lnTo>
                  <a:lnTo>
                    <a:pt x="717423" y="448691"/>
                  </a:lnTo>
                  <a:close/>
                </a:path>
                <a:path w="2307590" h="2083435">
                  <a:moveTo>
                    <a:pt x="729869" y="505206"/>
                  </a:moveTo>
                  <a:lnTo>
                    <a:pt x="723646" y="476885"/>
                  </a:lnTo>
                  <a:lnTo>
                    <a:pt x="695452" y="483108"/>
                  </a:lnTo>
                  <a:lnTo>
                    <a:pt x="701675" y="511429"/>
                  </a:lnTo>
                  <a:lnTo>
                    <a:pt x="729869" y="505206"/>
                  </a:lnTo>
                  <a:close/>
                </a:path>
                <a:path w="2307590" h="2083435">
                  <a:moveTo>
                    <a:pt x="742315" y="561721"/>
                  </a:moveTo>
                  <a:lnTo>
                    <a:pt x="736092" y="533527"/>
                  </a:lnTo>
                  <a:lnTo>
                    <a:pt x="707898" y="539750"/>
                  </a:lnTo>
                  <a:lnTo>
                    <a:pt x="714121" y="567944"/>
                  </a:lnTo>
                  <a:lnTo>
                    <a:pt x="742315" y="561721"/>
                  </a:lnTo>
                  <a:close/>
                </a:path>
                <a:path w="2307590" h="2083435">
                  <a:moveTo>
                    <a:pt x="754761" y="618363"/>
                  </a:moveTo>
                  <a:lnTo>
                    <a:pt x="748538" y="590042"/>
                  </a:lnTo>
                  <a:lnTo>
                    <a:pt x="720344" y="596265"/>
                  </a:lnTo>
                  <a:lnTo>
                    <a:pt x="726567" y="624586"/>
                  </a:lnTo>
                  <a:lnTo>
                    <a:pt x="754761" y="618363"/>
                  </a:lnTo>
                  <a:close/>
                </a:path>
                <a:path w="2307590" h="2083435">
                  <a:moveTo>
                    <a:pt x="767207" y="674878"/>
                  </a:moveTo>
                  <a:lnTo>
                    <a:pt x="760984" y="646557"/>
                  </a:lnTo>
                  <a:lnTo>
                    <a:pt x="732790" y="652780"/>
                  </a:lnTo>
                  <a:lnTo>
                    <a:pt x="739013" y="681101"/>
                  </a:lnTo>
                  <a:lnTo>
                    <a:pt x="767207" y="674878"/>
                  </a:lnTo>
                  <a:close/>
                </a:path>
                <a:path w="2307590" h="2083435">
                  <a:moveTo>
                    <a:pt x="779653" y="731393"/>
                  </a:moveTo>
                  <a:lnTo>
                    <a:pt x="773430" y="703199"/>
                  </a:lnTo>
                  <a:lnTo>
                    <a:pt x="745236" y="709422"/>
                  </a:lnTo>
                  <a:lnTo>
                    <a:pt x="751459" y="737616"/>
                  </a:lnTo>
                  <a:lnTo>
                    <a:pt x="779653" y="731393"/>
                  </a:lnTo>
                  <a:close/>
                </a:path>
                <a:path w="2307590" h="2083435">
                  <a:moveTo>
                    <a:pt x="792099" y="788035"/>
                  </a:moveTo>
                  <a:lnTo>
                    <a:pt x="785876" y="759714"/>
                  </a:lnTo>
                  <a:lnTo>
                    <a:pt x="757682" y="765937"/>
                  </a:lnTo>
                  <a:lnTo>
                    <a:pt x="763905" y="794258"/>
                  </a:lnTo>
                  <a:lnTo>
                    <a:pt x="792099" y="788035"/>
                  </a:lnTo>
                  <a:close/>
                </a:path>
                <a:path w="2307590" h="2083435">
                  <a:moveTo>
                    <a:pt x="804545" y="844550"/>
                  </a:moveTo>
                  <a:lnTo>
                    <a:pt x="798322" y="816229"/>
                  </a:lnTo>
                  <a:lnTo>
                    <a:pt x="770128" y="822452"/>
                  </a:lnTo>
                  <a:lnTo>
                    <a:pt x="776351" y="850773"/>
                  </a:lnTo>
                  <a:lnTo>
                    <a:pt x="804545" y="844550"/>
                  </a:lnTo>
                  <a:close/>
                </a:path>
                <a:path w="2307590" h="2083435">
                  <a:moveTo>
                    <a:pt x="816991" y="901065"/>
                  </a:moveTo>
                  <a:lnTo>
                    <a:pt x="810768" y="872871"/>
                  </a:lnTo>
                  <a:lnTo>
                    <a:pt x="782574" y="879094"/>
                  </a:lnTo>
                  <a:lnTo>
                    <a:pt x="788797" y="907288"/>
                  </a:lnTo>
                  <a:lnTo>
                    <a:pt x="816991" y="901065"/>
                  </a:lnTo>
                  <a:close/>
                </a:path>
                <a:path w="2307590" h="2083435">
                  <a:moveTo>
                    <a:pt x="829437" y="957707"/>
                  </a:moveTo>
                  <a:lnTo>
                    <a:pt x="823214" y="929386"/>
                  </a:lnTo>
                  <a:lnTo>
                    <a:pt x="795020" y="935609"/>
                  </a:lnTo>
                  <a:lnTo>
                    <a:pt x="801243" y="963930"/>
                  </a:lnTo>
                  <a:lnTo>
                    <a:pt x="829437" y="957707"/>
                  </a:lnTo>
                  <a:close/>
                </a:path>
                <a:path w="2307590" h="2083435">
                  <a:moveTo>
                    <a:pt x="841883" y="1014222"/>
                  </a:moveTo>
                  <a:lnTo>
                    <a:pt x="835660" y="985901"/>
                  </a:lnTo>
                  <a:lnTo>
                    <a:pt x="807466" y="992124"/>
                  </a:lnTo>
                  <a:lnTo>
                    <a:pt x="813689" y="1020445"/>
                  </a:lnTo>
                  <a:lnTo>
                    <a:pt x="841883" y="1014222"/>
                  </a:lnTo>
                  <a:close/>
                </a:path>
                <a:path w="2307590" h="2083435">
                  <a:moveTo>
                    <a:pt x="854329" y="1070737"/>
                  </a:moveTo>
                  <a:lnTo>
                    <a:pt x="848106" y="1042543"/>
                  </a:lnTo>
                  <a:lnTo>
                    <a:pt x="819912" y="1048778"/>
                  </a:lnTo>
                  <a:lnTo>
                    <a:pt x="826135" y="1076960"/>
                  </a:lnTo>
                  <a:lnTo>
                    <a:pt x="854329" y="1070737"/>
                  </a:lnTo>
                  <a:close/>
                </a:path>
                <a:path w="2307590" h="2083435">
                  <a:moveTo>
                    <a:pt x="866775" y="1127379"/>
                  </a:moveTo>
                  <a:lnTo>
                    <a:pt x="860552" y="1099058"/>
                  </a:lnTo>
                  <a:lnTo>
                    <a:pt x="832358" y="1105281"/>
                  </a:lnTo>
                  <a:lnTo>
                    <a:pt x="838581" y="1133602"/>
                  </a:lnTo>
                  <a:lnTo>
                    <a:pt x="866775" y="1127379"/>
                  </a:lnTo>
                  <a:close/>
                </a:path>
                <a:path w="2307590" h="2083435">
                  <a:moveTo>
                    <a:pt x="879221" y="1183894"/>
                  </a:moveTo>
                  <a:lnTo>
                    <a:pt x="872998" y="1155573"/>
                  </a:lnTo>
                  <a:lnTo>
                    <a:pt x="844804" y="1161796"/>
                  </a:lnTo>
                  <a:lnTo>
                    <a:pt x="851027" y="1190117"/>
                  </a:lnTo>
                  <a:lnTo>
                    <a:pt x="879221" y="1183894"/>
                  </a:lnTo>
                  <a:close/>
                </a:path>
                <a:path w="2307590" h="2083435">
                  <a:moveTo>
                    <a:pt x="891667" y="1240409"/>
                  </a:moveTo>
                  <a:lnTo>
                    <a:pt x="885444" y="1212215"/>
                  </a:lnTo>
                  <a:lnTo>
                    <a:pt x="857250" y="1218438"/>
                  </a:lnTo>
                  <a:lnTo>
                    <a:pt x="863473" y="1246632"/>
                  </a:lnTo>
                  <a:lnTo>
                    <a:pt x="891667" y="1240409"/>
                  </a:lnTo>
                  <a:close/>
                </a:path>
                <a:path w="2307590" h="2083435">
                  <a:moveTo>
                    <a:pt x="904113" y="1297051"/>
                  </a:moveTo>
                  <a:lnTo>
                    <a:pt x="897890" y="1268730"/>
                  </a:lnTo>
                  <a:lnTo>
                    <a:pt x="869696" y="1274953"/>
                  </a:lnTo>
                  <a:lnTo>
                    <a:pt x="875919" y="1303274"/>
                  </a:lnTo>
                  <a:lnTo>
                    <a:pt x="904113" y="1297051"/>
                  </a:lnTo>
                  <a:close/>
                </a:path>
                <a:path w="2307590" h="2083435">
                  <a:moveTo>
                    <a:pt x="916559" y="1353566"/>
                  </a:moveTo>
                  <a:lnTo>
                    <a:pt x="910336" y="1325245"/>
                  </a:lnTo>
                  <a:lnTo>
                    <a:pt x="882142" y="1331468"/>
                  </a:lnTo>
                  <a:lnTo>
                    <a:pt x="888365" y="1359789"/>
                  </a:lnTo>
                  <a:lnTo>
                    <a:pt x="916559" y="1353566"/>
                  </a:lnTo>
                  <a:close/>
                </a:path>
                <a:path w="2307590" h="2083435">
                  <a:moveTo>
                    <a:pt x="929005" y="1410081"/>
                  </a:moveTo>
                  <a:lnTo>
                    <a:pt x="922782" y="1381887"/>
                  </a:lnTo>
                  <a:lnTo>
                    <a:pt x="894588" y="1388110"/>
                  </a:lnTo>
                  <a:lnTo>
                    <a:pt x="900811" y="1416304"/>
                  </a:lnTo>
                  <a:lnTo>
                    <a:pt x="929005" y="1410081"/>
                  </a:lnTo>
                  <a:close/>
                </a:path>
                <a:path w="2307590" h="2083435">
                  <a:moveTo>
                    <a:pt x="941451" y="1466723"/>
                  </a:moveTo>
                  <a:lnTo>
                    <a:pt x="935228" y="1438402"/>
                  </a:lnTo>
                  <a:lnTo>
                    <a:pt x="907034" y="1444625"/>
                  </a:lnTo>
                  <a:lnTo>
                    <a:pt x="913257" y="1472946"/>
                  </a:lnTo>
                  <a:lnTo>
                    <a:pt x="941451" y="1466723"/>
                  </a:lnTo>
                  <a:close/>
                </a:path>
                <a:path w="2307590" h="2083435">
                  <a:moveTo>
                    <a:pt x="953897" y="1523238"/>
                  </a:moveTo>
                  <a:lnTo>
                    <a:pt x="947674" y="1494917"/>
                  </a:lnTo>
                  <a:lnTo>
                    <a:pt x="919480" y="1501140"/>
                  </a:lnTo>
                  <a:lnTo>
                    <a:pt x="925703" y="1529461"/>
                  </a:lnTo>
                  <a:lnTo>
                    <a:pt x="953897" y="1523238"/>
                  </a:lnTo>
                  <a:close/>
                </a:path>
                <a:path w="2307590" h="2083435">
                  <a:moveTo>
                    <a:pt x="966343" y="1579753"/>
                  </a:moveTo>
                  <a:lnTo>
                    <a:pt x="960120" y="1551559"/>
                  </a:lnTo>
                  <a:lnTo>
                    <a:pt x="931926" y="1557782"/>
                  </a:lnTo>
                  <a:lnTo>
                    <a:pt x="938149" y="1585976"/>
                  </a:lnTo>
                  <a:lnTo>
                    <a:pt x="966343" y="1579753"/>
                  </a:lnTo>
                  <a:close/>
                </a:path>
                <a:path w="2307590" h="2083435">
                  <a:moveTo>
                    <a:pt x="978916" y="1636395"/>
                  </a:moveTo>
                  <a:lnTo>
                    <a:pt x="972566" y="1608074"/>
                  </a:lnTo>
                  <a:lnTo>
                    <a:pt x="944372" y="1614297"/>
                  </a:lnTo>
                  <a:lnTo>
                    <a:pt x="950595" y="1642618"/>
                  </a:lnTo>
                  <a:lnTo>
                    <a:pt x="978916" y="1636395"/>
                  </a:lnTo>
                  <a:close/>
                </a:path>
                <a:path w="2307590" h="2083435">
                  <a:moveTo>
                    <a:pt x="991362" y="1692910"/>
                  </a:moveTo>
                  <a:lnTo>
                    <a:pt x="985139" y="1664589"/>
                  </a:lnTo>
                  <a:lnTo>
                    <a:pt x="956818" y="1670812"/>
                  </a:lnTo>
                  <a:lnTo>
                    <a:pt x="963041" y="1699133"/>
                  </a:lnTo>
                  <a:lnTo>
                    <a:pt x="991362" y="1692910"/>
                  </a:lnTo>
                  <a:close/>
                </a:path>
                <a:path w="2307590" h="2083435">
                  <a:moveTo>
                    <a:pt x="1003808" y="1749425"/>
                  </a:moveTo>
                  <a:lnTo>
                    <a:pt x="997585" y="1721231"/>
                  </a:lnTo>
                  <a:lnTo>
                    <a:pt x="969264" y="1727454"/>
                  </a:lnTo>
                  <a:lnTo>
                    <a:pt x="975487" y="1755648"/>
                  </a:lnTo>
                  <a:lnTo>
                    <a:pt x="1003808" y="1749425"/>
                  </a:lnTo>
                  <a:close/>
                </a:path>
                <a:path w="2307590" h="2083435">
                  <a:moveTo>
                    <a:pt x="1016254" y="1806067"/>
                  </a:moveTo>
                  <a:lnTo>
                    <a:pt x="1010031" y="1777746"/>
                  </a:lnTo>
                  <a:lnTo>
                    <a:pt x="981710" y="1783969"/>
                  </a:lnTo>
                  <a:lnTo>
                    <a:pt x="987933" y="1812290"/>
                  </a:lnTo>
                  <a:lnTo>
                    <a:pt x="1016254" y="1806067"/>
                  </a:lnTo>
                  <a:close/>
                </a:path>
                <a:path w="2307590" h="2083435">
                  <a:moveTo>
                    <a:pt x="1028700" y="1862582"/>
                  </a:moveTo>
                  <a:lnTo>
                    <a:pt x="1022477" y="1834261"/>
                  </a:lnTo>
                  <a:lnTo>
                    <a:pt x="994156" y="1840484"/>
                  </a:lnTo>
                  <a:lnTo>
                    <a:pt x="1000379" y="1868805"/>
                  </a:lnTo>
                  <a:lnTo>
                    <a:pt x="1028700" y="1862582"/>
                  </a:lnTo>
                  <a:close/>
                </a:path>
                <a:path w="2307590" h="2083435">
                  <a:moveTo>
                    <a:pt x="1041146" y="1919097"/>
                  </a:moveTo>
                  <a:lnTo>
                    <a:pt x="1034923" y="1890903"/>
                  </a:lnTo>
                  <a:lnTo>
                    <a:pt x="1006602" y="1897126"/>
                  </a:lnTo>
                  <a:lnTo>
                    <a:pt x="1012825" y="1925320"/>
                  </a:lnTo>
                  <a:lnTo>
                    <a:pt x="1041146" y="1919097"/>
                  </a:lnTo>
                  <a:close/>
                </a:path>
                <a:path w="2307590" h="2083435">
                  <a:moveTo>
                    <a:pt x="1053592" y="1975739"/>
                  </a:moveTo>
                  <a:lnTo>
                    <a:pt x="1047369" y="1947418"/>
                  </a:lnTo>
                  <a:lnTo>
                    <a:pt x="1019048" y="1953641"/>
                  </a:lnTo>
                  <a:lnTo>
                    <a:pt x="1025271" y="1981962"/>
                  </a:lnTo>
                  <a:lnTo>
                    <a:pt x="1053592" y="1975739"/>
                  </a:lnTo>
                  <a:close/>
                </a:path>
                <a:path w="2307590" h="2083435">
                  <a:moveTo>
                    <a:pt x="1103249" y="1956054"/>
                  </a:moveTo>
                  <a:lnTo>
                    <a:pt x="1099058" y="1947799"/>
                  </a:lnTo>
                  <a:lnTo>
                    <a:pt x="1083818" y="1942973"/>
                  </a:lnTo>
                  <a:lnTo>
                    <a:pt x="1075563" y="1947164"/>
                  </a:lnTo>
                  <a:lnTo>
                    <a:pt x="1073150" y="1954784"/>
                  </a:lnTo>
                  <a:lnTo>
                    <a:pt x="1057122" y="2004656"/>
                  </a:lnTo>
                  <a:lnTo>
                    <a:pt x="1034148" y="2009698"/>
                  </a:lnTo>
                  <a:lnTo>
                    <a:pt x="998601" y="1971167"/>
                  </a:lnTo>
                  <a:lnTo>
                    <a:pt x="993267" y="1965325"/>
                  </a:lnTo>
                  <a:lnTo>
                    <a:pt x="983996" y="1964944"/>
                  </a:lnTo>
                  <a:lnTo>
                    <a:pt x="978154" y="1970278"/>
                  </a:lnTo>
                  <a:lnTo>
                    <a:pt x="972312" y="1975739"/>
                  </a:lnTo>
                  <a:lnTo>
                    <a:pt x="971931" y="1984883"/>
                  </a:lnTo>
                  <a:lnTo>
                    <a:pt x="977392" y="1990725"/>
                  </a:lnTo>
                  <a:lnTo>
                    <a:pt x="1062355" y="2082927"/>
                  </a:lnTo>
                  <a:lnTo>
                    <a:pt x="1072807" y="2050415"/>
                  </a:lnTo>
                  <a:lnTo>
                    <a:pt x="1087716" y="2004060"/>
                  </a:lnTo>
                  <a:lnTo>
                    <a:pt x="1100709" y="1963674"/>
                  </a:lnTo>
                  <a:lnTo>
                    <a:pt x="1103249" y="1956054"/>
                  </a:lnTo>
                  <a:close/>
                </a:path>
                <a:path w="2307590" h="2083435">
                  <a:moveTo>
                    <a:pt x="1241425" y="28321"/>
                  </a:moveTo>
                  <a:lnTo>
                    <a:pt x="1235202" y="0"/>
                  </a:lnTo>
                  <a:lnTo>
                    <a:pt x="1207008" y="6223"/>
                  </a:lnTo>
                  <a:lnTo>
                    <a:pt x="1213231" y="34544"/>
                  </a:lnTo>
                  <a:lnTo>
                    <a:pt x="1241425" y="28321"/>
                  </a:lnTo>
                  <a:close/>
                </a:path>
                <a:path w="2307590" h="2083435">
                  <a:moveTo>
                    <a:pt x="1253871" y="84963"/>
                  </a:moveTo>
                  <a:lnTo>
                    <a:pt x="1247648" y="56642"/>
                  </a:lnTo>
                  <a:lnTo>
                    <a:pt x="1219454" y="62865"/>
                  </a:lnTo>
                  <a:lnTo>
                    <a:pt x="1225677" y="91186"/>
                  </a:lnTo>
                  <a:lnTo>
                    <a:pt x="1253871" y="84963"/>
                  </a:lnTo>
                  <a:close/>
                </a:path>
                <a:path w="2307590" h="2083435">
                  <a:moveTo>
                    <a:pt x="1266317" y="141478"/>
                  </a:moveTo>
                  <a:lnTo>
                    <a:pt x="1260094" y="113157"/>
                  </a:lnTo>
                  <a:lnTo>
                    <a:pt x="1231900" y="119380"/>
                  </a:lnTo>
                  <a:lnTo>
                    <a:pt x="1238123" y="147701"/>
                  </a:lnTo>
                  <a:lnTo>
                    <a:pt x="1266317" y="141478"/>
                  </a:lnTo>
                  <a:close/>
                </a:path>
                <a:path w="2307590" h="2083435">
                  <a:moveTo>
                    <a:pt x="1278763" y="197993"/>
                  </a:moveTo>
                  <a:lnTo>
                    <a:pt x="1272540" y="169799"/>
                  </a:lnTo>
                  <a:lnTo>
                    <a:pt x="1244346" y="176022"/>
                  </a:lnTo>
                  <a:lnTo>
                    <a:pt x="1250569" y="204216"/>
                  </a:lnTo>
                  <a:lnTo>
                    <a:pt x="1278763" y="197993"/>
                  </a:lnTo>
                  <a:close/>
                </a:path>
                <a:path w="2307590" h="2083435">
                  <a:moveTo>
                    <a:pt x="1291209" y="254635"/>
                  </a:moveTo>
                  <a:lnTo>
                    <a:pt x="1284986" y="226314"/>
                  </a:lnTo>
                  <a:lnTo>
                    <a:pt x="1256792" y="232537"/>
                  </a:lnTo>
                  <a:lnTo>
                    <a:pt x="1263015" y="260858"/>
                  </a:lnTo>
                  <a:lnTo>
                    <a:pt x="1291209" y="254635"/>
                  </a:lnTo>
                  <a:close/>
                </a:path>
                <a:path w="2307590" h="2083435">
                  <a:moveTo>
                    <a:pt x="1303655" y="311150"/>
                  </a:moveTo>
                  <a:lnTo>
                    <a:pt x="1297432" y="282829"/>
                  </a:lnTo>
                  <a:lnTo>
                    <a:pt x="1269238" y="289052"/>
                  </a:lnTo>
                  <a:lnTo>
                    <a:pt x="1275461" y="317373"/>
                  </a:lnTo>
                  <a:lnTo>
                    <a:pt x="1303655" y="311150"/>
                  </a:lnTo>
                  <a:close/>
                </a:path>
                <a:path w="2307590" h="2083435">
                  <a:moveTo>
                    <a:pt x="1316101" y="367665"/>
                  </a:moveTo>
                  <a:lnTo>
                    <a:pt x="1309878" y="339471"/>
                  </a:lnTo>
                  <a:lnTo>
                    <a:pt x="1281684" y="345694"/>
                  </a:lnTo>
                  <a:lnTo>
                    <a:pt x="1287907" y="373888"/>
                  </a:lnTo>
                  <a:lnTo>
                    <a:pt x="1316101" y="367665"/>
                  </a:lnTo>
                  <a:close/>
                </a:path>
                <a:path w="2307590" h="2083435">
                  <a:moveTo>
                    <a:pt x="1328547" y="424307"/>
                  </a:moveTo>
                  <a:lnTo>
                    <a:pt x="1322324" y="395986"/>
                  </a:lnTo>
                  <a:lnTo>
                    <a:pt x="1294130" y="402209"/>
                  </a:lnTo>
                  <a:lnTo>
                    <a:pt x="1300353" y="430530"/>
                  </a:lnTo>
                  <a:lnTo>
                    <a:pt x="1328547" y="424307"/>
                  </a:lnTo>
                  <a:close/>
                </a:path>
                <a:path w="2307590" h="2083435">
                  <a:moveTo>
                    <a:pt x="1340993" y="480822"/>
                  </a:moveTo>
                  <a:lnTo>
                    <a:pt x="1334770" y="452501"/>
                  </a:lnTo>
                  <a:lnTo>
                    <a:pt x="1306576" y="458724"/>
                  </a:lnTo>
                  <a:lnTo>
                    <a:pt x="1312799" y="487045"/>
                  </a:lnTo>
                  <a:lnTo>
                    <a:pt x="1340993" y="480822"/>
                  </a:lnTo>
                  <a:close/>
                </a:path>
                <a:path w="2307590" h="2083435">
                  <a:moveTo>
                    <a:pt x="1353439" y="537337"/>
                  </a:moveTo>
                  <a:lnTo>
                    <a:pt x="1347216" y="509143"/>
                  </a:lnTo>
                  <a:lnTo>
                    <a:pt x="1319022" y="515366"/>
                  </a:lnTo>
                  <a:lnTo>
                    <a:pt x="1325245" y="543560"/>
                  </a:lnTo>
                  <a:lnTo>
                    <a:pt x="1353439" y="537337"/>
                  </a:lnTo>
                  <a:close/>
                </a:path>
                <a:path w="2307590" h="2083435">
                  <a:moveTo>
                    <a:pt x="1365885" y="593979"/>
                  </a:moveTo>
                  <a:lnTo>
                    <a:pt x="1359662" y="565658"/>
                  </a:lnTo>
                  <a:lnTo>
                    <a:pt x="1331468" y="571881"/>
                  </a:lnTo>
                  <a:lnTo>
                    <a:pt x="1337691" y="600202"/>
                  </a:lnTo>
                  <a:lnTo>
                    <a:pt x="1365885" y="593979"/>
                  </a:lnTo>
                  <a:close/>
                </a:path>
                <a:path w="2307590" h="2083435">
                  <a:moveTo>
                    <a:pt x="1378331" y="650494"/>
                  </a:moveTo>
                  <a:lnTo>
                    <a:pt x="1372108" y="622173"/>
                  </a:lnTo>
                  <a:lnTo>
                    <a:pt x="1343914" y="628396"/>
                  </a:lnTo>
                  <a:lnTo>
                    <a:pt x="1350137" y="656717"/>
                  </a:lnTo>
                  <a:lnTo>
                    <a:pt x="1378331" y="650494"/>
                  </a:lnTo>
                  <a:close/>
                </a:path>
                <a:path w="2307590" h="2083435">
                  <a:moveTo>
                    <a:pt x="1390777" y="707009"/>
                  </a:moveTo>
                  <a:lnTo>
                    <a:pt x="1384554" y="678815"/>
                  </a:lnTo>
                  <a:lnTo>
                    <a:pt x="1356360" y="685038"/>
                  </a:lnTo>
                  <a:lnTo>
                    <a:pt x="1362583" y="713232"/>
                  </a:lnTo>
                  <a:lnTo>
                    <a:pt x="1390777" y="707009"/>
                  </a:lnTo>
                  <a:close/>
                </a:path>
                <a:path w="2307590" h="2083435">
                  <a:moveTo>
                    <a:pt x="1403223" y="763651"/>
                  </a:moveTo>
                  <a:lnTo>
                    <a:pt x="1397000" y="735330"/>
                  </a:lnTo>
                  <a:lnTo>
                    <a:pt x="1368806" y="741553"/>
                  </a:lnTo>
                  <a:lnTo>
                    <a:pt x="1375029" y="769874"/>
                  </a:lnTo>
                  <a:lnTo>
                    <a:pt x="1403223" y="763651"/>
                  </a:lnTo>
                  <a:close/>
                </a:path>
                <a:path w="2307590" h="2083435">
                  <a:moveTo>
                    <a:pt x="1415669" y="820166"/>
                  </a:moveTo>
                  <a:lnTo>
                    <a:pt x="1409446" y="791845"/>
                  </a:lnTo>
                  <a:lnTo>
                    <a:pt x="1381252" y="798068"/>
                  </a:lnTo>
                  <a:lnTo>
                    <a:pt x="1387475" y="826389"/>
                  </a:lnTo>
                  <a:lnTo>
                    <a:pt x="1415669" y="820166"/>
                  </a:lnTo>
                  <a:close/>
                </a:path>
                <a:path w="2307590" h="2083435">
                  <a:moveTo>
                    <a:pt x="1428115" y="876681"/>
                  </a:moveTo>
                  <a:lnTo>
                    <a:pt x="1421892" y="848487"/>
                  </a:lnTo>
                  <a:lnTo>
                    <a:pt x="1393698" y="854710"/>
                  </a:lnTo>
                  <a:lnTo>
                    <a:pt x="1399921" y="882904"/>
                  </a:lnTo>
                  <a:lnTo>
                    <a:pt x="1428115" y="876681"/>
                  </a:lnTo>
                  <a:close/>
                </a:path>
                <a:path w="2307590" h="2083435">
                  <a:moveTo>
                    <a:pt x="1440561" y="933323"/>
                  </a:moveTo>
                  <a:lnTo>
                    <a:pt x="1434338" y="905002"/>
                  </a:lnTo>
                  <a:lnTo>
                    <a:pt x="1406144" y="911225"/>
                  </a:lnTo>
                  <a:lnTo>
                    <a:pt x="1412367" y="939546"/>
                  </a:lnTo>
                  <a:lnTo>
                    <a:pt x="1440561" y="933323"/>
                  </a:lnTo>
                  <a:close/>
                </a:path>
                <a:path w="2307590" h="2083435">
                  <a:moveTo>
                    <a:pt x="1453007" y="989838"/>
                  </a:moveTo>
                  <a:lnTo>
                    <a:pt x="1446784" y="961517"/>
                  </a:lnTo>
                  <a:lnTo>
                    <a:pt x="1418590" y="967740"/>
                  </a:lnTo>
                  <a:lnTo>
                    <a:pt x="1424813" y="996061"/>
                  </a:lnTo>
                  <a:lnTo>
                    <a:pt x="1453007" y="989838"/>
                  </a:lnTo>
                  <a:close/>
                </a:path>
                <a:path w="2307590" h="2083435">
                  <a:moveTo>
                    <a:pt x="1465453" y="1046365"/>
                  </a:moveTo>
                  <a:lnTo>
                    <a:pt x="1459230" y="1018159"/>
                  </a:lnTo>
                  <a:lnTo>
                    <a:pt x="1431036" y="1024382"/>
                  </a:lnTo>
                  <a:lnTo>
                    <a:pt x="1437259" y="1052576"/>
                  </a:lnTo>
                  <a:lnTo>
                    <a:pt x="1465453" y="1046365"/>
                  </a:lnTo>
                  <a:close/>
                </a:path>
                <a:path w="2307590" h="2083435">
                  <a:moveTo>
                    <a:pt x="1477899" y="1102995"/>
                  </a:moveTo>
                  <a:lnTo>
                    <a:pt x="1471676" y="1074674"/>
                  </a:lnTo>
                  <a:lnTo>
                    <a:pt x="1443482" y="1080897"/>
                  </a:lnTo>
                  <a:lnTo>
                    <a:pt x="1449705" y="1109218"/>
                  </a:lnTo>
                  <a:lnTo>
                    <a:pt x="1477899" y="1102995"/>
                  </a:lnTo>
                  <a:close/>
                </a:path>
                <a:path w="2307590" h="2083435">
                  <a:moveTo>
                    <a:pt x="1490345" y="1159510"/>
                  </a:moveTo>
                  <a:lnTo>
                    <a:pt x="1484122" y="1131189"/>
                  </a:lnTo>
                  <a:lnTo>
                    <a:pt x="1455928" y="1137412"/>
                  </a:lnTo>
                  <a:lnTo>
                    <a:pt x="1462151" y="1165733"/>
                  </a:lnTo>
                  <a:lnTo>
                    <a:pt x="1490345" y="1159510"/>
                  </a:lnTo>
                  <a:close/>
                </a:path>
                <a:path w="2307590" h="2083435">
                  <a:moveTo>
                    <a:pt x="1502791" y="1216025"/>
                  </a:moveTo>
                  <a:lnTo>
                    <a:pt x="1496568" y="1187831"/>
                  </a:lnTo>
                  <a:lnTo>
                    <a:pt x="1468374" y="1194054"/>
                  </a:lnTo>
                  <a:lnTo>
                    <a:pt x="1474597" y="1222248"/>
                  </a:lnTo>
                  <a:lnTo>
                    <a:pt x="1502791" y="1216025"/>
                  </a:lnTo>
                  <a:close/>
                </a:path>
                <a:path w="2307590" h="2083435">
                  <a:moveTo>
                    <a:pt x="1515237" y="1272667"/>
                  </a:moveTo>
                  <a:lnTo>
                    <a:pt x="1509014" y="1244346"/>
                  </a:lnTo>
                  <a:lnTo>
                    <a:pt x="1480820" y="1250569"/>
                  </a:lnTo>
                  <a:lnTo>
                    <a:pt x="1487043" y="1278890"/>
                  </a:lnTo>
                  <a:lnTo>
                    <a:pt x="1515237" y="1272667"/>
                  </a:lnTo>
                  <a:close/>
                </a:path>
                <a:path w="2307590" h="2083435">
                  <a:moveTo>
                    <a:pt x="1527683" y="1329182"/>
                  </a:moveTo>
                  <a:lnTo>
                    <a:pt x="1521460" y="1300861"/>
                  </a:lnTo>
                  <a:lnTo>
                    <a:pt x="1493266" y="1307084"/>
                  </a:lnTo>
                  <a:lnTo>
                    <a:pt x="1499489" y="1335405"/>
                  </a:lnTo>
                  <a:lnTo>
                    <a:pt x="1527683" y="1329182"/>
                  </a:lnTo>
                  <a:close/>
                </a:path>
                <a:path w="2307590" h="2083435">
                  <a:moveTo>
                    <a:pt x="1540129" y="1385697"/>
                  </a:moveTo>
                  <a:lnTo>
                    <a:pt x="1533906" y="1357503"/>
                  </a:lnTo>
                  <a:lnTo>
                    <a:pt x="1505712" y="1363726"/>
                  </a:lnTo>
                  <a:lnTo>
                    <a:pt x="1511935" y="1391920"/>
                  </a:lnTo>
                  <a:lnTo>
                    <a:pt x="1540129" y="1385697"/>
                  </a:lnTo>
                  <a:close/>
                </a:path>
                <a:path w="2307590" h="2083435">
                  <a:moveTo>
                    <a:pt x="1552575" y="1442339"/>
                  </a:moveTo>
                  <a:lnTo>
                    <a:pt x="1546352" y="1414018"/>
                  </a:lnTo>
                  <a:lnTo>
                    <a:pt x="1518158" y="1420241"/>
                  </a:lnTo>
                  <a:lnTo>
                    <a:pt x="1524381" y="1448562"/>
                  </a:lnTo>
                  <a:lnTo>
                    <a:pt x="1552575" y="1442339"/>
                  </a:lnTo>
                  <a:close/>
                </a:path>
                <a:path w="2307590" h="2083435">
                  <a:moveTo>
                    <a:pt x="1565021" y="1498854"/>
                  </a:moveTo>
                  <a:lnTo>
                    <a:pt x="1558798" y="1470533"/>
                  </a:lnTo>
                  <a:lnTo>
                    <a:pt x="1530604" y="1476756"/>
                  </a:lnTo>
                  <a:lnTo>
                    <a:pt x="1536827" y="1505077"/>
                  </a:lnTo>
                  <a:lnTo>
                    <a:pt x="1565021" y="1498854"/>
                  </a:lnTo>
                  <a:close/>
                </a:path>
                <a:path w="2307590" h="2083435">
                  <a:moveTo>
                    <a:pt x="1577467" y="1555369"/>
                  </a:moveTo>
                  <a:lnTo>
                    <a:pt x="1571244" y="1527175"/>
                  </a:lnTo>
                  <a:lnTo>
                    <a:pt x="1543050" y="1533398"/>
                  </a:lnTo>
                  <a:lnTo>
                    <a:pt x="1549273" y="1561592"/>
                  </a:lnTo>
                  <a:lnTo>
                    <a:pt x="1577467" y="1555369"/>
                  </a:lnTo>
                  <a:close/>
                </a:path>
                <a:path w="2307590" h="2083435">
                  <a:moveTo>
                    <a:pt x="1590040" y="1612011"/>
                  </a:moveTo>
                  <a:lnTo>
                    <a:pt x="1583690" y="1583690"/>
                  </a:lnTo>
                  <a:lnTo>
                    <a:pt x="1555496" y="1589913"/>
                  </a:lnTo>
                  <a:lnTo>
                    <a:pt x="1561719" y="1618234"/>
                  </a:lnTo>
                  <a:lnTo>
                    <a:pt x="1590040" y="1612011"/>
                  </a:lnTo>
                  <a:close/>
                </a:path>
                <a:path w="2307590" h="2083435">
                  <a:moveTo>
                    <a:pt x="1602486" y="1668526"/>
                  </a:moveTo>
                  <a:lnTo>
                    <a:pt x="1596263" y="1640205"/>
                  </a:lnTo>
                  <a:lnTo>
                    <a:pt x="1567942" y="1646428"/>
                  </a:lnTo>
                  <a:lnTo>
                    <a:pt x="1574165" y="1674749"/>
                  </a:lnTo>
                  <a:lnTo>
                    <a:pt x="1602486" y="1668526"/>
                  </a:lnTo>
                  <a:close/>
                </a:path>
                <a:path w="2307590" h="2083435">
                  <a:moveTo>
                    <a:pt x="1614932" y="1725041"/>
                  </a:moveTo>
                  <a:lnTo>
                    <a:pt x="1608709" y="1696847"/>
                  </a:lnTo>
                  <a:lnTo>
                    <a:pt x="1580388" y="1703070"/>
                  </a:lnTo>
                  <a:lnTo>
                    <a:pt x="1586611" y="1731264"/>
                  </a:lnTo>
                  <a:lnTo>
                    <a:pt x="1614932" y="1725041"/>
                  </a:lnTo>
                  <a:close/>
                </a:path>
                <a:path w="2307590" h="2083435">
                  <a:moveTo>
                    <a:pt x="1627378" y="1781683"/>
                  </a:moveTo>
                  <a:lnTo>
                    <a:pt x="1621155" y="1753362"/>
                  </a:lnTo>
                  <a:lnTo>
                    <a:pt x="1592834" y="1759585"/>
                  </a:lnTo>
                  <a:lnTo>
                    <a:pt x="1599057" y="1787906"/>
                  </a:lnTo>
                  <a:lnTo>
                    <a:pt x="1627378" y="1781683"/>
                  </a:lnTo>
                  <a:close/>
                </a:path>
                <a:path w="2307590" h="2083435">
                  <a:moveTo>
                    <a:pt x="1639824" y="1838198"/>
                  </a:moveTo>
                  <a:lnTo>
                    <a:pt x="1633601" y="1809877"/>
                  </a:lnTo>
                  <a:lnTo>
                    <a:pt x="1605280" y="1816100"/>
                  </a:lnTo>
                  <a:lnTo>
                    <a:pt x="1611503" y="1844421"/>
                  </a:lnTo>
                  <a:lnTo>
                    <a:pt x="1639824" y="1838198"/>
                  </a:lnTo>
                  <a:close/>
                </a:path>
                <a:path w="2307590" h="2083435">
                  <a:moveTo>
                    <a:pt x="1652270" y="1894713"/>
                  </a:moveTo>
                  <a:lnTo>
                    <a:pt x="1646047" y="1866519"/>
                  </a:lnTo>
                  <a:lnTo>
                    <a:pt x="1617726" y="1872742"/>
                  </a:lnTo>
                  <a:lnTo>
                    <a:pt x="1623949" y="1900936"/>
                  </a:lnTo>
                  <a:lnTo>
                    <a:pt x="1652270" y="1894713"/>
                  </a:lnTo>
                  <a:close/>
                </a:path>
                <a:path w="2307590" h="2083435">
                  <a:moveTo>
                    <a:pt x="1664716" y="1951355"/>
                  </a:moveTo>
                  <a:lnTo>
                    <a:pt x="1658493" y="1923034"/>
                  </a:lnTo>
                  <a:lnTo>
                    <a:pt x="1630172" y="1929257"/>
                  </a:lnTo>
                  <a:lnTo>
                    <a:pt x="1636395" y="1957578"/>
                  </a:lnTo>
                  <a:lnTo>
                    <a:pt x="1664716" y="1951355"/>
                  </a:lnTo>
                  <a:close/>
                </a:path>
                <a:path w="2307590" h="2083435">
                  <a:moveTo>
                    <a:pt x="1714373" y="1931670"/>
                  </a:moveTo>
                  <a:lnTo>
                    <a:pt x="1710182" y="1923415"/>
                  </a:lnTo>
                  <a:lnTo>
                    <a:pt x="1694942" y="1918589"/>
                  </a:lnTo>
                  <a:lnTo>
                    <a:pt x="1686687" y="1922780"/>
                  </a:lnTo>
                  <a:lnTo>
                    <a:pt x="1684274" y="1930400"/>
                  </a:lnTo>
                  <a:lnTo>
                    <a:pt x="1668246" y="1980272"/>
                  </a:lnTo>
                  <a:lnTo>
                    <a:pt x="1645272" y="1985314"/>
                  </a:lnTo>
                  <a:lnTo>
                    <a:pt x="1609725" y="1946783"/>
                  </a:lnTo>
                  <a:lnTo>
                    <a:pt x="1604391" y="1940941"/>
                  </a:lnTo>
                  <a:lnTo>
                    <a:pt x="1595120" y="1940560"/>
                  </a:lnTo>
                  <a:lnTo>
                    <a:pt x="1589278" y="1945894"/>
                  </a:lnTo>
                  <a:lnTo>
                    <a:pt x="1583436" y="1951355"/>
                  </a:lnTo>
                  <a:lnTo>
                    <a:pt x="1583055" y="1960499"/>
                  </a:lnTo>
                  <a:lnTo>
                    <a:pt x="1588516" y="1966341"/>
                  </a:lnTo>
                  <a:lnTo>
                    <a:pt x="1673479" y="2058543"/>
                  </a:lnTo>
                  <a:lnTo>
                    <a:pt x="1683931" y="2026031"/>
                  </a:lnTo>
                  <a:lnTo>
                    <a:pt x="1698840" y="1979676"/>
                  </a:lnTo>
                  <a:lnTo>
                    <a:pt x="1711833" y="1939290"/>
                  </a:lnTo>
                  <a:lnTo>
                    <a:pt x="1714373" y="1931670"/>
                  </a:lnTo>
                  <a:close/>
                </a:path>
                <a:path w="2307590" h="2083435">
                  <a:moveTo>
                    <a:pt x="1834261" y="52705"/>
                  </a:moveTo>
                  <a:lnTo>
                    <a:pt x="1828038" y="24384"/>
                  </a:lnTo>
                  <a:lnTo>
                    <a:pt x="1799844" y="30607"/>
                  </a:lnTo>
                  <a:lnTo>
                    <a:pt x="1806067" y="58928"/>
                  </a:lnTo>
                  <a:lnTo>
                    <a:pt x="1834261" y="52705"/>
                  </a:lnTo>
                  <a:close/>
                </a:path>
                <a:path w="2307590" h="2083435">
                  <a:moveTo>
                    <a:pt x="1846707" y="109347"/>
                  </a:moveTo>
                  <a:lnTo>
                    <a:pt x="1840484" y="81026"/>
                  </a:lnTo>
                  <a:lnTo>
                    <a:pt x="1812290" y="87249"/>
                  </a:lnTo>
                  <a:lnTo>
                    <a:pt x="1818513" y="115570"/>
                  </a:lnTo>
                  <a:lnTo>
                    <a:pt x="1846707" y="109347"/>
                  </a:lnTo>
                  <a:close/>
                </a:path>
                <a:path w="2307590" h="2083435">
                  <a:moveTo>
                    <a:pt x="1859153" y="165862"/>
                  </a:moveTo>
                  <a:lnTo>
                    <a:pt x="1852930" y="137541"/>
                  </a:lnTo>
                  <a:lnTo>
                    <a:pt x="1824736" y="143764"/>
                  </a:lnTo>
                  <a:lnTo>
                    <a:pt x="1830959" y="172085"/>
                  </a:lnTo>
                  <a:lnTo>
                    <a:pt x="1859153" y="165862"/>
                  </a:lnTo>
                  <a:close/>
                </a:path>
                <a:path w="2307590" h="2083435">
                  <a:moveTo>
                    <a:pt x="1871599" y="222377"/>
                  </a:moveTo>
                  <a:lnTo>
                    <a:pt x="1865376" y="194183"/>
                  </a:lnTo>
                  <a:lnTo>
                    <a:pt x="1837182" y="200406"/>
                  </a:lnTo>
                  <a:lnTo>
                    <a:pt x="1843405" y="228600"/>
                  </a:lnTo>
                  <a:lnTo>
                    <a:pt x="1871599" y="222377"/>
                  </a:lnTo>
                  <a:close/>
                </a:path>
                <a:path w="2307590" h="2083435">
                  <a:moveTo>
                    <a:pt x="1884045" y="279019"/>
                  </a:moveTo>
                  <a:lnTo>
                    <a:pt x="1877822" y="250698"/>
                  </a:lnTo>
                  <a:lnTo>
                    <a:pt x="1849628" y="256921"/>
                  </a:lnTo>
                  <a:lnTo>
                    <a:pt x="1855851" y="285242"/>
                  </a:lnTo>
                  <a:lnTo>
                    <a:pt x="1884045" y="279019"/>
                  </a:lnTo>
                  <a:close/>
                </a:path>
                <a:path w="2307590" h="2083435">
                  <a:moveTo>
                    <a:pt x="1896491" y="335534"/>
                  </a:moveTo>
                  <a:lnTo>
                    <a:pt x="1890268" y="307213"/>
                  </a:lnTo>
                  <a:lnTo>
                    <a:pt x="1862074" y="313436"/>
                  </a:lnTo>
                  <a:lnTo>
                    <a:pt x="1868297" y="341757"/>
                  </a:lnTo>
                  <a:lnTo>
                    <a:pt x="1896491" y="335534"/>
                  </a:lnTo>
                  <a:close/>
                </a:path>
                <a:path w="2307590" h="2083435">
                  <a:moveTo>
                    <a:pt x="1908937" y="392049"/>
                  </a:moveTo>
                  <a:lnTo>
                    <a:pt x="1902714" y="363855"/>
                  </a:lnTo>
                  <a:lnTo>
                    <a:pt x="1874520" y="370078"/>
                  </a:lnTo>
                  <a:lnTo>
                    <a:pt x="1880743" y="398272"/>
                  </a:lnTo>
                  <a:lnTo>
                    <a:pt x="1908937" y="392049"/>
                  </a:lnTo>
                  <a:close/>
                </a:path>
                <a:path w="2307590" h="2083435">
                  <a:moveTo>
                    <a:pt x="1921383" y="448691"/>
                  </a:moveTo>
                  <a:lnTo>
                    <a:pt x="1915160" y="420370"/>
                  </a:lnTo>
                  <a:lnTo>
                    <a:pt x="1886966" y="426593"/>
                  </a:lnTo>
                  <a:lnTo>
                    <a:pt x="1893189" y="454914"/>
                  </a:lnTo>
                  <a:lnTo>
                    <a:pt x="1921383" y="448691"/>
                  </a:lnTo>
                  <a:close/>
                </a:path>
                <a:path w="2307590" h="2083435">
                  <a:moveTo>
                    <a:pt x="1933829" y="505206"/>
                  </a:moveTo>
                  <a:lnTo>
                    <a:pt x="1927606" y="476885"/>
                  </a:lnTo>
                  <a:lnTo>
                    <a:pt x="1899412" y="483108"/>
                  </a:lnTo>
                  <a:lnTo>
                    <a:pt x="1905635" y="511429"/>
                  </a:lnTo>
                  <a:lnTo>
                    <a:pt x="1933829" y="505206"/>
                  </a:lnTo>
                  <a:close/>
                </a:path>
                <a:path w="2307590" h="2083435">
                  <a:moveTo>
                    <a:pt x="1946275" y="561721"/>
                  </a:moveTo>
                  <a:lnTo>
                    <a:pt x="1940052" y="533527"/>
                  </a:lnTo>
                  <a:lnTo>
                    <a:pt x="1911858" y="539750"/>
                  </a:lnTo>
                  <a:lnTo>
                    <a:pt x="1918081" y="567944"/>
                  </a:lnTo>
                  <a:lnTo>
                    <a:pt x="1946275" y="561721"/>
                  </a:lnTo>
                  <a:close/>
                </a:path>
                <a:path w="2307590" h="2083435">
                  <a:moveTo>
                    <a:pt x="1958721" y="618363"/>
                  </a:moveTo>
                  <a:lnTo>
                    <a:pt x="1952498" y="590042"/>
                  </a:lnTo>
                  <a:lnTo>
                    <a:pt x="1924304" y="596265"/>
                  </a:lnTo>
                  <a:lnTo>
                    <a:pt x="1930527" y="624586"/>
                  </a:lnTo>
                  <a:lnTo>
                    <a:pt x="1958721" y="618363"/>
                  </a:lnTo>
                  <a:close/>
                </a:path>
                <a:path w="2307590" h="2083435">
                  <a:moveTo>
                    <a:pt x="1971167" y="674878"/>
                  </a:moveTo>
                  <a:lnTo>
                    <a:pt x="1964944" y="646557"/>
                  </a:lnTo>
                  <a:lnTo>
                    <a:pt x="1936750" y="652780"/>
                  </a:lnTo>
                  <a:lnTo>
                    <a:pt x="1942973" y="681101"/>
                  </a:lnTo>
                  <a:lnTo>
                    <a:pt x="1971167" y="674878"/>
                  </a:lnTo>
                  <a:close/>
                </a:path>
                <a:path w="2307590" h="2083435">
                  <a:moveTo>
                    <a:pt x="1983613" y="731393"/>
                  </a:moveTo>
                  <a:lnTo>
                    <a:pt x="1977390" y="703199"/>
                  </a:lnTo>
                  <a:lnTo>
                    <a:pt x="1949196" y="709422"/>
                  </a:lnTo>
                  <a:lnTo>
                    <a:pt x="1955419" y="737616"/>
                  </a:lnTo>
                  <a:lnTo>
                    <a:pt x="1983613" y="731393"/>
                  </a:lnTo>
                  <a:close/>
                </a:path>
                <a:path w="2307590" h="2083435">
                  <a:moveTo>
                    <a:pt x="1996059" y="788035"/>
                  </a:moveTo>
                  <a:lnTo>
                    <a:pt x="1989836" y="759714"/>
                  </a:lnTo>
                  <a:lnTo>
                    <a:pt x="1961642" y="765937"/>
                  </a:lnTo>
                  <a:lnTo>
                    <a:pt x="1967865" y="794258"/>
                  </a:lnTo>
                  <a:lnTo>
                    <a:pt x="1996059" y="788035"/>
                  </a:lnTo>
                  <a:close/>
                </a:path>
                <a:path w="2307590" h="2083435">
                  <a:moveTo>
                    <a:pt x="2008505" y="844550"/>
                  </a:moveTo>
                  <a:lnTo>
                    <a:pt x="2002282" y="816229"/>
                  </a:lnTo>
                  <a:lnTo>
                    <a:pt x="1974088" y="822452"/>
                  </a:lnTo>
                  <a:lnTo>
                    <a:pt x="1980311" y="850773"/>
                  </a:lnTo>
                  <a:lnTo>
                    <a:pt x="2008505" y="844550"/>
                  </a:lnTo>
                  <a:close/>
                </a:path>
                <a:path w="2307590" h="2083435">
                  <a:moveTo>
                    <a:pt x="2020951" y="901065"/>
                  </a:moveTo>
                  <a:lnTo>
                    <a:pt x="2014728" y="872871"/>
                  </a:lnTo>
                  <a:lnTo>
                    <a:pt x="1986534" y="879094"/>
                  </a:lnTo>
                  <a:lnTo>
                    <a:pt x="1992757" y="907288"/>
                  </a:lnTo>
                  <a:lnTo>
                    <a:pt x="2020951" y="901065"/>
                  </a:lnTo>
                  <a:close/>
                </a:path>
                <a:path w="2307590" h="2083435">
                  <a:moveTo>
                    <a:pt x="2033397" y="957707"/>
                  </a:moveTo>
                  <a:lnTo>
                    <a:pt x="2027174" y="929386"/>
                  </a:lnTo>
                  <a:lnTo>
                    <a:pt x="1998980" y="935609"/>
                  </a:lnTo>
                  <a:lnTo>
                    <a:pt x="2005203" y="963930"/>
                  </a:lnTo>
                  <a:lnTo>
                    <a:pt x="2033397" y="957707"/>
                  </a:lnTo>
                  <a:close/>
                </a:path>
                <a:path w="2307590" h="2083435">
                  <a:moveTo>
                    <a:pt x="2045843" y="1014222"/>
                  </a:moveTo>
                  <a:lnTo>
                    <a:pt x="2039620" y="985901"/>
                  </a:lnTo>
                  <a:lnTo>
                    <a:pt x="2011426" y="992124"/>
                  </a:lnTo>
                  <a:lnTo>
                    <a:pt x="2017649" y="1020445"/>
                  </a:lnTo>
                  <a:lnTo>
                    <a:pt x="2045843" y="1014222"/>
                  </a:lnTo>
                  <a:close/>
                </a:path>
                <a:path w="2307590" h="2083435">
                  <a:moveTo>
                    <a:pt x="2058289" y="1070737"/>
                  </a:moveTo>
                  <a:lnTo>
                    <a:pt x="2052066" y="1042543"/>
                  </a:lnTo>
                  <a:lnTo>
                    <a:pt x="2023872" y="1048778"/>
                  </a:lnTo>
                  <a:lnTo>
                    <a:pt x="2030095" y="1076960"/>
                  </a:lnTo>
                  <a:lnTo>
                    <a:pt x="2058289" y="1070737"/>
                  </a:lnTo>
                  <a:close/>
                </a:path>
                <a:path w="2307590" h="2083435">
                  <a:moveTo>
                    <a:pt x="2070735" y="1127379"/>
                  </a:moveTo>
                  <a:lnTo>
                    <a:pt x="2064512" y="1099058"/>
                  </a:lnTo>
                  <a:lnTo>
                    <a:pt x="2036318" y="1105281"/>
                  </a:lnTo>
                  <a:lnTo>
                    <a:pt x="2042541" y="1133602"/>
                  </a:lnTo>
                  <a:lnTo>
                    <a:pt x="2070735" y="1127379"/>
                  </a:lnTo>
                  <a:close/>
                </a:path>
                <a:path w="2307590" h="2083435">
                  <a:moveTo>
                    <a:pt x="2083181" y="1183894"/>
                  </a:moveTo>
                  <a:lnTo>
                    <a:pt x="2076958" y="1155573"/>
                  </a:lnTo>
                  <a:lnTo>
                    <a:pt x="2048764" y="1161796"/>
                  </a:lnTo>
                  <a:lnTo>
                    <a:pt x="2054987" y="1190117"/>
                  </a:lnTo>
                  <a:lnTo>
                    <a:pt x="2083181" y="1183894"/>
                  </a:lnTo>
                  <a:close/>
                </a:path>
                <a:path w="2307590" h="2083435">
                  <a:moveTo>
                    <a:pt x="2095627" y="1240409"/>
                  </a:moveTo>
                  <a:lnTo>
                    <a:pt x="2089404" y="1212215"/>
                  </a:lnTo>
                  <a:lnTo>
                    <a:pt x="2061210" y="1218438"/>
                  </a:lnTo>
                  <a:lnTo>
                    <a:pt x="2067433" y="1246632"/>
                  </a:lnTo>
                  <a:lnTo>
                    <a:pt x="2095627" y="1240409"/>
                  </a:lnTo>
                  <a:close/>
                </a:path>
                <a:path w="2307590" h="2083435">
                  <a:moveTo>
                    <a:pt x="2108073" y="1297051"/>
                  </a:moveTo>
                  <a:lnTo>
                    <a:pt x="2101850" y="1268730"/>
                  </a:lnTo>
                  <a:lnTo>
                    <a:pt x="2073656" y="1274953"/>
                  </a:lnTo>
                  <a:lnTo>
                    <a:pt x="2079879" y="1303274"/>
                  </a:lnTo>
                  <a:lnTo>
                    <a:pt x="2108073" y="1297051"/>
                  </a:lnTo>
                  <a:close/>
                </a:path>
                <a:path w="2307590" h="2083435">
                  <a:moveTo>
                    <a:pt x="2120519" y="1353566"/>
                  </a:moveTo>
                  <a:lnTo>
                    <a:pt x="2114296" y="1325245"/>
                  </a:lnTo>
                  <a:lnTo>
                    <a:pt x="2086102" y="1331468"/>
                  </a:lnTo>
                  <a:lnTo>
                    <a:pt x="2092325" y="1359789"/>
                  </a:lnTo>
                  <a:lnTo>
                    <a:pt x="2120519" y="1353566"/>
                  </a:lnTo>
                  <a:close/>
                </a:path>
                <a:path w="2307590" h="2083435">
                  <a:moveTo>
                    <a:pt x="2132965" y="1410081"/>
                  </a:moveTo>
                  <a:lnTo>
                    <a:pt x="2126742" y="1381887"/>
                  </a:lnTo>
                  <a:lnTo>
                    <a:pt x="2098548" y="1388110"/>
                  </a:lnTo>
                  <a:lnTo>
                    <a:pt x="2104771" y="1416304"/>
                  </a:lnTo>
                  <a:lnTo>
                    <a:pt x="2132965" y="1410081"/>
                  </a:lnTo>
                  <a:close/>
                </a:path>
                <a:path w="2307590" h="2083435">
                  <a:moveTo>
                    <a:pt x="2145411" y="1466723"/>
                  </a:moveTo>
                  <a:lnTo>
                    <a:pt x="2139188" y="1438402"/>
                  </a:lnTo>
                  <a:lnTo>
                    <a:pt x="2110994" y="1444625"/>
                  </a:lnTo>
                  <a:lnTo>
                    <a:pt x="2117217" y="1472946"/>
                  </a:lnTo>
                  <a:lnTo>
                    <a:pt x="2145411" y="1466723"/>
                  </a:lnTo>
                  <a:close/>
                </a:path>
                <a:path w="2307590" h="2083435">
                  <a:moveTo>
                    <a:pt x="2157857" y="1523238"/>
                  </a:moveTo>
                  <a:lnTo>
                    <a:pt x="2151634" y="1494917"/>
                  </a:lnTo>
                  <a:lnTo>
                    <a:pt x="2123440" y="1501140"/>
                  </a:lnTo>
                  <a:lnTo>
                    <a:pt x="2129663" y="1529461"/>
                  </a:lnTo>
                  <a:lnTo>
                    <a:pt x="2157857" y="1523238"/>
                  </a:lnTo>
                  <a:close/>
                </a:path>
                <a:path w="2307590" h="2083435">
                  <a:moveTo>
                    <a:pt x="2170303" y="1579753"/>
                  </a:moveTo>
                  <a:lnTo>
                    <a:pt x="2164080" y="1551559"/>
                  </a:lnTo>
                  <a:lnTo>
                    <a:pt x="2135886" y="1557782"/>
                  </a:lnTo>
                  <a:lnTo>
                    <a:pt x="2142109" y="1585976"/>
                  </a:lnTo>
                  <a:lnTo>
                    <a:pt x="2170303" y="1579753"/>
                  </a:lnTo>
                  <a:close/>
                </a:path>
                <a:path w="2307590" h="2083435">
                  <a:moveTo>
                    <a:pt x="2182749" y="1636395"/>
                  </a:moveTo>
                  <a:lnTo>
                    <a:pt x="2176526" y="1608074"/>
                  </a:lnTo>
                  <a:lnTo>
                    <a:pt x="2148332" y="1614297"/>
                  </a:lnTo>
                  <a:lnTo>
                    <a:pt x="2154555" y="1642618"/>
                  </a:lnTo>
                  <a:lnTo>
                    <a:pt x="2182749" y="1636395"/>
                  </a:lnTo>
                  <a:close/>
                </a:path>
                <a:path w="2307590" h="2083435">
                  <a:moveTo>
                    <a:pt x="2195195" y="1692910"/>
                  </a:moveTo>
                  <a:lnTo>
                    <a:pt x="2188972" y="1664589"/>
                  </a:lnTo>
                  <a:lnTo>
                    <a:pt x="2160778" y="1670812"/>
                  </a:lnTo>
                  <a:lnTo>
                    <a:pt x="2167001" y="1699133"/>
                  </a:lnTo>
                  <a:lnTo>
                    <a:pt x="2195195" y="1692910"/>
                  </a:lnTo>
                  <a:close/>
                </a:path>
                <a:path w="2307590" h="2083435">
                  <a:moveTo>
                    <a:pt x="2207768" y="1749425"/>
                  </a:moveTo>
                  <a:lnTo>
                    <a:pt x="2201545" y="1721231"/>
                  </a:lnTo>
                  <a:lnTo>
                    <a:pt x="2173224" y="1727454"/>
                  </a:lnTo>
                  <a:lnTo>
                    <a:pt x="2179447" y="1755648"/>
                  </a:lnTo>
                  <a:lnTo>
                    <a:pt x="2207768" y="1749425"/>
                  </a:lnTo>
                  <a:close/>
                </a:path>
                <a:path w="2307590" h="2083435">
                  <a:moveTo>
                    <a:pt x="2220214" y="1806067"/>
                  </a:moveTo>
                  <a:lnTo>
                    <a:pt x="2213991" y="1777746"/>
                  </a:lnTo>
                  <a:lnTo>
                    <a:pt x="2185670" y="1783969"/>
                  </a:lnTo>
                  <a:lnTo>
                    <a:pt x="2191893" y="1812290"/>
                  </a:lnTo>
                  <a:lnTo>
                    <a:pt x="2220214" y="1806067"/>
                  </a:lnTo>
                  <a:close/>
                </a:path>
                <a:path w="2307590" h="2083435">
                  <a:moveTo>
                    <a:pt x="2232660" y="1862582"/>
                  </a:moveTo>
                  <a:lnTo>
                    <a:pt x="2226437" y="1834261"/>
                  </a:lnTo>
                  <a:lnTo>
                    <a:pt x="2198116" y="1840484"/>
                  </a:lnTo>
                  <a:lnTo>
                    <a:pt x="2204339" y="1868805"/>
                  </a:lnTo>
                  <a:lnTo>
                    <a:pt x="2232660" y="1862582"/>
                  </a:lnTo>
                  <a:close/>
                </a:path>
                <a:path w="2307590" h="2083435">
                  <a:moveTo>
                    <a:pt x="2245106" y="1919097"/>
                  </a:moveTo>
                  <a:lnTo>
                    <a:pt x="2238883" y="1890903"/>
                  </a:lnTo>
                  <a:lnTo>
                    <a:pt x="2210562" y="1897126"/>
                  </a:lnTo>
                  <a:lnTo>
                    <a:pt x="2216785" y="1925320"/>
                  </a:lnTo>
                  <a:lnTo>
                    <a:pt x="2245106" y="1919097"/>
                  </a:lnTo>
                  <a:close/>
                </a:path>
                <a:path w="2307590" h="2083435">
                  <a:moveTo>
                    <a:pt x="2257552" y="1975739"/>
                  </a:moveTo>
                  <a:lnTo>
                    <a:pt x="2251329" y="1947418"/>
                  </a:lnTo>
                  <a:lnTo>
                    <a:pt x="2223008" y="1953641"/>
                  </a:lnTo>
                  <a:lnTo>
                    <a:pt x="2229231" y="1981962"/>
                  </a:lnTo>
                  <a:lnTo>
                    <a:pt x="2257552" y="1975739"/>
                  </a:lnTo>
                  <a:close/>
                </a:path>
                <a:path w="2307590" h="2083435">
                  <a:moveTo>
                    <a:pt x="2307209" y="1956054"/>
                  </a:moveTo>
                  <a:lnTo>
                    <a:pt x="2303018" y="1947799"/>
                  </a:lnTo>
                  <a:lnTo>
                    <a:pt x="2287778" y="1942973"/>
                  </a:lnTo>
                  <a:lnTo>
                    <a:pt x="2279523" y="1947164"/>
                  </a:lnTo>
                  <a:lnTo>
                    <a:pt x="2277110" y="1954784"/>
                  </a:lnTo>
                  <a:lnTo>
                    <a:pt x="2261082" y="2004656"/>
                  </a:lnTo>
                  <a:lnTo>
                    <a:pt x="2238108" y="2009698"/>
                  </a:lnTo>
                  <a:lnTo>
                    <a:pt x="2202561" y="1971167"/>
                  </a:lnTo>
                  <a:lnTo>
                    <a:pt x="2197227" y="1965325"/>
                  </a:lnTo>
                  <a:lnTo>
                    <a:pt x="2187956" y="1964944"/>
                  </a:lnTo>
                  <a:lnTo>
                    <a:pt x="2182114" y="1970278"/>
                  </a:lnTo>
                  <a:lnTo>
                    <a:pt x="2176272" y="1975739"/>
                  </a:lnTo>
                  <a:lnTo>
                    <a:pt x="2175891" y="1984883"/>
                  </a:lnTo>
                  <a:lnTo>
                    <a:pt x="2181352" y="1990725"/>
                  </a:lnTo>
                  <a:lnTo>
                    <a:pt x="2266315" y="2082927"/>
                  </a:lnTo>
                  <a:lnTo>
                    <a:pt x="2276767" y="2050415"/>
                  </a:lnTo>
                  <a:lnTo>
                    <a:pt x="2291677" y="2004060"/>
                  </a:lnTo>
                  <a:lnTo>
                    <a:pt x="2304669" y="1963674"/>
                  </a:lnTo>
                  <a:lnTo>
                    <a:pt x="2307209" y="1956054"/>
                  </a:lnTo>
                  <a:close/>
                </a:path>
              </a:pathLst>
            </a:custGeom>
            <a:solidFill>
              <a:srgbClr val="FF89D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479163" y="2622204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83936" y="2622204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88710" y="2622204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93358" y="2622204"/>
            <a:ext cx="179536" cy="556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68857D-C7DF-420F-97BD-04F40F3A50F0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351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Problems </a:t>
            </a:r>
            <a:r>
              <a:rPr spc="-160" dirty="0"/>
              <a:t>with </a:t>
            </a:r>
            <a:r>
              <a:rPr spc="-190" dirty="0"/>
              <a:t>greedy</a:t>
            </a:r>
            <a:r>
              <a:rPr spc="-484" dirty="0"/>
              <a:t> </a:t>
            </a:r>
            <a:r>
              <a:rPr spc="-17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6269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Greedy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decoding 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has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way 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undo</a:t>
            </a:r>
            <a:r>
              <a:rPr kumimoji="0" sz="2400" b="0" i="0" u="none" strike="noStrike" kern="1200" cap="none" spc="-3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decisions!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8" y="1471676"/>
            <a:ext cx="3033171" cy="17947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241935" algn="l"/>
              </a:tabLst>
              <a:defRPr/>
            </a:pP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Input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 a m’entarté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2413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241935" algn="l"/>
                <a:tab pos="1638300" algn="l"/>
              </a:tabLst>
              <a:defRPr/>
            </a:pP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→ he </a:t>
            </a: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</a:rPr>
              <a:t> 	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413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241935" algn="l"/>
                <a:tab pos="2033905" algn="l"/>
              </a:tabLst>
              <a:defRPr/>
            </a:pP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→ he hit </a:t>
            </a: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</a:rPr>
              <a:t> 	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413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241935" algn="l"/>
                <a:tab pos="2253615" algn="l"/>
              </a:tabLst>
              <a:defRPr/>
            </a:pP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→ he hit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2400" b="0" i="1" u="heavy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 	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774" y="1621028"/>
            <a:ext cx="249667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(he hit me with a pie)</a:t>
            </a: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775" y="2937459"/>
            <a:ext cx="2927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(whoops! no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going 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back</a:t>
            </a: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now…)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3666490"/>
            <a:ext cx="229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How 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fix</a:t>
            </a:r>
            <a:r>
              <a:rPr kumimoji="0" sz="24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A26F9-6BCA-43FC-8FC8-342DC0ED0DD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46697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Exhaustive </a:t>
            </a:r>
            <a:r>
              <a:rPr spc="-195" dirty="0"/>
              <a:t>search</a:t>
            </a:r>
            <a:r>
              <a:rPr spc="-370" dirty="0"/>
              <a:t> </a:t>
            </a:r>
            <a:r>
              <a:rPr spc="-17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227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Ideally,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want</a:t>
            </a: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(length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1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translation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1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  <a:r>
              <a:rPr kumimoji="0" sz="2400" b="0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</a:t>
            </a:r>
            <a:r>
              <a:rPr kumimoji="0" sz="2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maximizes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0" y="3443529"/>
            <a:ext cx="8272145" cy="1508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80365" algn="l"/>
                <a:tab pos="381000" algn="l"/>
              </a:tabLst>
              <a:defRPr/>
            </a:pPr>
            <a:r>
              <a:rPr kumimoji="0" sz="24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could try computing </a:t>
            </a:r>
            <a:r>
              <a:rPr kumimoji="0" sz="2400" b="0" i="0" u="none" strike="noStrike" kern="1200" cap="none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all possible sequences </a:t>
            </a:r>
            <a:r>
              <a:rPr kumimoji="0" lang="en-US" sz="2400" b="0" i="0" u="none" strike="noStrike" kern="1200" cap="none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 </a:t>
            </a:r>
            <a:r>
              <a:rPr kumimoji="0" sz="2400" b="0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</a:t>
            </a:r>
            <a:endParaRPr kumimoji="0" sz="24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723900" marR="4318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723900" algn="l"/>
                <a:tab pos="724535" algn="l"/>
              </a:tabLst>
              <a:defRPr/>
            </a:pP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means that on each step </a:t>
            </a:r>
            <a:r>
              <a:rPr kumimoji="0" sz="2000" b="0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 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the decoder, we’re tracking V</a:t>
            </a:r>
            <a:r>
              <a:rPr lang="en-US" sz="1950" baseline="25641" dirty="0">
                <a:solidFill>
                  <a:prstClr val="black"/>
                </a:solidFill>
                <a:latin typeface="Garamond" panose="02020404030301010803" pitchFamily="18" charset="0"/>
                <a:cs typeface="Arial"/>
              </a:rPr>
              <a:t>T</a:t>
            </a:r>
            <a:r>
              <a:rPr kumimoji="0" sz="1950" b="0" i="0" u="none" strike="noStrike" kern="1200" cap="none" normalizeH="0" baseline="256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possible  partial translations, where </a:t>
            </a:r>
            <a:r>
              <a:rPr kumimoji="0" sz="2000" b="0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 </a:t>
            </a:r>
            <a:r>
              <a:rPr kumimoji="0" lang="en-US" sz="2000" b="0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vocab</a:t>
            </a:r>
            <a:r>
              <a:rPr kumimoji="0" lang="en-US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ulary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size</a:t>
            </a:r>
          </a:p>
          <a:p>
            <a:pPr marL="7239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723900" algn="l"/>
                <a:tab pos="724535" algn="l"/>
              </a:tabLst>
              <a:defRPr/>
            </a:pP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O(V</a:t>
            </a:r>
            <a:r>
              <a:rPr kumimoji="0" sz="1950" b="0" i="0" u="none" strike="noStrike" kern="1200" cap="none" normalizeH="0" baseline="256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complexity is 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far too expensive</a:t>
            </a:r>
            <a:r>
              <a:rPr kumimoji="0" sz="2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!</a:t>
            </a:r>
          </a:p>
        </p:txBody>
      </p:sp>
      <p:sp>
        <p:nvSpPr>
          <p:cNvPr id="5" name="object 5"/>
          <p:cNvSpPr/>
          <p:nvPr/>
        </p:nvSpPr>
        <p:spPr>
          <a:xfrm>
            <a:off x="790194" y="1863869"/>
            <a:ext cx="7751921" cy="1175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5BBBF-A681-4430-AECE-79F42CCB740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381507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</a:t>
            </a:r>
            <a:r>
              <a:rPr spc="-420" dirty="0"/>
              <a:t> </a:t>
            </a:r>
            <a:r>
              <a:rPr spc="-17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760460" cy="2026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2385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Core idea: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On each step of decoder, keep track of the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most probable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partial translations (</a:t>
            </a:r>
            <a:r>
              <a:rPr kumimoji="0" sz="2400" b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the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size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 practice around 5 to 10)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/>
              <a:defRPr/>
            </a:pPr>
            <a:endParaRPr kumimoji="0" sz="23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34423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hypothesis	has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which is its log probability: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3963132"/>
            <a:ext cx="8386834" cy="210249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6985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 are all negative, and higher score is better</a:t>
            </a:r>
          </a:p>
          <a:p>
            <a:pPr marL="698500" marR="0" lvl="0" indent="-229235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search for high-scoring hypotheses, tracking top </a:t>
            </a:r>
            <a:r>
              <a:rPr kumimoji="0" sz="20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each step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search is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not guaranteed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find optimal solution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But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much more efficient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than exhaustive search!</a:t>
            </a:r>
          </a:p>
        </p:txBody>
      </p:sp>
      <p:sp>
        <p:nvSpPr>
          <p:cNvPr id="5" name="object 5"/>
          <p:cNvSpPr/>
          <p:nvPr/>
        </p:nvSpPr>
        <p:spPr>
          <a:xfrm>
            <a:off x="2534672" y="2847348"/>
            <a:ext cx="1222203" cy="208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0460" y="3218782"/>
            <a:ext cx="7915642" cy="732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28246-9A20-49AF-8958-2F5FBA348BFD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361" y="5982461"/>
            <a:ext cx="1769745" cy="584134"/>
          </a:xfrm>
          <a:prstGeom prst="rect">
            <a:avLst/>
          </a:prstGeom>
          <a:ln w="19812">
            <a:solidFill>
              <a:srgbClr val="BA56BD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8796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969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159F4-8A94-4828-AB75-7B2707DC1F3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456" y="2785617"/>
            <a:ext cx="260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-0.7 </a:t>
            </a:r>
            <a:r>
              <a:rPr kumimoji="0" sz="2700" b="0" i="0" u="none" strike="noStrike" kern="1200" cap="none" spc="-23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700" b="0" i="0" u="none" strike="noStrike" kern="1200" cap="none" spc="-9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</a:t>
            </a:r>
            <a:r>
              <a:rPr kumimoji="0" sz="2700" b="0" i="0" u="none" strike="noStrike" kern="1200" cap="none" spc="-18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700" b="0" i="0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25" normalizeH="0" baseline="-18518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2700" b="0" i="0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700" b="0" i="1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r>
              <a:rPr kumimoji="0" sz="2700" b="0" i="0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2700" b="0" i="1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r>
              <a:rPr kumimoji="0" sz="2700" b="0" i="0" u="none" strike="noStrike" kern="1200" cap="none" spc="-22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2700" b="0" i="0" u="none" strike="noStrike" kern="1200" cap="none" spc="0" normalizeH="0" baseline="154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456" y="5425236"/>
            <a:ext cx="240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104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-0.9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</a:t>
            </a:r>
            <a:r>
              <a:rPr kumimoji="0" sz="1800" b="0" i="0" u="none" strike="noStrike" kern="1200" cap="none" spc="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25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6122" y="6017514"/>
            <a:ext cx="2070100" cy="585417"/>
          </a:xfrm>
          <a:prstGeom prst="rect">
            <a:avLst/>
          </a:prstGeom>
          <a:ln w="19812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9695" marR="95250" lvl="0" indent="129539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9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Take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compute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2D5-0DAD-4716-9A49-C06F21D01EBC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7211" y="4346829"/>
            <a:ext cx="338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104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-1.6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25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1800" b="0" i="1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7211" y="5669991"/>
            <a:ext cx="3341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104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-1.8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02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1800" b="0" i="1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7211" y="2482977"/>
            <a:ext cx="348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195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3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1800" b="0" i="1" u="none" strike="noStrike" kern="1200" cap="none" spc="-9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77211" y="3800602"/>
            <a:ext cx="374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-2.9 </a:t>
            </a:r>
            <a:r>
              <a:rPr kumimoji="0" sz="2700" b="0" i="0" u="none" strike="noStrike" kern="1200" cap="none" spc="-23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700" b="0" i="0" u="none" strike="noStrike" kern="1200" cap="none" spc="-9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2700" b="0" i="0" u="none" strike="noStrike" kern="1200" cap="none" spc="-20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02" normalizeH="0" baseline="-1620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2700" b="0" i="0" u="none" strike="noStrike" kern="1200" cap="none" spc="-20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700" b="0" i="1" u="none" strike="noStrike" kern="1200" cap="none" spc="-20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r>
              <a:rPr kumimoji="0" sz="2700" b="0" i="0" u="none" strike="noStrike" kern="1200" cap="none" spc="-20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2700" b="0" i="1" u="none" strike="noStrike" kern="1200" cap="none" spc="-20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2700" b="0" i="1" u="none" strike="noStrike" kern="1200" cap="none" spc="-14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r>
              <a:rPr kumimoji="0" sz="2700" b="0" i="0" u="none" strike="noStrike" kern="1200" cap="none" spc="-14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2700" b="0" i="0" u="none" strike="noStrike" kern="1200" cap="none" spc="-23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2700" b="0" i="0" u="none" strike="noStrike" kern="1200" cap="none" spc="-6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700" b="0" i="0" u="none" strike="noStrike" kern="1200" cap="none" spc="-104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-0.7</a:t>
            </a:r>
            <a:endParaRPr kumimoji="0" sz="2700" b="0" i="0" u="none" strike="noStrike" kern="1200" cap="none" spc="0" normalizeH="0" baseline="154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6310" y="6083046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635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r>
              <a:rPr kumimoji="0" sz="1800" b="0" i="0" u="none" strike="noStrike" kern="1200" cap="none" spc="-2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2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2746A5-B5E1-42BB-BFAB-020940A8E785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0922" y="6083046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these </a:t>
            </a:r>
            <a:r>
              <a:rPr kumimoji="0" sz="1800" b="0" i="1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</a:t>
            </a:r>
            <a:r>
              <a:rPr kumimoji="0" sz="1800" b="0" i="0" u="none" strike="noStrike" kern="1200" cap="none" spc="-112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1800" b="0" i="0" u="none" strike="noStrike" kern="1200" cap="none" spc="3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 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keep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highest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A2A47C-684B-41FB-A688-ADC729C715B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32378" y="3508375"/>
            <a:ext cx="3813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-104" normalizeH="0" baseline="-4629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-2.5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32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1800" b="0" i="1" u="none" strike="noStrike" kern="1200" cap="none" spc="-114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1800" b="0" i="0" u="none" strike="noStrike" kern="1200" cap="none" spc="-24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32378" y="2184272"/>
            <a:ext cx="3639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-2.8 </a:t>
            </a:r>
            <a:r>
              <a:rPr kumimoji="0" sz="2700" b="0" i="0" u="none" strike="noStrike" kern="1200" cap="none" spc="-232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700" b="0" i="0" u="none" strike="noStrike" kern="1200" cap="none" spc="-9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2700" b="0" i="0" u="none" strike="noStrike" kern="1200" cap="none" spc="-24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40" normalizeH="0" baseline="-1620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2700" b="0" i="0" u="none" strike="noStrike" kern="1200" cap="none" spc="-24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700" b="0" i="1" u="none" strike="noStrike" kern="1200" cap="none" spc="-24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2700" b="0" i="0" u="none" strike="noStrike" kern="1200" cap="none" spc="-24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2700" b="0" i="1" u="none" strike="noStrike" kern="1200" cap="none" spc="-24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2700" b="0" i="1" u="none" strike="noStrike" kern="1200" cap="none" spc="-172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 </a:t>
            </a:r>
            <a:r>
              <a:rPr kumimoji="0" sz="2700" b="0" i="1" u="none" strike="noStrike" kern="1200" cap="none" spc="-15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r>
              <a:rPr kumimoji="0" sz="2700" b="0" i="0" u="none" strike="noStrike" kern="1200" cap="none" spc="-15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2700" b="0" i="0" u="none" strike="noStrike" kern="1200" cap="none" spc="-232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2700" b="0" i="0" u="none" strike="noStrike" kern="1200" cap="none" spc="-315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700" b="0" i="0" u="none" strike="noStrike" kern="1200" cap="none" spc="-104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-1.7</a:t>
            </a:r>
            <a:endParaRPr kumimoji="0" sz="2700" b="0" i="0" u="none" strike="noStrike" kern="1200" cap="none" spc="0" normalizeH="0" baseline="3086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32378" y="5406948"/>
            <a:ext cx="402462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-3.8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202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1800" b="0" i="1" u="none" strike="noStrike" kern="1200" cap="none" spc="-1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1800" b="0" i="1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 </a:t>
            </a:r>
            <a:r>
              <a:rPr kumimoji="0" sz="1800" b="0" i="1" u="none" strike="noStrike" kern="1200" cap="none" spc="-9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1800" b="0" i="0" u="none" strike="noStrike" kern="1200" cap="none" spc="-28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32378" y="4079494"/>
            <a:ext cx="3722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-2.9 </a:t>
            </a:r>
            <a:r>
              <a:rPr kumimoji="0" sz="2700" b="0" i="0" u="none" strike="noStrike" kern="1200" cap="none" spc="-23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700" b="0" i="0" u="none" strike="noStrike" kern="1200" cap="none" spc="-9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log </a:t>
            </a:r>
            <a:r>
              <a:rPr kumimoji="0" sz="2700" b="0" i="0" u="none" strike="noStrike" kern="1200" cap="none" spc="-19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800" b="0" i="0" u="none" strike="noStrike" kern="1200" cap="none" spc="-195" normalizeH="0" baseline="-18518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LM</a:t>
            </a:r>
            <a:r>
              <a:rPr kumimoji="0" sz="2700" b="0" i="0" u="none" strike="noStrike" kern="1200" cap="none" spc="-19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700" b="0" i="1" u="none" strike="noStrike" kern="1200" cap="none" spc="-19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r>
              <a:rPr kumimoji="0" sz="2700" b="0" i="0" u="none" strike="noStrike" kern="1200" cap="none" spc="-19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|</a:t>
            </a:r>
            <a:r>
              <a:rPr kumimoji="0" sz="2700" b="0" i="1" u="none" strike="noStrike" kern="1200" cap="none" spc="-19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 </a:t>
            </a:r>
            <a:r>
              <a:rPr kumimoji="0" sz="2700" b="0" i="1" u="none" strike="noStrike" kern="1200" cap="none" spc="-7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 </a:t>
            </a:r>
            <a:r>
              <a:rPr kumimoji="0" sz="2700" b="0" i="1" u="none" strike="noStrike" kern="1200" cap="none" spc="-14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r>
              <a:rPr kumimoji="0" sz="2700" b="0" i="0" u="none" strike="noStrike" kern="1200" cap="none" spc="-14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 </a:t>
            </a:r>
            <a:r>
              <a:rPr kumimoji="0" sz="2700" b="0" i="0" u="none" strike="noStrike" kern="1200" cap="none" spc="-23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</a:t>
            </a:r>
            <a:r>
              <a:rPr kumimoji="0" sz="2700" b="0" i="0" u="none" strike="noStrike" kern="1200" cap="none" spc="-35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700" b="0" i="0" u="none" strike="noStrike" kern="1200" cap="none" spc="-104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-1.6</a:t>
            </a:r>
            <a:endParaRPr kumimoji="0" sz="2700" b="0" i="0" u="none" strike="noStrike" kern="1200" cap="none" spc="0" normalizeH="0" baseline="154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22526" y="6083046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826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r>
              <a:rPr kumimoji="0" sz="1800" b="0" i="0" u="none" strike="noStrike" kern="1200" cap="none" spc="-2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2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7561EC-0F2E-41F7-95B3-0470B0EC02C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08098" y="6083046"/>
            <a:ext cx="30359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these </a:t>
            </a:r>
            <a:r>
              <a:rPr kumimoji="0" sz="1800" b="0" i="1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</a:t>
            </a:r>
            <a:r>
              <a:rPr kumimoji="0" sz="1800" b="0" i="0" u="none" strike="noStrike" kern="1200" cap="none" spc="-112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1800" b="0" i="0" u="none" strike="noStrike" kern="1200" cap="none" spc="3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 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keep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highest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23FEFB-9EA0-4D85-8A76-6EDF7391F59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3540" y="840486"/>
            <a:ext cx="5087620" cy="91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89782" y="6083046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572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r>
              <a:rPr kumimoji="0" sz="1800" b="0" i="0" u="none" strike="noStrike" kern="1200" cap="none" spc="-2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2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3AA868-F109-4D13-B608-6925890590F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3540" y="840486"/>
            <a:ext cx="5087620" cy="91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4185" y="6083046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these </a:t>
            </a:r>
            <a:r>
              <a:rPr kumimoji="0" sz="1800" b="0" i="1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</a:t>
            </a:r>
            <a:r>
              <a:rPr kumimoji="0" sz="1800" b="0" i="0" u="none" strike="noStrike" kern="1200" cap="none" spc="-112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1800" b="0" i="0" u="none" strike="noStrike" kern="1200" cap="none" spc="3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 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keep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highest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16BCC6-D125-41CA-AA71-97EDB0A4EF1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6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6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44159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4286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85715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73722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73722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73722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73722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1590" y="6083046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508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r>
              <a:rPr kumimoji="0" sz="1800" b="0" i="0" u="none" strike="noStrike" kern="1200" cap="none" spc="-26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948A61-BC3B-430D-9D96-F22A708A2495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6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6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14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44159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4286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85715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73722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73722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73722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73722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1526" y="6083046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these </a:t>
            </a:r>
            <a:r>
              <a:rPr kumimoji="0" sz="1800" b="0" i="1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</a:t>
            </a:r>
            <a:r>
              <a:rPr kumimoji="0" sz="1800" b="0" i="0" u="none" strike="noStrike" kern="1200" cap="none" spc="-112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1800" b="0" i="0" u="none" strike="noStrike" kern="1200" cap="none" spc="44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just 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keep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highest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EB6068-7D9D-4C5E-9E7D-2F1BB00D7EF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6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6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14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44159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4286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88223" y="261366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88223" y="3140964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88223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88223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98004" y="2831591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98004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85715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73722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73722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73722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73722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33409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33409" y="358642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33409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33409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22570" y="6083046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445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each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hypotheses,</a:t>
            </a:r>
            <a:r>
              <a:rPr kumimoji="0" sz="1800" b="0" i="0" u="none" strike="noStrike" kern="1200" cap="none" spc="-2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 </a:t>
            </a:r>
            <a:r>
              <a:rPr kumimoji="0" sz="1800" b="0" i="1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next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calculate</a:t>
            </a:r>
            <a:r>
              <a:rPr kumimoji="0" sz="1800" b="0" i="0" u="none" strike="noStrike" kern="1200" cap="none" spc="-2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D37AA7-B812-4137-8D54-0359B77FDE1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6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6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44159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4286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88223" y="261366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88223" y="3140964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88223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88223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98004" y="2831591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98004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85715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73722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73722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73722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73722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33409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33409" y="358642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33409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33409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645658" y="6294882"/>
            <a:ext cx="3360420" cy="308418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7790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top-scoring</a:t>
            </a:r>
            <a:r>
              <a:rPr kumimoji="0" sz="1800" b="0" i="0" u="none" strike="noStrike" kern="1200" cap="none" spc="-1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hypothesis!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994013-56A3-4326-A18B-70BF18D3DDE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46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Beam </a:t>
            </a:r>
            <a:r>
              <a:rPr spc="-195" dirty="0"/>
              <a:t>search </a:t>
            </a:r>
            <a:r>
              <a:rPr spc="-185" dirty="0"/>
              <a:t>decoding:</a:t>
            </a:r>
            <a:r>
              <a:rPr spc="-459" dirty="0"/>
              <a:t> </a:t>
            </a:r>
            <a:r>
              <a:rPr spc="-19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40486"/>
            <a:ext cx="3525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Beam 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size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 </a:t>
            </a:r>
            <a:r>
              <a:rPr kumimoji="0" sz="2000" b="0" i="0" u="none" strike="noStrike" kern="1200" cap="none" spc="-10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Blue </a:t>
            </a:r>
            <a:r>
              <a:rPr kumimoji="0" sz="20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numbers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551" y="284226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was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551" y="5224271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2804" y="3060191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2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4972" y="3073907"/>
            <a:ext cx="1117600" cy="337913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4972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4972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struck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2453" y="2764535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2707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2020" y="181660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2020" y="2343911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2020" y="351282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02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6222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6476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6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6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500" y="351282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4038600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44159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44286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88223" y="2613660"/>
            <a:ext cx="1117600" cy="337913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88223" y="3140964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88223" y="4430267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88223" y="4956047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98004" y="2831591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98004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0" y="4038600"/>
            <a:ext cx="1167765" cy="337913"/>
          </a:xfrm>
          <a:prstGeom prst="rect">
            <a:avLst/>
          </a:prstGeom>
          <a:ln w="9143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26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859" y="3107435"/>
            <a:ext cx="571500" cy="337913"/>
          </a:xfrm>
          <a:prstGeom prst="rect">
            <a:avLst/>
          </a:prstGeom>
          <a:ln w="9143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1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4859" y="4971288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9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9158" y="4470019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0856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0856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02611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02611" y="5683707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2611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02611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57778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57778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7778" y="540694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57778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2.9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944111" y="765048"/>
            <a:ext cx="3837432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85715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85715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85715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85715" y="2762199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73722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3.7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73722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73722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73722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33409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33409" y="358642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4.6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33409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5.0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33409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5.3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93029" y="6294882"/>
            <a:ext cx="3773804" cy="308418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Backtrack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obtain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full</a:t>
            </a:r>
            <a:r>
              <a:rPr kumimoji="0" sz="1800" b="0" i="0" u="none" strike="noStrike" kern="1200" cap="none" spc="-3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hypothesis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9AB028-5A92-4C25-ABA6-1698D48D3BDA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22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How </a:t>
            </a:r>
            <a:r>
              <a:rPr spc="-114" dirty="0"/>
              <a:t>do </a:t>
            </a:r>
            <a:r>
              <a:rPr spc="-175" dirty="0"/>
              <a:t>we evaluate </a:t>
            </a:r>
            <a:r>
              <a:rPr spc="-114" dirty="0"/>
              <a:t>Machine</a:t>
            </a:r>
            <a:r>
              <a:rPr spc="-685" dirty="0"/>
              <a:t> </a:t>
            </a:r>
            <a:r>
              <a:rPr spc="-155" dirty="0"/>
              <a:t>Translation?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6794008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BLEU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B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l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ingual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E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valuation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U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nderstudy)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983740"/>
            <a:ext cx="8231505" cy="4180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BLEU compares the </a:t>
            </a: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machine-written translation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to one or  several </a:t>
            </a: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human-written translation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(s), and computes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similarity  score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based on: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-gram precision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(usually for 1, 2, 3 and 4-grams)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Plus a penalty for too-short system translations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/>
              <a:defRPr/>
            </a:pPr>
            <a:endParaRPr kumimoji="0" sz="35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BLEU is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useful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but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imperfect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There are many valid ways to translate a sentence</a:t>
            </a:r>
          </a:p>
          <a:p>
            <a:pPr marL="698500" marR="300355" lvl="1" indent="-229235" algn="l" defTabSz="914400" rtl="0" eaLnBrk="1" fontAlgn="auto" latinLnBrk="0" hangingPunct="1">
              <a:lnSpc>
                <a:spcPct val="100800"/>
              </a:lnSpc>
              <a:spcBef>
                <a:spcPts val="55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good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translation can get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poor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BLEU score because it  has low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-gram overlap with the human translation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11346" y="6467957"/>
            <a:ext cx="50425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sng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Trebuchet MS"/>
              </a:rPr>
              <a:t>Source:</a:t>
            </a:r>
            <a:r>
              <a:rPr kumimoji="0" sz="10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10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”</a:t>
            </a:r>
            <a:r>
              <a:rPr kumimoji="0" sz="10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BLEU: </a:t>
            </a:r>
            <a:r>
              <a:rPr kumimoji="0" sz="1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1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Method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</a:t>
            </a:r>
            <a:r>
              <a:rPr kumimoji="0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Automatic </a:t>
            </a:r>
            <a:r>
              <a:rPr kumimoji="0" sz="1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Evaluation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Machine </a:t>
            </a:r>
            <a:r>
              <a:rPr kumimoji="0" sz="1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Translation", </a:t>
            </a:r>
            <a:r>
              <a:rPr kumimoji="0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Papineni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et </a:t>
            </a:r>
            <a:r>
              <a:rPr kumimoji="0" sz="1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al, </a:t>
            </a:r>
            <a:r>
              <a:rPr kumimoji="0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2002.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4F86A-1096-43E1-BDAB-4C4F8917CAE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522845" cy="781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5"/>
              </a:spcBef>
            </a:pPr>
            <a:r>
              <a:rPr spc="20" dirty="0"/>
              <a:t>MT </a:t>
            </a:r>
            <a:r>
              <a:rPr spc="-150" dirty="0"/>
              <a:t>progress </a:t>
            </a:r>
            <a:r>
              <a:rPr spc="-180" dirty="0"/>
              <a:t>over</a:t>
            </a:r>
            <a:r>
              <a:rPr spc="-625" dirty="0"/>
              <a:t> </a:t>
            </a:r>
            <a:r>
              <a:rPr spc="-175" dirty="0"/>
              <a:t>time</a:t>
            </a:r>
          </a:p>
          <a:p>
            <a:pPr marL="12700">
              <a:lnSpc>
                <a:spcPts val="2130"/>
              </a:lnSpc>
            </a:pPr>
            <a:r>
              <a:rPr sz="1800" b="0" spc="-75" dirty="0">
                <a:latin typeface="Garamond" panose="02020404030301010803" pitchFamily="18" charset="0"/>
                <a:cs typeface="Arial"/>
              </a:rPr>
              <a:t>[Edinburgh </a:t>
            </a:r>
            <a:r>
              <a:rPr sz="1800" b="0" spc="-150" dirty="0">
                <a:latin typeface="Garamond" panose="02020404030301010803" pitchFamily="18" charset="0"/>
                <a:cs typeface="Arial"/>
              </a:rPr>
              <a:t>En-De </a:t>
            </a:r>
            <a:r>
              <a:rPr sz="1800" b="0" spc="-100" dirty="0">
                <a:latin typeface="Garamond" panose="02020404030301010803" pitchFamily="18" charset="0"/>
                <a:cs typeface="Arial"/>
              </a:rPr>
              <a:t>WMT </a:t>
            </a:r>
            <a:r>
              <a:rPr sz="1800" b="0" spc="-80" dirty="0">
                <a:latin typeface="Garamond" panose="02020404030301010803" pitchFamily="18" charset="0"/>
                <a:cs typeface="Arial"/>
              </a:rPr>
              <a:t>newstest2013 </a:t>
            </a:r>
            <a:r>
              <a:rPr sz="1800" b="0" spc="-175" dirty="0">
                <a:latin typeface="Garamond" panose="02020404030301010803" pitchFamily="18" charset="0"/>
                <a:cs typeface="Arial"/>
              </a:rPr>
              <a:t>Cased </a:t>
            </a:r>
            <a:r>
              <a:rPr sz="1800" b="0" spc="-195" dirty="0">
                <a:latin typeface="Garamond" panose="02020404030301010803" pitchFamily="18" charset="0"/>
                <a:cs typeface="Arial"/>
              </a:rPr>
              <a:t>BLEU; </a:t>
            </a:r>
            <a:r>
              <a:rPr sz="1800" b="0" spc="-110" dirty="0">
                <a:latin typeface="Garamond" panose="02020404030301010803" pitchFamily="18" charset="0"/>
                <a:cs typeface="Arial"/>
              </a:rPr>
              <a:t>NMT </a:t>
            </a:r>
            <a:r>
              <a:rPr sz="1800" b="0" spc="-90" dirty="0">
                <a:latin typeface="Garamond" panose="02020404030301010803" pitchFamily="18" charset="0"/>
                <a:cs typeface="Arial"/>
              </a:rPr>
              <a:t>2015 </a:t>
            </a:r>
            <a:r>
              <a:rPr sz="1800" b="0" spc="-20" dirty="0">
                <a:latin typeface="Garamond" panose="02020404030301010803" pitchFamily="18" charset="0"/>
                <a:cs typeface="Arial"/>
              </a:rPr>
              <a:t>from </a:t>
            </a:r>
            <a:r>
              <a:rPr sz="1800" b="0" spc="-120" dirty="0">
                <a:latin typeface="Garamond" panose="02020404030301010803" pitchFamily="18" charset="0"/>
                <a:cs typeface="Arial"/>
              </a:rPr>
              <a:t>U.</a:t>
            </a:r>
            <a:r>
              <a:rPr sz="1800" b="0" spc="-150" dirty="0">
                <a:latin typeface="Garamond" panose="02020404030301010803" pitchFamily="18" charset="0"/>
                <a:cs typeface="Arial"/>
              </a:rPr>
              <a:t> </a:t>
            </a:r>
            <a:r>
              <a:rPr sz="1800" b="0" spc="-20" dirty="0">
                <a:latin typeface="Garamond" panose="02020404030301010803" pitchFamily="18" charset="0"/>
                <a:cs typeface="Arial"/>
              </a:rPr>
              <a:t>Montréal]</a:t>
            </a:r>
            <a:endParaRPr sz="18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83729" y="1441703"/>
            <a:ext cx="7795895" cy="4016375"/>
            <a:chOff x="883729" y="1441703"/>
            <a:chExt cx="7795895" cy="4016375"/>
          </a:xfrm>
        </p:grpSpPr>
        <p:sp>
          <p:nvSpPr>
            <p:cNvPr id="4" name="object 4"/>
            <p:cNvSpPr/>
            <p:nvPr/>
          </p:nvSpPr>
          <p:spPr>
            <a:xfrm>
              <a:off x="888491" y="2516123"/>
              <a:ext cx="2204085" cy="2204085"/>
            </a:xfrm>
            <a:custGeom>
              <a:avLst/>
              <a:gdLst/>
              <a:ahLst/>
              <a:cxnLst/>
              <a:rect l="l" t="t" r="r" b="b"/>
              <a:pathLst>
                <a:path w="2204085" h="2204085">
                  <a:moveTo>
                    <a:pt x="0" y="2203704"/>
                  </a:moveTo>
                  <a:lnTo>
                    <a:pt x="256032" y="2203704"/>
                  </a:lnTo>
                </a:path>
                <a:path w="2204085" h="2204085">
                  <a:moveTo>
                    <a:pt x="665988" y="2203704"/>
                  </a:moveTo>
                  <a:lnTo>
                    <a:pt x="769620" y="2203704"/>
                  </a:lnTo>
                </a:path>
                <a:path w="2204085" h="2204085">
                  <a:moveTo>
                    <a:pt x="0" y="1469136"/>
                  </a:moveTo>
                  <a:lnTo>
                    <a:pt x="256032" y="1469136"/>
                  </a:lnTo>
                </a:path>
                <a:path w="2204085" h="2204085">
                  <a:moveTo>
                    <a:pt x="665988" y="1469136"/>
                  </a:moveTo>
                  <a:lnTo>
                    <a:pt x="769620" y="1469136"/>
                  </a:lnTo>
                </a:path>
                <a:path w="2204085" h="2204085">
                  <a:moveTo>
                    <a:pt x="0" y="734567"/>
                  </a:moveTo>
                  <a:lnTo>
                    <a:pt x="256032" y="734567"/>
                  </a:lnTo>
                </a:path>
                <a:path w="2204085" h="2204085">
                  <a:moveTo>
                    <a:pt x="665988" y="734567"/>
                  </a:moveTo>
                  <a:lnTo>
                    <a:pt x="769620" y="734567"/>
                  </a:lnTo>
                </a:path>
                <a:path w="2204085" h="2204085">
                  <a:moveTo>
                    <a:pt x="0" y="0"/>
                  </a:moveTo>
                  <a:lnTo>
                    <a:pt x="256032" y="0"/>
                  </a:lnTo>
                </a:path>
                <a:path w="2204085" h="2204085">
                  <a:moveTo>
                    <a:pt x="665988" y="0"/>
                  </a:moveTo>
                  <a:lnTo>
                    <a:pt x="2203704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4523" y="2471927"/>
              <a:ext cx="410209" cy="2981325"/>
            </a:xfrm>
            <a:custGeom>
              <a:avLst/>
              <a:gdLst/>
              <a:ahLst/>
              <a:cxnLst/>
              <a:rect l="l" t="t" r="r" b="b"/>
              <a:pathLst>
                <a:path w="410209" h="2981325">
                  <a:moveTo>
                    <a:pt x="409956" y="0"/>
                  </a:moveTo>
                  <a:lnTo>
                    <a:pt x="0" y="0"/>
                  </a:lnTo>
                  <a:lnTo>
                    <a:pt x="0" y="2980944"/>
                  </a:lnTo>
                  <a:lnTo>
                    <a:pt x="409956" y="2980944"/>
                  </a:lnTo>
                  <a:lnTo>
                    <a:pt x="409956" y="0"/>
                  </a:lnTo>
                  <a:close/>
                </a:path>
              </a:pathLst>
            </a:custGeom>
            <a:solidFill>
              <a:srgbClr val="A3001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066544" y="2516123"/>
              <a:ext cx="1537970" cy="2204085"/>
            </a:xfrm>
            <a:custGeom>
              <a:avLst/>
              <a:gdLst/>
              <a:ahLst/>
              <a:cxnLst/>
              <a:rect l="l" t="t" r="r" b="b"/>
              <a:pathLst>
                <a:path w="1537970" h="2204085">
                  <a:moveTo>
                    <a:pt x="0" y="2203704"/>
                  </a:moveTo>
                  <a:lnTo>
                    <a:pt x="1025651" y="2203704"/>
                  </a:lnTo>
                </a:path>
                <a:path w="1537970" h="2204085">
                  <a:moveTo>
                    <a:pt x="1434083" y="2203704"/>
                  </a:moveTo>
                  <a:lnTo>
                    <a:pt x="1537716" y="2203704"/>
                  </a:lnTo>
                </a:path>
                <a:path w="1537970" h="2204085">
                  <a:moveTo>
                    <a:pt x="0" y="1469136"/>
                  </a:moveTo>
                  <a:lnTo>
                    <a:pt x="1025651" y="1469136"/>
                  </a:lnTo>
                </a:path>
                <a:path w="1537970" h="2204085">
                  <a:moveTo>
                    <a:pt x="1434083" y="1469136"/>
                  </a:moveTo>
                  <a:lnTo>
                    <a:pt x="1537716" y="1469136"/>
                  </a:lnTo>
                </a:path>
                <a:path w="1537970" h="2204085">
                  <a:moveTo>
                    <a:pt x="0" y="734567"/>
                  </a:moveTo>
                  <a:lnTo>
                    <a:pt x="1025651" y="734567"/>
                  </a:lnTo>
                </a:path>
                <a:path w="1537970" h="2204085">
                  <a:moveTo>
                    <a:pt x="1434083" y="734567"/>
                  </a:moveTo>
                  <a:lnTo>
                    <a:pt x="1537716" y="734567"/>
                  </a:lnTo>
                </a:path>
                <a:path w="1537970" h="2204085">
                  <a:moveTo>
                    <a:pt x="1434083" y="0"/>
                  </a:moveTo>
                  <a:lnTo>
                    <a:pt x="1537716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092196" y="2385059"/>
              <a:ext cx="408940" cy="3068320"/>
            </a:xfrm>
            <a:custGeom>
              <a:avLst/>
              <a:gdLst/>
              <a:ahLst/>
              <a:cxnLst/>
              <a:rect l="l" t="t" r="r" b="b"/>
              <a:pathLst>
                <a:path w="408939" h="3068320">
                  <a:moveTo>
                    <a:pt x="408431" y="0"/>
                  </a:moveTo>
                  <a:lnTo>
                    <a:pt x="0" y="0"/>
                  </a:lnTo>
                  <a:lnTo>
                    <a:pt x="0" y="3067812"/>
                  </a:lnTo>
                  <a:lnTo>
                    <a:pt x="408431" y="3067812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A3001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658111" y="2604515"/>
              <a:ext cx="408940" cy="2848610"/>
            </a:xfrm>
            <a:custGeom>
              <a:avLst/>
              <a:gdLst/>
              <a:ahLst/>
              <a:cxnLst/>
              <a:rect l="l" t="t" r="r" b="b"/>
              <a:pathLst>
                <a:path w="408939" h="2848610">
                  <a:moveTo>
                    <a:pt x="408431" y="0"/>
                  </a:moveTo>
                  <a:lnTo>
                    <a:pt x="0" y="0"/>
                  </a:lnTo>
                  <a:lnTo>
                    <a:pt x="0" y="2848356"/>
                  </a:lnTo>
                  <a:lnTo>
                    <a:pt x="408431" y="2848356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0046B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012691" y="2516123"/>
              <a:ext cx="1537970" cy="2204085"/>
            </a:xfrm>
            <a:custGeom>
              <a:avLst/>
              <a:gdLst/>
              <a:ahLst/>
              <a:cxnLst/>
              <a:rect l="l" t="t" r="r" b="b"/>
              <a:pathLst>
                <a:path w="1537970" h="2204085">
                  <a:moveTo>
                    <a:pt x="0" y="2203704"/>
                  </a:moveTo>
                  <a:lnTo>
                    <a:pt x="1025652" y="2203704"/>
                  </a:lnTo>
                </a:path>
                <a:path w="1537970" h="2204085">
                  <a:moveTo>
                    <a:pt x="1434084" y="2203704"/>
                  </a:moveTo>
                  <a:lnTo>
                    <a:pt x="1537716" y="2203704"/>
                  </a:lnTo>
                </a:path>
                <a:path w="1537970" h="2204085">
                  <a:moveTo>
                    <a:pt x="0" y="1469136"/>
                  </a:moveTo>
                  <a:lnTo>
                    <a:pt x="1025652" y="1469136"/>
                  </a:lnTo>
                </a:path>
                <a:path w="1537970" h="2204085">
                  <a:moveTo>
                    <a:pt x="1434084" y="1469136"/>
                  </a:moveTo>
                  <a:lnTo>
                    <a:pt x="1537716" y="1469136"/>
                  </a:lnTo>
                </a:path>
                <a:path w="1537970" h="2204085">
                  <a:moveTo>
                    <a:pt x="0" y="734567"/>
                  </a:moveTo>
                  <a:lnTo>
                    <a:pt x="1025652" y="734567"/>
                  </a:lnTo>
                </a:path>
                <a:path w="1537970" h="2204085">
                  <a:moveTo>
                    <a:pt x="1434084" y="734567"/>
                  </a:moveTo>
                  <a:lnTo>
                    <a:pt x="1537716" y="734567"/>
                  </a:lnTo>
                </a:path>
                <a:path w="1537970" h="2204085">
                  <a:moveTo>
                    <a:pt x="0" y="0"/>
                  </a:moveTo>
                  <a:lnTo>
                    <a:pt x="1025652" y="0"/>
                  </a:lnTo>
                </a:path>
                <a:path w="1537970" h="2204085">
                  <a:moveTo>
                    <a:pt x="1434084" y="0"/>
                  </a:moveTo>
                  <a:lnTo>
                    <a:pt x="1537716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038344" y="2398775"/>
              <a:ext cx="408940" cy="3054350"/>
            </a:xfrm>
            <a:custGeom>
              <a:avLst/>
              <a:gdLst/>
              <a:ahLst/>
              <a:cxnLst/>
              <a:rect l="l" t="t" r="r" b="b"/>
              <a:pathLst>
                <a:path w="408939" h="3054350">
                  <a:moveTo>
                    <a:pt x="408431" y="0"/>
                  </a:moveTo>
                  <a:lnTo>
                    <a:pt x="0" y="0"/>
                  </a:lnTo>
                  <a:lnTo>
                    <a:pt x="0" y="3054096"/>
                  </a:lnTo>
                  <a:lnTo>
                    <a:pt x="408431" y="3054096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A3001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604259" y="2487167"/>
              <a:ext cx="408940" cy="2966085"/>
            </a:xfrm>
            <a:custGeom>
              <a:avLst/>
              <a:gdLst/>
              <a:ahLst/>
              <a:cxnLst/>
              <a:rect l="l" t="t" r="r" b="b"/>
              <a:pathLst>
                <a:path w="408939" h="2966085">
                  <a:moveTo>
                    <a:pt x="408431" y="0"/>
                  </a:moveTo>
                  <a:lnTo>
                    <a:pt x="0" y="0"/>
                  </a:lnTo>
                  <a:lnTo>
                    <a:pt x="0" y="2965704"/>
                  </a:lnTo>
                  <a:lnTo>
                    <a:pt x="408431" y="2965704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0046B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960363" y="2516123"/>
              <a:ext cx="1536700" cy="2204085"/>
            </a:xfrm>
            <a:custGeom>
              <a:avLst/>
              <a:gdLst/>
              <a:ahLst/>
              <a:cxnLst/>
              <a:rect l="l" t="t" r="r" b="b"/>
              <a:pathLst>
                <a:path w="1536700" h="2204085">
                  <a:moveTo>
                    <a:pt x="0" y="2203704"/>
                  </a:moveTo>
                  <a:lnTo>
                    <a:pt x="102108" y="2203704"/>
                  </a:lnTo>
                </a:path>
                <a:path w="1536700" h="2204085">
                  <a:moveTo>
                    <a:pt x="512063" y="2203704"/>
                  </a:moveTo>
                  <a:lnTo>
                    <a:pt x="1024128" y="2203704"/>
                  </a:lnTo>
                </a:path>
                <a:path w="1536700" h="2204085">
                  <a:moveTo>
                    <a:pt x="1432560" y="2203704"/>
                  </a:moveTo>
                  <a:lnTo>
                    <a:pt x="1536191" y="2203704"/>
                  </a:lnTo>
                </a:path>
                <a:path w="1536700" h="2204085">
                  <a:moveTo>
                    <a:pt x="512063" y="1469136"/>
                  </a:moveTo>
                  <a:lnTo>
                    <a:pt x="1024128" y="1469136"/>
                  </a:lnTo>
                </a:path>
                <a:path w="1536700" h="2204085">
                  <a:moveTo>
                    <a:pt x="1432560" y="1469136"/>
                  </a:moveTo>
                  <a:lnTo>
                    <a:pt x="1536191" y="1469136"/>
                  </a:lnTo>
                </a:path>
                <a:path w="1536700" h="2204085">
                  <a:moveTo>
                    <a:pt x="512063" y="734567"/>
                  </a:moveTo>
                  <a:lnTo>
                    <a:pt x="1024128" y="734567"/>
                  </a:lnTo>
                </a:path>
                <a:path w="1536700" h="2204085">
                  <a:moveTo>
                    <a:pt x="1432560" y="734567"/>
                  </a:moveTo>
                  <a:lnTo>
                    <a:pt x="1536191" y="734567"/>
                  </a:lnTo>
                </a:path>
                <a:path w="1536700" h="2204085">
                  <a:moveTo>
                    <a:pt x="0" y="0"/>
                  </a:moveTo>
                  <a:lnTo>
                    <a:pt x="1024128" y="0"/>
                  </a:lnTo>
                </a:path>
                <a:path w="1536700" h="2204085">
                  <a:moveTo>
                    <a:pt x="1432560" y="0"/>
                  </a:moveTo>
                  <a:lnTo>
                    <a:pt x="1536191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84491" y="2296667"/>
              <a:ext cx="408940" cy="3156585"/>
            </a:xfrm>
            <a:custGeom>
              <a:avLst/>
              <a:gdLst/>
              <a:ahLst/>
              <a:cxnLst/>
              <a:rect l="l" t="t" r="r" b="b"/>
              <a:pathLst>
                <a:path w="408940" h="3156585">
                  <a:moveTo>
                    <a:pt x="408431" y="0"/>
                  </a:moveTo>
                  <a:lnTo>
                    <a:pt x="0" y="0"/>
                  </a:lnTo>
                  <a:lnTo>
                    <a:pt x="0" y="3156204"/>
                  </a:lnTo>
                  <a:lnTo>
                    <a:pt x="408431" y="3156204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A3001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960363" y="3250691"/>
              <a:ext cx="102235" cy="734695"/>
            </a:xfrm>
            <a:custGeom>
              <a:avLst/>
              <a:gdLst/>
              <a:ahLst/>
              <a:cxnLst/>
              <a:rect l="l" t="t" r="r" b="b"/>
              <a:pathLst>
                <a:path w="102235" h="734695">
                  <a:moveTo>
                    <a:pt x="0" y="734568"/>
                  </a:moveTo>
                  <a:lnTo>
                    <a:pt x="102108" y="734568"/>
                  </a:lnTo>
                </a:path>
                <a:path w="102235" h="734695">
                  <a:moveTo>
                    <a:pt x="0" y="0"/>
                  </a:moveTo>
                  <a:lnTo>
                    <a:pt x="102108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550407" y="2223515"/>
              <a:ext cx="410209" cy="3229610"/>
            </a:xfrm>
            <a:custGeom>
              <a:avLst/>
              <a:gdLst/>
              <a:ahLst/>
              <a:cxnLst/>
              <a:rect l="l" t="t" r="r" b="b"/>
              <a:pathLst>
                <a:path w="410210" h="3229610">
                  <a:moveTo>
                    <a:pt x="409955" y="0"/>
                  </a:moveTo>
                  <a:lnTo>
                    <a:pt x="0" y="0"/>
                  </a:lnTo>
                  <a:lnTo>
                    <a:pt x="0" y="3229356"/>
                  </a:lnTo>
                  <a:lnTo>
                    <a:pt x="409955" y="3229356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0046B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906511" y="2516123"/>
              <a:ext cx="102235" cy="2204085"/>
            </a:xfrm>
            <a:custGeom>
              <a:avLst/>
              <a:gdLst/>
              <a:ahLst/>
              <a:cxnLst/>
              <a:rect l="l" t="t" r="r" b="b"/>
              <a:pathLst>
                <a:path w="102234" h="2204085">
                  <a:moveTo>
                    <a:pt x="0" y="2203704"/>
                  </a:moveTo>
                  <a:lnTo>
                    <a:pt x="102108" y="2203704"/>
                  </a:lnTo>
                </a:path>
                <a:path w="102234" h="2204085">
                  <a:moveTo>
                    <a:pt x="0" y="1469136"/>
                  </a:moveTo>
                  <a:lnTo>
                    <a:pt x="102108" y="1469136"/>
                  </a:lnTo>
                </a:path>
                <a:path w="102234" h="2204085">
                  <a:moveTo>
                    <a:pt x="0" y="734567"/>
                  </a:moveTo>
                  <a:lnTo>
                    <a:pt x="102108" y="734567"/>
                  </a:lnTo>
                </a:path>
                <a:path w="102234" h="2204085">
                  <a:moveTo>
                    <a:pt x="0" y="0"/>
                  </a:moveTo>
                  <a:lnTo>
                    <a:pt x="102108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496556" y="2208275"/>
              <a:ext cx="410209" cy="3244850"/>
            </a:xfrm>
            <a:custGeom>
              <a:avLst/>
              <a:gdLst/>
              <a:ahLst/>
              <a:cxnLst/>
              <a:rect l="l" t="t" r="r" b="b"/>
              <a:pathLst>
                <a:path w="410209" h="3244850">
                  <a:moveTo>
                    <a:pt x="409955" y="0"/>
                  </a:moveTo>
                  <a:lnTo>
                    <a:pt x="0" y="0"/>
                  </a:lnTo>
                  <a:lnTo>
                    <a:pt x="0" y="3244596"/>
                  </a:lnTo>
                  <a:lnTo>
                    <a:pt x="409955" y="3244596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0046B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062471" y="2673095"/>
              <a:ext cx="410209" cy="2780030"/>
            </a:xfrm>
            <a:custGeom>
              <a:avLst/>
              <a:gdLst/>
              <a:ahLst/>
              <a:cxnLst/>
              <a:rect l="l" t="t" r="r" b="b"/>
              <a:pathLst>
                <a:path w="410210" h="2780029">
                  <a:moveTo>
                    <a:pt x="409955" y="0"/>
                  </a:moveTo>
                  <a:lnTo>
                    <a:pt x="0" y="0"/>
                  </a:lnTo>
                  <a:lnTo>
                    <a:pt x="0" y="2779776"/>
                  </a:lnTo>
                  <a:lnTo>
                    <a:pt x="409955" y="2779776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35ACA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8418575" y="2516123"/>
              <a:ext cx="256540" cy="2204085"/>
            </a:xfrm>
            <a:custGeom>
              <a:avLst/>
              <a:gdLst/>
              <a:ahLst/>
              <a:cxnLst/>
              <a:rect l="l" t="t" r="r" b="b"/>
              <a:pathLst>
                <a:path w="256540" h="2204085">
                  <a:moveTo>
                    <a:pt x="0" y="2203704"/>
                  </a:moveTo>
                  <a:lnTo>
                    <a:pt x="256031" y="2203704"/>
                  </a:lnTo>
                </a:path>
                <a:path w="256540" h="2204085">
                  <a:moveTo>
                    <a:pt x="0" y="1469136"/>
                  </a:moveTo>
                  <a:lnTo>
                    <a:pt x="256031" y="1469136"/>
                  </a:lnTo>
                </a:path>
                <a:path w="256540" h="2204085">
                  <a:moveTo>
                    <a:pt x="0" y="734567"/>
                  </a:moveTo>
                  <a:lnTo>
                    <a:pt x="256031" y="734567"/>
                  </a:lnTo>
                </a:path>
                <a:path w="256540" h="2204085">
                  <a:moveTo>
                    <a:pt x="0" y="0"/>
                  </a:moveTo>
                  <a:lnTo>
                    <a:pt x="256031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008620" y="1929383"/>
              <a:ext cx="410209" cy="3523615"/>
            </a:xfrm>
            <a:custGeom>
              <a:avLst/>
              <a:gdLst/>
              <a:ahLst/>
              <a:cxnLst/>
              <a:rect l="l" t="t" r="r" b="b"/>
              <a:pathLst>
                <a:path w="410209" h="3523615">
                  <a:moveTo>
                    <a:pt x="409955" y="0"/>
                  </a:moveTo>
                  <a:lnTo>
                    <a:pt x="0" y="0"/>
                  </a:lnTo>
                  <a:lnTo>
                    <a:pt x="0" y="3523488"/>
                  </a:lnTo>
                  <a:lnTo>
                    <a:pt x="409955" y="3523488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35ACA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88491" y="1781555"/>
              <a:ext cx="7786370" cy="3671570"/>
            </a:xfrm>
            <a:custGeom>
              <a:avLst/>
              <a:gdLst/>
              <a:ahLst/>
              <a:cxnLst/>
              <a:rect l="l" t="t" r="r" b="b"/>
              <a:pathLst>
                <a:path w="7786370" h="3671570">
                  <a:moveTo>
                    <a:pt x="0" y="3671316"/>
                  </a:moveTo>
                  <a:lnTo>
                    <a:pt x="7786115" y="3671316"/>
                  </a:lnTo>
                </a:path>
                <a:path w="7786370" h="3671570">
                  <a:moveTo>
                    <a:pt x="0" y="0"/>
                  </a:moveTo>
                  <a:lnTo>
                    <a:pt x="7786115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025895" y="1441703"/>
              <a:ext cx="140335" cy="140335"/>
            </a:xfrm>
            <a:custGeom>
              <a:avLst/>
              <a:gdLst/>
              <a:ahLst/>
              <a:cxnLst/>
              <a:rect l="l" t="t" r="r" b="b"/>
              <a:pathLst>
                <a:path w="140335" h="140334">
                  <a:moveTo>
                    <a:pt x="140208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40208" y="140208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35ACA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92325" y="5591047"/>
            <a:ext cx="541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013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38854" y="5591047"/>
            <a:ext cx="541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014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85257" y="5591047"/>
            <a:ext cx="541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2015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32040" y="5591047"/>
            <a:ext cx="541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016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14627" y="1441703"/>
            <a:ext cx="139065" cy="140335"/>
          </a:xfrm>
          <a:custGeom>
            <a:avLst/>
            <a:gdLst/>
            <a:ahLst/>
            <a:cxnLst/>
            <a:rect l="l" t="t" r="r" b="b"/>
            <a:pathLst>
              <a:path w="139065" h="140334">
                <a:moveTo>
                  <a:pt x="138684" y="0"/>
                </a:moveTo>
                <a:lnTo>
                  <a:pt x="0" y="0"/>
                </a:lnTo>
                <a:lnTo>
                  <a:pt x="0" y="140208"/>
                </a:lnTo>
                <a:lnTo>
                  <a:pt x="138684" y="140208"/>
                </a:lnTo>
                <a:lnTo>
                  <a:pt x="138684" y="0"/>
                </a:lnTo>
                <a:close/>
              </a:path>
            </a:pathLst>
          </a:custGeom>
          <a:solidFill>
            <a:srgbClr val="A3001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30167" y="1441703"/>
            <a:ext cx="139065" cy="140335"/>
          </a:xfrm>
          <a:custGeom>
            <a:avLst/>
            <a:gdLst/>
            <a:ahLst/>
            <a:cxnLst/>
            <a:rect l="l" t="t" r="r" b="b"/>
            <a:pathLst>
              <a:path w="139064" h="140334">
                <a:moveTo>
                  <a:pt x="138684" y="0"/>
                </a:moveTo>
                <a:lnTo>
                  <a:pt x="0" y="0"/>
                </a:lnTo>
                <a:lnTo>
                  <a:pt x="0" y="140208"/>
                </a:lnTo>
                <a:lnTo>
                  <a:pt x="138684" y="140208"/>
                </a:lnTo>
                <a:lnTo>
                  <a:pt x="138684" y="0"/>
                </a:lnTo>
                <a:close/>
              </a:path>
            </a:pathLst>
          </a:custGeom>
          <a:solidFill>
            <a:srgbClr val="0046B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xfrm>
            <a:off x="383540" y="1318006"/>
            <a:ext cx="6951980" cy="43864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0">
              <a:lnSpc>
                <a:spcPts val="2265"/>
              </a:lnSpc>
              <a:spcBef>
                <a:spcPts val="105"/>
              </a:spcBef>
              <a:tabLst>
                <a:tab pos="3450590" algn="l"/>
                <a:tab pos="5847715" algn="l"/>
              </a:tabLst>
            </a:pPr>
            <a:r>
              <a:rPr spc="-125" dirty="0"/>
              <a:t>Phrase-based</a:t>
            </a:r>
            <a:r>
              <a:rPr spc="-100" dirty="0"/>
              <a:t> </a:t>
            </a:r>
            <a:r>
              <a:rPr spc="-210" dirty="0"/>
              <a:t>SMT	</a:t>
            </a:r>
            <a:r>
              <a:rPr spc="-120" dirty="0"/>
              <a:t>Syntax-based</a:t>
            </a:r>
            <a:r>
              <a:rPr spc="-110" dirty="0"/>
              <a:t> </a:t>
            </a:r>
            <a:r>
              <a:rPr spc="-210" dirty="0"/>
              <a:t>SMT	</a:t>
            </a:r>
            <a:r>
              <a:rPr spc="-75" dirty="0"/>
              <a:t>Neural</a:t>
            </a:r>
            <a:r>
              <a:rPr spc="-180" dirty="0"/>
              <a:t> </a:t>
            </a:r>
            <a:r>
              <a:rPr spc="-105" dirty="0"/>
              <a:t>MT</a:t>
            </a:r>
          </a:p>
          <a:p>
            <a:pPr marL="12700">
              <a:lnSpc>
                <a:spcPts val="2265"/>
              </a:lnSpc>
            </a:pPr>
            <a:r>
              <a:rPr spc="-110" dirty="0"/>
              <a:t>25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/>
          </a:p>
          <a:p>
            <a:pPr marR="6675120" algn="r">
              <a:lnSpc>
                <a:spcPct val="100000"/>
              </a:lnSpc>
            </a:pPr>
            <a:r>
              <a:rPr spc="-110" dirty="0"/>
              <a:t>20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/>
          </a:p>
          <a:p>
            <a:pPr marR="6675120" algn="r">
              <a:lnSpc>
                <a:spcPct val="100000"/>
              </a:lnSpc>
              <a:spcBef>
                <a:spcPts val="5"/>
              </a:spcBef>
            </a:pPr>
            <a:r>
              <a:rPr spc="-110" dirty="0"/>
              <a:t>15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/>
          </a:p>
          <a:p>
            <a:pPr marR="6675120" algn="r">
              <a:lnSpc>
                <a:spcPct val="100000"/>
              </a:lnSpc>
            </a:pPr>
            <a:r>
              <a:rPr spc="-110" dirty="0"/>
              <a:t>10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 dirty="0"/>
          </a:p>
          <a:p>
            <a:pPr marR="6673215" algn="r">
              <a:lnSpc>
                <a:spcPct val="100000"/>
              </a:lnSpc>
            </a:pPr>
            <a:r>
              <a:rPr spc="-100" dirty="0"/>
              <a:t>5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/>
          </a:p>
          <a:p>
            <a:pPr marR="6673215" algn="r">
              <a:lnSpc>
                <a:spcPct val="100000"/>
              </a:lnSpc>
            </a:pPr>
            <a:r>
              <a:rPr spc="-100" dirty="0"/>
              <a:t>0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818894" y="6419189"/>
            <a:ext cx="68560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Source</a:t>
            </a:r>
            <a:r>
              <a:rPr kumimoji="0" sz="1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  <a:r>
              <a:rPr kumimoji="0" sz="16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heavy" strike="noStrike" kern="1200" cap="none" spc="-4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http://www.meta-net.eu/events/meta-forum-2016/slides/09_sennrich.pdf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98766" y="1545716"/>
            <a:ext cx="8004175" cy="1766570"/>
            <a:chOff x="998766" y="1545716"/>
            <a:chExt cx="8004175" cy="1766570"/>
          </a:xfrm>
        </p:grpSpPr>
        <p:sp>
          <p:nvSpPr>
            <p:cNvPr id="32" name="object 32"/>
            <p:cNvSpPr/>
            <p:nvPr/>
          </p:nvSpPr>
          <p:spPr>
            <a:xfrm>
              <a:off x="4569205" y="1545716"/>
              <a:ext cx="4433570" cy="1766570"/>
            </a:xfrm>
            <a:custGeom>
              <a:avLst/>
              <a:gdLst/>
              <a:ahLst/>
              <a:cxnLst/>
              <a:rect l="l" t="t" r="r" b="b"/>
              <a:pathLst>
                <a:path w="4433570" h="1766570">
                  <a:moveTo>
                    <a:pt x="4217166" y="95593"/>
                  </a:moveTo>
                  <a:lnTo>
                    <a:pt x="0" y="1695196"/>
                  </a:lnTo>
                  <a:lnTo>
                    <a:pt x="26924" y="1766443"/>
                  </a:lnTo>
                  <a:lnTo>
                    <a:pt x="4244282" y="166814"/>
                  </a:lnTo>
                  <a:lnTo>
                    <a:pt x="4291775" y="108082"/>
                  </a:lnTo>
                  <a:lnTo>
                    <a:pt x="4217166" y="95593"/>
                  </a:lnTo>
                  <a:close/>
                </a:path>
                <a:path w="4433570" h="1766570">
                  <a:moveTo>
                    <a:pt x="4380097" y="45593"/>
                  </a:moveTo>
                  <a:lnTo>
                    <a:pt x="4348988" y="45593"/>
                  </a:lnTo>
                  <a:lnTo>
                    <a:pt x="4376039" y="116840"/>
                  </a:lnTo>
                  <a:lnTo>
                    <a:pt x="4244282" y="166814"/>
                  </a:lnTo>
                  <a:lnTo>
                    <a:pt x="4166489" y="263017"/>
                  </a:lnTo>
                  <a:lnTo>
                    <a:pt x="4159504" y="276445"/>
                  </a:lnTo>
                  <a:lnTo>
                    <a:pt x="4158233" y="291004"/>
                  </a:lnTo>
                  <a:lnTo>
                    <a:pt x="4162488" y="304968"/>
                  </a:lnTo>
                  <a:lnTo>
                    <a:pt x="4172077" y="316611"/>
                  </a:lnTo>
                  <a:lnTo>
                    <a:pt x="4185505" y="323594"/>
                  </a:lnTo>
                  <a:lnTo>
                    <a:pt x="4200064" y="324850"/>
                  </a:lnTo>
                  <a:lnTo>
                    <a:pt x="4214028" y="320557"/>
                  </a:lnTo>
                  <a:lnTo>
                    <a:pt x="4225671" y="310896"/>
                  </a:lnTo>
                  <a:lnTo>
                    <a:pt x="4433189" y="54483"/>
                  </a:lnTo>
                  <a:lnTo>
                    <a:pt x="4380097" y="45593"/>
                  </a:lnTo>
                  <a:close/>
                </a:path>
                <a:path w="4433570" h="1766570">
                  <a:moveTo>
                    <a:pt x="4291775" y="108082"/>
                  </a:moveTo>
                  <a:lnTo>
                    <a:pt x="4244282" y="166814"/>
                  </a:lnTo>
                  <a:lnTo>
                    <a:pt x="4370681" y="118872"/>
                  </a:lnTo>
                  <a:lnTo>
                    <a:pt x="4356227" y="118872"/>
                  </a:lnTo>
                  <a:lnTo>
                    <a:pt x="4291775" y="108082"/>
                  </a:lnTo>
                  <a:close/>
                </a:path>
                <a:path w="4433570" h="1766570">
                  <a:moveTo>
                    <a:pt x="4332859" y="57277"/>
                  </a:moveTo>
                  <a:lnTo>
                    <a:pt x="4291775" y="108082"/>
                  </a:lnTo>
                  <a:lnTo>
                    <a:pt x="4356227" y="118872"/>
                  </a:lnTo>
                  <a:lnTo>
                    <a:pt x="4332859" y="57277"/>
                  </a:lnTo>
                  <a:close/>
                </a:path>
                <a:path w="4433570" h="1766570">
                  <a:moveTo>
                    <a:pt x="4353424" y="57277"/>
                  </a:moveTo>
                  <a:lnTo>
                    <a:pt x="4332859" y="57277"/>
                  </a:lnTo>
                  <a:lnTo>
                    <a:pt x="4356227" y="118872"/>
                  </a:lnTo>
                  <a:lnTo>
                    <a:pt x="4370681" y="118872"/>
                  </a:lnTo>
                  <a:lnTo>
                    <a:pt x="4376039" y="116840"/>
                  </a:lnTo>
                  <a:lnTo>
                    <a:pt x="4353424" y="57277"/>
                  </a:lnTo>
                  <a:close/>
                </a:path>
                <a:path w="4433570" h="1766570">
                  <a:moveTo>
                    <a:pt x="4348988" y="45593"/>
                  </a:moveTo>
                  <a:lnTo>
                    <a:pt x="4217166" y="95593"/>
                  </a:lnTo>
                  <a:lnTo>
                    <a:pt x="4291775" y="108082"/>
                  </a:lnTo>
                  <a:lnTo>
                    <a:pt x="4332859" y="57277"/>
                  </a:lnTo>
                  <a:lnTo>
                    <a:pt x="4353424" y="57277"/>
                  </a:lnTo>
                  <a:lnTo>
                    <a:pt x="4348988" y="45593"/>
                  </a:lnTo>
                  <a:close/>
                </a:path>
                <a:path w="4433570" h="1766570">
                  <a:moveTo>
                    <a:pt x="4107815" y="0"/>
                  </a:moveTo>
                  <a:lnTo>
                    <a:pt x="4092662" y="525"/>
                  </a:lnTo>
                  <a:lnTo>
                    <a:pt x="4079367" y="6588"/>
                  </a:lnTo>
                  <a:lnTo>
                    <a:pt x="4069310" y="17198"/>
                  </a:lnTo>
                  <a:lnTo>
                    <a:pt x="4063873" y="31369"/>
                  </a:lnTo>
                  <a:lnTo>
                    <a:pt x="4064398" y="46466"/>
                  </a:lnTo>
                  <a:lnTo>
                    <a:pt x="4070461" y="59753"/>
                  </a:lnTo>
                  <a:lnTo>
                    <a:pt x="4081071" y="69802"/>
                  </a:lnTo>
                  <a:lnTo>
                    <a:pt x="4095242" y="75184"/>
                  </a:lnTo>
                  <a:lnTo>
                    <a:pt x="4217166" y="95593"/>
                  </a:lnTo>
                  <a:lnTo>
                    <a:pt x="4348988" y="45593"/>
                  </a:lnTo>
                  <a:lnTo>
                    <a:pt x="4380097" y="45593"/>
                  </a:lnTo>
                  <a:lnTo>
                    <a:pt x="4107815" y="0"/>
                  </a:lnTo>
                  <a:close/>
                </a:path>
              </a:pathLst>
            </a:custGeom>
            <a:solidFill>
              <a:srgbClr val="35ACA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000429" y="2086340"/>
              <a:ext cx="7926070" cy="381635"/>
            </a:xfrm>
            <a:custGeom>
              <a:avLst/>
              <a:gdLst/>
              <a:ahLst/>
              <a:cxnLst/>
              <a:rect l="l" t="t" r="r" b="b"/>
              <a:pathLst>
                <a:path w="7926070" h="381635">
                  <a:moveTo>
                    <a:pt x="7760442" y="99245"/>
                  </a:moveTo>
                  <a:lnTo>
                    <a:pt x="0" y="323103"/>
                  </a:lnTo>
                  <a:lnTo>
                    <a:pt x="1676" y="381015"/>
                  </a:lnTo>
                  <a:lnTo>
                    <a:pt x="7762081" y="157158"/>
                  </a:lnTo>
                  <a:lnTo>
                    <a:pt x="7810880" y="126731"/>
                  </a:lnTo>
                  <a:lnTo>
                    <a:pt x="7760442" y="99245"/>
                  </a:lnTo>
                  <a:close/>
                </a:path>
                <a:path w="7926070" h="381635">
                  <a:moveTo>
                    <a:pt x="7875662" y="96154"/>
                  </a:moveTo>
                  <a:lnTo>
                    <a:pt x="7867599" y="96154"/>
                  </a:lnTo>
                  <a:lnTo>
                    <a:pt x="7869250" y="154066"/>
                  </a:lnTo>
                  <a:lnTo>
                    <a:pt x="7762081" y="157158"/>
                  </a:lnTo>
                  <a:lnTo>
                    <a:pt x="7682306" y="206898"/>
                  </a:lnTo>
                  <a:lnTo>
                    <a:pt x="7673928" y="214755"/>
                  </a:lnTo>
                  <a:lnTo>
                    <a:pt x="7669383" y="224885"/>
                  </a:lnTo>
                  <a:lnTo>
                    <a:pt x="7668983" y="235991"/>
                  </a:lnTo>
                  <a:lnTo>
                    <a:pt x="7673035" y="246776"/>
                  </a:lnTo>
                  <a:lnTo>
                    <a:pt x="7680891" y="255137"/>
                  </a:lnTo>
                  <a:lnTo>
                    <a:pt x="7691021" y="259651"/>
                  </a:lnTo>
                  <a:lnTo>
                    <a:pt x="7702128" y="260046"/>
                  </a:lnTo>
                  <a:lnTo>
                    <a:pt x="7712913" y="256047"/>
                  </a:lnTo>
                  <a:lnTo>
                    <a:pt x="7925765" y="123459"/>
                  </a:lnTo>
                  <a:lnTo>
                    <a:pt x="7875662" y="96154"/>
                  </a:lnTo>
                  <a:close/>
                </a:path>
                <a:path w="7926070" h="381635">
                  <a:moveTo>
                    <a:pt x="7810880" y="126731"/>
                  </a:moveTo>
                  <a:lnTo>
                    <a:pt x="7762081" y="157158"/>
                  </a:lnTo>
                  <a:lnTo>
                    <a:pt x="7869250" y="154066"/>
                  </a:lnTo>
                  <a:lnTo>
                    <a:pt x="7869148" y="150510"/>
                  </a:lnTo>
                  <a:lnTo>
                    <a:pt x="7854518" y="150510"/>
                  </a:lnTo>
                  <a:lnTo>
                    <a:pt x="7810880" y="126731"/>
                  </a:lnTo>
                  <a:close/>
                </a:path>
                <a:path w="7926070" h="381635">
                  <a:moveTo>
                    <a:pt x="7852994" y="100472"/>
                  </a:moveTo>
                  <a:lnTo>
                    <a:pt x="7810880" y="126731"/>
                  </a:lnTo>
                  <a:lnTo>
                    <a:pt x="7854518" y="150510"/>
                  </a:lnTo>
                  <a:lnTo>
                    <a:pt x="7852994" y="100472"/>
                  </a:lnTo>
                  <a:close/>
                </a:path>
                <a:path w="7926070" h="381635">
                  <a:moveTo>
                    <a:pt x="7867722" y="100472"/>
                  </a:moveTo>
                  <a:lnTo>
                    <a:pt x="7852994" y="100472"/>
                  </a:lnTo>
                  <a:lnTo>
                    <a:pt x="7854518" y="150510"/>
                  </a:lnTo>
                  <a:lnTo>
                    <a:pt x="7869148" y="150510"/>
                  </a:lnTo>
                  <a:lnTo>
                    <a:pt x="7867722" y="100472"/>
                  </a:lnTo>
                  <a:close/>
                </a:path>
                <a:path w="7926070" h="381635">
                  <a:moveTo>
                    <a:pt x="7867599" y="96154"/>
                  </a:moveTo>
                  <a:lnTo>
                    <a:pt x="7760442" y="99245"/>
                  </a:lnTo>
                  <a:lnTo>
                    <a:pt x="7810880" y="126731"/>
                  </a:lnTo>
                  <a:lnTo>
                    <a:pt x="7852994" y="100472"/>
                  </a:lnTo>
                  <a:lnTo>
                    <a:pt x="7867722" y="100472"/>
                  </a:lnTo>
                  <a:lnTo>
                    <a:pt x="7867599" y="96154"/>
                  </a:lnTo>
                  <a:close/>
                </a:path>
                <a:path w="7926070" h="381635">
                  <a:moveTo>
                    <a:pt x="7694593" y="0"/>
                  </a:moveTo>
                  <a:lnTo>
                    <a:pt x="7683544" y="1031"/>
                  </a:lnTo>
                  <a:lnTo>
                    <a:pt x="7673686" y="6159"/>
                  </a:lnTo>
                  <a:lnTo>
                    <a:pt x="7666304" y="15001"/>
                  </a:lnTo>
                  <a:lnTo>
                    <a:pt x="7662930" y="25955"/>
                  </a:lnTo>
                  <a:lnTo>
                    <a:pt x="7663986" y="37004"/>
                  </a:lnTo>
                  <a:lnTo>
                    <a:pt x="7669090" y="46862"/>
                  </a:lnTo>
                  <a:lnTo>
                    <a:pt x="7677861" y="54244"/>
                  </a:lnTo>
                  <a:lnTo>
                    <a:pt x="7760442" y="99245"/>
                  </a:lnTo>
                  <a:lnTo>
                    <a:pt x="7867599" y="96154"/>
                  </a:lnTo>
                  <a:lnTo>
                    <a:pt x="7875662" y="96154"/>
                  </a:lnTo>
                  <a:lnTo>
                    <a:pt x="7705547" y="3444"/>
                  </a:lnTo>
                  <a:lnTo>
                    <a:pt x="7694593" y="0"/>
                  </a:lnTo>
                  <a:close/>
                </a:path>
              </a:pathLst>
            </a:custGeom>
            <a:solidFill>
              <a:srgbClr val="A3001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998766" y="1871243"/>
              <a:ext cx="7927975" cy="824865"/>
            </a:xfrm>
            <a:custGeom>
              <a:avLst/>
              <a:gdLst/>
              <a:ahLst/>
              <a:cxnLst/>
              <a:rect l="l" t="t" r="r" b="b"/>
              <a:pathLst>
                <a:path w="7927975" h="824864">
                  <a:moveTo>
                    <a:pt x="7761025" y="95303"/>
                  </a:moveTo>
                  <a:lnTo>
                    <a:pt x="0" y="766927"/>
                  </a:lnTo>
                  <a:lnTo>
                    <a:pt x="4991" y="824585"/>
                  </a:lnTo>
                  <a:lnTo>
                    <a:pt x="7766102" y="152962"/>
                  </a:lnTo>
                  <a:lnTo>
                    <a:pt x="7812997" y="119874"/>
                  </a:lnTo>
                  <a:lnTo>
                    <a:pt x="7761025" y="95303"/>
                  </a:lnTo>
                  <a:close/>
                </a:path>
                <a:path w="7927975" h="824864">
                  <a:moveTo>
                    <a:pt x="7876932" y="86080"/>
                  </a:moveTo>
                  <a:lnTo>
                    <a:pt x="7867611" y="86080"/>
                  </a:lnTo>
                  <a:lnTo>
                    <a:pt x="7872691" y="143738"/>
                  </a:lnTo>
                  <a:lnTo>
                    <a:pt x="7766102" y="152962"/>
                  </a:lnTo>
                  <a:lnTo>
                    <a:pt x="7689176" y="207238"/>
                  </a:lnTo>
                  <a:lnTo>
                    <a:pt x="7681263" y="215546"/>
                  </a:lnTo>
                  <a:lnTo>
                    <a:pt x="7677302" y="225891"/>
                  </a:lnTo>
                  <a:lnTo>
                    <a:pt x="7677532" y="236974"/>
                  </a:lnTo>
                  <a:lnTo>
                    <a:pt x="7682191" y="247497"/>
                  </a:lnTo>
                  <a:lnTo>
                    <a:pt x="7690520" y="255410"/>
                  </a:lnTo>
                  <a:lnTo>
                    <a:pt x="7700908" y="259371"/>
                  </a:lnTo>
                  <a:lnTo>
                    <a:pt x="7712034" y="259141"/>
                  </a:lnTo>
                  <a:lnTo>
                    <a:pt x="7722577" y="254482"/>
                  </a:lnTo>
                  <a:lnTo>
                    <a:pt x="7927428" y="109956"/>
                  </a:lnTo>
                  <a:lnTo>
                    <a:pt x="7876932" y="86080"/>
                  </a:lnTo>
                  <a:close/>
                </a:path>
                <a:path w="7927975" h="824864">
                  <a:moveTo>
                    <a:pt x="7812997" y="119874"/>
                  </a:moveTo>
                  <a:lnTo>
                    <a:pt x="7766102" y="152962"/>
                  </a:lnTo>
                  <a:lnTo>
                    <a:pt x="7872691" y="143738"/>
                  </a:lnTo>
                  <a:lnTo>
                    <a:pt x="7872456" y="141071"/>
                  </a:lnTo>
                  <a:lnTo>
                    <a:pt x="7857832" y="141071"/>
                  </a:lnTo>
                  <a:lnTo>
                    <a:pt x="7812997" y="119874"/>
                  </a:lnTo>
                  <a:close/>
                </a:path>
                <a:path w="7927975" h="824864">
                  <a:moveTo>
                    <a:pt x="7853514" y="91287"/>
                  </a:moveTo>
                  <a:lnTo>
                    <a:pt x="7812997" y="119874"/>
                  </a:lnTo>
                  <a:lnTo>
                    <a:pt x="7857832" y="141071"/>
                  </a:lnTo>
                  <a:lnTo>
                    <a:pt x="7853514" y="91287"/>
                  </a:lnTo>
                  <a:close/>
                </a:path>
                <a:path w="7927975" h="824864">
                  <a:moveTo>
                    <a:pt x="7868070" y="91287"/>
                  </a:moveTo>
                  <a:lnTo>
                    <a:pt x="7853514" y="91287"/>
                  </a:lnTo>
                  <a:lnTo>
                    <a:pt x="7857832" y="141071"/>
                  </a:lnTo>
                  <a:lnTo>
                    <a:pt x="7872456" y="141071"/>
                  </a:lnTo>
                  <a:lnTo>
                    <a:pt x="7868070" y="91287"/>
                  </a:lnTo>
                  <a:close/>
                </a:path>
                <a:path w="7927975" h="824864">
                  <a:moveTo>
                    <a:pt x="7867611" y="86080"/>
                  </a:moveTo>
                  <a:lnTo>
                    <a:pt x="7761025" y="95303"/>
                  </a:lnTo>
                  <a:lnTo>
                    <a:pt x="7812997" y="119874"/>
                  </a:lnTo>
                  <a:lnTo>
                    <a:pt x="7853514" y="91287"/>
                  </a:lnTo>
                  <a:lnTo>
                    <a:pt x="7868070" y="91287"/>
                  </a:lnTo>
                  <a:lnTo>
                    <a:pt x="7867611" y="86080"/>
                  </a:lnTo>
                  <a:close/>
                </a:path>
                <a:path w="7927975" h="824864">
                  <a:moveTo>
                    <a:pt x="7689557" y="0"/>
                  </a:moveTo>
                  <a:lnTo>
                    <a:pt x="7678572" y="1672"/>
                  </a:lnTo>
                  <a:lnTo>
                    <a:pt x="7669015" y="7322"/>
                  </a:lnTo>
                  <a:lnTo>
                    <a:pt x="7662125" y="16484"/>
                  </a:lnTo>
                  <a:lnTo>
                    <a:pt x="7659413" y="27660"/>
                  </a:lnTo>
                  <a:lnTo>
                    <a:pt x="7661094" y="38645"/>
                  </a:lnTo>
                  <a:lnTo>
                    <a:pt x="7666751" y="48202"/>
                  </a:lnTo>
                  <a:lnTo>
                    <a:pt x="7675968" y="55092"/>
                  </a:lnTo>
                  <a:lnTo>
                    <a:pt x="7761025" y="95303"/>
                  </a:lnTo>
                  <a:lnTo>
                    <a:pt x="7867611" y="86080"/>
                  </a:lnTo>
                  <a:lnTo>
                    <a:pt x="7876932" y="86080"/>
                  </a:lnTo>
                  <a:lnTo>
                    <a:pt x="7700733" y="2768"/>
                  </a:lnTo>
                  <a:lnTo>
                    <a:pt x="7689557" y="0"/>
                  </a:lnTo>
                  <a:close/>
                </a:path>
              </a:pathLst>
            </a:custGeom>
            <a:solidFill>
              <a:srgbClr val="0046B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4497230-C60F-4162-923B-FC72BDC0E841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96621"/>
            <a:ext cx="808164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60" dirty="0"/>
              <a:t>NMT:</a:t>
            </a:r>
            <a:r>
              <a:rPr sz="2900" spc="-245" dirty="0"/>
              <a:t> </a:t>
            </a:r>
            <a:r>
              <a:rPr sz="2900" spc="-170" dirty="0"/>
              <a:t>the</a:t>
            </a:r>
            <a:r>
              <a:rPr sz="2900" spc="-240" dirty="0"/>
              <a:t> </a:t>
            </a:r>
            <a:r>
              <a:rPr sz="2900" spc="-125" dirty="0"/>
              <a:t>biggest</a:t>
            </a:r>
            <a:r>
              <a:rPr sz="2900" spc="-250" dirty="0"/>
              <a:t> </a:t>
            </a:r>
            <a:r>
              <a:rPr sz="2900" spc="-170" dirty="0"/>
              <a:t>success</a:t>
            </a:r>
            <a:r>
              <a:rPr sz="2900" spc="-229" dirty="0"/>
              <a:t> </a:t>
            </a:r>
            <a:r>
              <a:rPr sz="2900" spc="-140" dirty="0"/>
              <a:t>story</a:t>
            </a:r>
            <a:r>
              <a:rPr sz="2900" spc="-254" dirty="0"/>
              <a:t> </a:t>
            </a:r>
            <a:r>
              <a:rPr sz="2900" spc="-120" dirty="0"/>
              <a:t>of</a:t>
            </a:r>
            <a:r>
              <a:rPr sz="2900" spc="-215" dirty="0"/>
              <a:t> </a:t>
            </a:r>
            <a:r>
              <a:rPr sz="2900" spc="-190" dirty="0"/>
              <a:t>NLP</a:t>
            </a:r>
            <a:r>
              <a:rPr sz="2900" spc="-235" dirty="0"/>
              <a:t> </a:t>
            </a:r>
            <a:r>
              <a:rPr sz="2900" spc="-145" dirty="0"/>
              <a:t>Deep</a:t>
            </a:r>
            <a:r>
              <a:rPr sz="2900" spc="-250" dirty="0"/>
              <a:t> </a:t>
            </a:r>
            <a:r>
              <a:rPr sz="2900" spc="-185" dirty="0"/>
              <a:t>Learning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265795" cy="4498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Neural Machine Translation went from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fringe research activity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</a:t>
            </a:r>
            <a:r>
              <a:rPr kumimoji="0" lang="en-US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2014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the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leading standard method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2016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5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2014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First seq2seq paper published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0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2016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Google Translate switches from SMT to NMT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5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is amazing!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5080" lvl="1" indent="-229235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SMT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systems, built by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hundreds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engineers over many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years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 outperformed by NMT systems trained by a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handful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 engineers in a few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months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1DDB1-0E69-4E7F-B581-0CD932C267FD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17931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So is Machine Translation</a:t>
            </a:r>
            <a:r>
              <a:rPr lang="en-US" spc="-100" dirty="0"/>
              <a:t> </a:t>
            </a:r>
            <a:r>
              <a:rPr spc="-100" dirty="0"/>
              <a:t>solved?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32255"/>
            <a:ext cx="7846060" cy="224099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Nope!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 difficulties remain: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Out-of-vocabulary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words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Domain mismatch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between train and test data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Maintaining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context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over longer text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79294" y="6064707"/>
            <a:ext cx="62795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6350" lvl="0" indent="0" algn="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Trebuchet MS"/>
              </a:rPr>
              <a:t>Further </a:t>
            </a:r>
            <a:r>
              <a:rPr kumimoji="0" sz="1600" b="1" i="0" u="heavy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Trebuchet MS"/>
              </a:rPr>
              <a:t>reading:</a:t>
            </a:r>
            <a:r>
              <a:rPr kumimoji="0" sz="16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1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</a:t>
            </a:r>
            <a:r>
              <a:rPr kumimoji="0" sz="1600" b="0" i="1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Has </a:t>
            </a:r>
            <a:r>
              <a:rPr kumimoji="0" sz="1600" b="0" i="1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AI </a:t>
            </a:r>
            <a:r>
              <a:rPr kumimoji="0" sz="1600" b="0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surpassed </a:t>
            </a:r>
            <a:r>
              <a:rPr kumimoji="0" sz="1600" b="0" i="1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humans </a:t>
            </a:r>
            <a:r>
              <a:rPr kumimoji="0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 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translation? Not </a:t>
            </a:r>
            <a:r>
              <a:rPr kumimoji="0" sz="1600" b="0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even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close!”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heavy" strike="noStrike" kern="1200" cap="none" spc="-7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h</a:t>
            </a:r>
            <a:r>
              <a:rPr kumimoji="0" sz="1600" b="0" i="0" u="heavy" strike="noStrike" kern="1200" cap="none" spc="7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1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1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p</a:t>
            </a:r>
            <a:r>
              <a:rPr kumimoji="0" sz="1600" b="0" i="0" u="heavy" strike="noStrike" kern="1200" cap="none" spc="3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s:/</a:t>
            </a:r>
            <a:r>
              <a:rPr kumimoji="0" sz="1600" b="0" i="0" u="heavy" strike="noStrike" kern="1200" cap="none" spc="2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/</a:t>
            </a:r>
            <a:r>
              <a:rPr kumimoji="0" sz="1600" b="0" i="0" u="heavy" strike="noStrike" kern="1200" cap="none" spc="-1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ww</a:t>
            </a:r>
            <a:r>
              <a:rPr kumimoji="0" sz="1600" b="0" i="0" u="heavy" strike="noStrike" kern="1200" cap="none" spc="-12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w</a:t>
            </a:r>
            <a:r>
              <a:rPr kumimoji="0" sz="1600" b="0" i="0" u="heavy" strike="noStrike" kern="1200" cap="none" spc="-4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.</a:t>
            </a:r>
            <a:r>
              <a:rPr kumimoji="0" sz="1600" b="0" i="0" u="heavy" strike="noStrike" kern="1200" cap="none" spc="-13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s</a:t>
            </a:r>
            <a:r>
              <a:rPr kumimoji="0" sz="1600" b="0" i="0" u="heavy" strike="noStrike" kern="1200" cap="none" spc="-13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k</a:t>
            </a:r>
            <a:r>
              <a:rPr kumimoji="0" sz="1600" b="0" i="0" u="heavy" strike="noStrike" kern="1200" cap="none" spc="-7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yn</a:t>
            </a:r>
            <a:r>
              <a:rPr kumimoji="0" sz="1600" b="0" i="0" u="heavy" strike="noStrike" kern="1200" cap="none" spc="-10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e</a:t>
            </a:r>
            <a:r>
              <a:rPr kumimoji="0" sz="1600" b="0" i="0" u="heavy" strike="noStrike" kern="1200" cap="none" spc="7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8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-8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od</a:t>
            </a:r>
            <a:r>
              <a:rPr kumimoji="0" sz="1600" b="0" i="0" u="heavy" strike="noStrike" kern="1200" cap="none" spc="-10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a</a:t>
            </a:r>
            <a:r>
              <a:rPr kumimoji="0" sz="1600" b="0" i="0" u="heavy" strike="noStrike" kern="1200" cap="none" spc="-19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y</a:t>
            </a:r>
            <a:r>
              <a:rPr kumimoji="0" sz="1600" b="0" i="0" u="heavy" strike="noStrike" kern="1200" cap="none" spc="-4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.</a:t>
            </a:r>
            <a:r>
              <a:rPr kumimoji="0" sz="1600" b="0" i="0" u="heavy" strike="noStrike" kern="1200" cap="none" spc="-14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c</a:t>
            </a:r>
            <a:r>
              <a:rPr kumimoji="0" sz="1600" b="0" i="0" u="heavy" strike="noStrike" kern="1200" cap="none" spc="-5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o</a:t>
            </a:r>
            <a:r>
              <a:rPr kumimoji="0" sz="1600" b="0" i="0" u="heavy" strike="noStrike" kern="1200" cap="none" spc="-7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m</a:t>
            </a:r>
            <a:r>
              <a:rPr kumimoji="0" sz="1600" b="0" i="0" u="heavy" strike="noStrike" kern="1200" cap="none" spc="14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/</a:t>
            </a:r>
            <a:r>
              <a:rPr kumimoji="0" sz="1600" b="0" i="0" u="heavy" strike="noStrike" kern="1200" cap="none" spc="-1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edi</a:t>
            </a:r>
            <a:r>
              <a:rPr kumimoji="0" sz="1600" b="0" i="0" u="heavy" strike="noStrike" kern="1200" cap="none" spc="-2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tor</a:t>
            </a:r>
            <a:r>
              <a:rPr kumimoji="0" sz="1600" b="0" i="0" u="heavy" strike="noStrike" kern="1200" cap="none" spc="-3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i</a:t>
            </a:r>
            <a:r>
              <a:rPr kumimoji="0" sz="1600" b="0" i="0" u="heavy" strike="noStrike" kern="1200" cap="none" spc="-8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a</a:t>
            </a:r>
            <a:r>
              <a:rPr kumimoji="0" sz="1600" b="0" i="0" u="heavy" strike="noStrike" kern="1200" cap="none" spc="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ls</a:t>
            </a:r>
            <a:r>
              <a:rPr kumimoji="0" sz="1600" b="0" i="0" u="heavy" strike="noStrike" kern="1200" cap="none" spc="-4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/</a:t>
            </a:r>
            <a:r>
              <a:rPr kumimoji="0" sz="1600" b="0" i="0" u="heavy" strike="noStrike" kern="1200" cap="none" spc="-19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s</a:t>
            </a:r>
            <a:r>
              <a:rPr kumimoji="0" sz="1600" b="0" i="0" u="heavy" strike="noStrike" kern="1200" cap="none" spc="7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-13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a</a:t>
            </a:r>
            <a:r>
              <a:rPr kumimoji="0" sz="1600" b="0" i="0" u="heavy" strike="noStrike" kern="1200" cap="none" spc="8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r>
              <a:rPr kumimoji="0" sz="1600" b="0" i="0" u="heavy" strike="noStrike" kern="1200" cap="none" spc="-9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e</a:t>
            </a:r>
            <a:r>
              <a:rPr kumimoji="0" sz="1600" b="0" i="0" u="heavy" strike="noStrike" kern="1200" cap="none" spc="-10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_</a:t>
            </a:r>
            <a:r>
              <a:rPr kumimoji="0" sz="1600" b="0" i="0" u="heavy" strike="noStrike" kern="1200" cap="none" spc="-4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of_n</a:t>
            </a:r>
            <a:r>
              <a:rPr kumimoji="0" sz="1600" b="0" i="0" u="heavy" strike="noStrike" kern="1200" cap="none" spc="-8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m</a:t>
            </a:r>
            <a:r>
              <a:rPr kumimoji="0" sz="1600" b="0" i="0" u="heavy" strike="noStrike" kern="1200" cap="none" spc="90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  <a:hlinkClick r:id="rId2"/>
              </a:rPr>
              <a:t>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1CD63-E7D0-4353-AF3E-7E070CF77CD1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646150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So is Machine Translation solved?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32255"/>
            <a:ext cx="5466654" cy="902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Nope!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Using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common sense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still hard</a:t>
            </a:r>
          </a:p>
        </p:txBody>
      </p:sp>
      <p:sp>
        <p:nvSpPr>
          <p:cNvPr id="4" name="object 4"/>
          <p:cNvSpPr/>
          <p:nvPr/>
        </p:nvSpPr>
        <p:spPr>
          <a:xfrm>
            <a:off x="1016784" y="2172678"/>
            <a:ext cx="6711982" cy="1886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85588" y="4148328"/>
            <a:ext cx="1679448" cy="2023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09927" y="4218432"/>
            <a:ext cx="1970531" cy="1959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5045" y="4568697"/>
            <a:ext cx="3790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?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2A951C-3B25-4C66-B909-25BD43688B9B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706501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So is Machine Translation solved?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32255"/>
            <a:ext cx="5928770" cy="902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Nope!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NMT picks up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biases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training data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64312" y="2161056"/>
            <a:ext cx="8083550" cy="2714625"/>
            <a:chOff x="464312" y="2161056"/>
            <a:chExt cx="8083550" cy="2714625"/>
          </a:xfrm>
        </p:grpSpPr>
        <p:sp>
          <p:nvSpPr>
            <p:cNvPr id="5" name="object 5"/>
            <p:cNvSpPr/>
            <p:nvPr/>
          </p:nvSpPr>
          <p:spPr>
            <a:xfrm>
              <a:off x="464312" y="2161056"/>
              <a:ext cx="8083550" cy="22039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99487" y="3635501"/>
              <a:ext cx="86995" cy="1240155"/>
            </a:xfrm>
            <a:custGeom>
              <a:avLst/>
              <a:gdLst/>
              <a:ahLst/>
              <a:cxnLst/>
              <a:rect l="l" t="t" r="r" b="b"/>
              <a:pathLst>
                <a:path w="86994" h="1240154">
                  <a:moveTo>
                    <a:pt x="57912" y="72390"/>
                  </a:moveTo>
                  <a:lnTo>
                    <a:pt x="28956" y="72390"/>
                  </a:lnTo>
                  <a:lnTo>
                    <a:pt x="28956" y="1239774"/>
                  </a:lnTo>
                  <a:lnTo>
                    <a:pt x="57912" y="1239774"/>
                  </a:lnTo>
                  <a:lnTo>
                    <a:pt x="57912" y="72390"/>
                  </a:lnTo>
                  <a:close/>
                </a:path>
                <a:path w="86994" h="1240154">
                  <a:moveTo>
                    <a:pt x="43434" y="0"/>
                  </a:moveTo>
                  <a:lnTo>
                    <a:pt x="0" y="86868"/>
                  </a:lnTo>
                  <a:lnTo>
                    <a:pt x="28956" y="86868"/>
                  </a:lnTo>
                  <a:lnTo>
                    <a:pt x="28956" y="72390"/>
                  </a:lnTo>
                  <a:lnTo>
                    <a:pt x="79629" y="72390"/>
                  </a:lnTo>
                  <a:lnTo>
                    <a:pt x="43434" y="0"/>
                  </a:lnTo>
                  <a:close/>
                </a:path>
                <a:path w="86994" h="1240154">
                  <a:moveTo>
                    <a:pt x="79629" y="72390"/>
                  </a:moveTo>
                  <a:lnTo>
                    <a:pt x="57912" y="72390"/>
                  </a:lnTo>
                  <a:lnTo>
                    <a:pt x="57912" y="86868"/>
                  </a:lnTo>
                  <a:lnTo>
                    <a:pt x="86868" y="86868"/>
                  </a:lnTo>
                  <a:lnTo>
                    <a:pt x="79629" y="7239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0611" y="6324396"/>
            <a:ext cx="74028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Source:</a:t>
            </a:r>
            <a:r>
              <a:rPr kumimoji="0" sz="16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1600" b="0" i="0" u="heavy" strike="noStrike" kern="1200" cap="none" spc="-5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https://hackernoon.com/bias-sexist-or-this-is-the-way-it-should-be-ce1f7c8c683c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036" y="4891532"/>
            <a:ext cx="2218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Didn’t </a:t>
            </a:r>
            <a:r>
              <a:rPr kumimoji="0" sz="20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specify</a:t>
            </a:r>
            <a:r>
              <a:rPr kumimoji="0" sz="2000" b="0" i="0" u="none" strike="noStrike" kern="1200" cap="none" spc="-2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gender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63815-F374-4649-8448-F022C6E3FC66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531241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NMT research continues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295005" cy="367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NMT is the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flagship task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NLP Deep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812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NMT research has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pioneered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 of the recent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innovations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 NLP Deep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0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2019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NMT research continues to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thrive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Researchers have found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many, many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improvements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the</a:t>
            </a:r>
            <a:r>
              <a:rPr kumimoji="0" lang="en-US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“vanilla” seq2seq NMT system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913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But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one improvement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so integral that it is the new vanilla…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98393" y="5269788"/>
            <a:ext cx="4348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ATTENTION</a:t>
            </a:r>
            <a:endParaRPr kumimoji="0" sz="5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109A7-27C5-495B-9D58-BFC91A8155B9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8065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Sequence-to-sequence: </a:t>
            </a:r>
            <a:r>
              <a:rPr spc="-190" dirty="0"/>
              <a:t>the </a:t>
            </a:r>
            <a:r>
              <a:rPr spc="-185" dirty="0"/>
              <a:t>bottleneck</a:t>
            </a:r>
            <a:r>
              <a:rPr spc="-380" dirty="0"/>
              <a:t> </a:t>
            </a:r>
            <a:r>
              <a:rPr spc="-16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725" y="2611373"/>
            <a:ext cx="7053580" cy="2060575"/>
            <a:chOff x="982725" y="2611373"/>
            <a:chExt cx="7053580" cy="2060575"/>
          </a:xfrm>
        </p:grpSpPr>
        <p:sp>
          <p:nvSpPr>
            <p:cNvPr id="4" name="object 4"/>
            <p:cNvSpPr/>
            <p:nvPr/>
          </p:nvSpPr>
          <p:spPr>
            <a:xfrm>
              <a:off x="1066799" y="3348227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799" y="3517391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799" y="3686555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3855719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5" y="3283457"/>
              <a:ext cx="266700" cy="779145"/>
            </a:xfrm>
            <a:custGeom>
              <a:avLst/>
              <a:gdLst/>
              <a:ahLst/>
              <a:cxnLst/>
              <a:rect l="l" t="t" r="r" b="b"/>
              <a:pathLst>
                <a:path w="266700" h="779145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4313"/>
                  </a:lnTo>
                  <a:lnTo>
                    <a:pt x="263206" y="751599"/>
                  </a:lnTo>
                  <a:lnTo>
                    <a:pt x="253680" y="765730"/>
                  </a:lnTo>
                  <a:lnTo>
                    <a:pt x="239551" y="775265"/>
                  </a:lnTo>
                  <a:lnTo>
                    <a:pt x="222250" y="778763"/>
                  </a:lnTo>
                  <a:lnTo>
                    <a:pt x="44450" y="778763"/>
                  </a:lnTo>
                  <a:lnTo>
                    <a:pt x="27148" y="775265"/>
                  </a:lnTo>
                  <a:lnTo>
                    <a:pt x="13019" y="765730"/>
                  </a:lnTo>
                  <a:lnTo>
                    <a:pt x="3493" y="751599"/>
                  </a:lnTo>
                  <a:lnTo>
                    <a:pt x="0" y="734313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3617848"/>
              <a:ext cx="533400" cy="1054100"/>
            </a:xfrm>
            <a:custGeom>
              <a:avLst/>
              <a:gdLst/>
              <a:ahLst/>
              <a:cxnLst/>
              <a:rect l="l" t="t" r="r" b="b"/>
              <a:pathLst>
                <a:path w="533400" h="1054100">
                  <a:moveTo>
                    <a:pt x="111531" y="539877"/>
                  </a:moveTo>
                  <a:lnTo>
                    <a:pt x="67183" y="463931"/>
                  </a:lnTo>
                  <a:lnTo>
                    <a:pt x="55765" y="444373"/>
                  </a:lnTo>
                  <a:lnTo>
                    <a:pt x="0" y="539877"/>
                  </a:lnTo>
                  <a:lnTo>
                    <a:pt x="1600" y="545973"/>
                  </a:lnTo>
                  <a:lnTo>
                    <a:pt x="11049" y="551561"/>
                  </a:lnTo>
                  <a:lnTo>
                    <a:pt x="17119" y="549910"/>
                  </a:lnTo>
                  <a:lnTo>
                    <a:pt x="45859" y="500659"/>
                  </a:lnTo>
                  <a:lnTo>
                    <a:pt x="45859" y="1053973"/>
                  </a:lnTo>
                  <a:lnTo>
                    <a:pt x="65671" y="1053973"/>
                  </a:lnTo>
                  <a:lnTo>
                    <a:pt x="65671" y="500659"/>
                  </a:lnTo>
                  <a:lnTo>
                    <a:pt x="94411" y="549910"/>
                  </a:lnTo>
                  <a:lnTo>
                    <a:pt x="100482" y="551561"/>
                  </a:lnTo>
                  <a:lnTo>
                    <a:pt x="109931" y="545973"/>
                  </a:lnTo>
                  <a:lnTo>
                    <a:pt x="111531" y="539877"/>
                  </a:lnTo>
                  <a:close/>
                </a:path>
                <a:path w="533400" h="1054100">
                  <a:moveTo>
                    <a:pt x="533031" y="55753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808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08" y="65659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31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5" y="2611373"/>
              <a:ext cx="6444996" cy="2060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090" y="3105149"/>
              <a:ext cx="645160" cy="1077595"/>
            </a:xfrm>
            <a:custGeom>
              <a:avLst/>
              <a:gdLst/>
              <a:ahLst/>
              <a:cxnLst/>
              <a:rect l="l" t="t" r="r" b="b"/>
              <a:pathLst>
                <a:path w="645160" h="1077595">
                  <a:moveTo>
                    <a:pt x="0" y="1077468"/>
                  </a:moveTo>
                  <a:lnTo>
                    <a:pt x="644651" y="1077468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28956">
              <a:solidFill>
                <a:srgbClr val="FF86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929" y="3045143"/>
            <a:ext cx="237886" cy="12579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5552" y="5334761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2217" y="5075682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3474" y="3283458"/>
            <a:ext cx="187960" cy="779145"/>
          </a:xfrm>
          <a:custGeom>
            <a:avLst/>
            <a:gdLst/>
            <a:ahLst/>
            <a:cxnLst/>
            <a:rect l="l" t="t" r="r" b="b"/>
            <a:pathLst>
              <a:path w="187959" h="779145">
                <a:moveTo>
                  <a:pt x="187452" y="778763"/>
                </a:moveTo>
                <a:lnTo>
                  <a:pt x="150968" y="772991"/>
                </a:lnTo>
                <a:lnTo>
                  <a:pt x="121177" y="757253"/>
                </a:lnTo>
                <a:lnTo>
                  <a:pt x="101091" y="733919"/>
                </a:lnTo>
                <a:lnTo>
                  <a:pt x="93725" y="705357"/>
                </a:lnTo>
                <a:lnTo>
                  <a:pt x="93725" y="462787"/>
                </a:lnTo>
                <a:lnTo>
                  <a:pt x="86360" y="434226"/>
                </a:lnTo>
                <a:lnTo>
                  <a:pt x="66274" y="410892"/>
                </a:lnTo>
                <a:lnTo>
                  <a:pt x="36483" y="395154"/>
                </a:lnTo>
                <a:lnTo>
                  <a:pt x="0" y="389381"/>
                </a:lnTo>
                <a:lnTo>
                  <a:pt x="36483" y="383609"/>
                </a:lnTo>
                <a:lnTo>
                  <a:pt x="66274" y="367871"/>
                </a:lnTo>
                <a:lnTo>
                  <a:pt x="86360" y="344537"/>
                </a:lnTo>
                <a:lnTo>
                  <a:pt x="93725" y="315975"/>
                </a:lnTo>
                <a:lnTo>
                  <a:pt x="93725" y="73405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5626" y="4695571"/>
            <a:ext cx="11099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95985" algn="l"/>
              </a:tabLst>
              <a:defRPr/>
            </a:pPr>
            <a:r>
              <a:rPr kumimoji="0" sz="1600" b="0" i="1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</a:t>
            </a:r>
            <a:r>
              <a:rPr kumimoji="0" sz="1600" b="0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</a:t>
            </a:r>
            <a:r>
              <a:rPr kumimoji="0" sz="1600" b="0" i="1" u="none" strike="noStrike" kern="1200" cap="none" spc="-3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600" b="0" i="1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600" b="0" i="1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1600" b="0" i="1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r>
              <a:rPr kumimoji="0" sz="1600" b="0" i="1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8642" y="4695571"/>
            <a:ext cx="244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5056" y="4695571"/>
            <a:ext cx="9690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185" algn="l"/>
              </a:tabLst>
              <a:defRPr/>
            </a:pPr>
            <a:r>
              <a:rPr kumimoji="0" sz="1600" b="0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	</a:t>
            </a:r>
            <a:r>
              <a:rPr kumimoji="0" sz="1600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</a:t>
            </a:r>
            <a:r>
              <a:rPr kumimoji="0" sz="16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7304" y="4695571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5150" y="4695571"/>
            <a:ext cx="2730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</a:t>
            </a:r>
            <a:r>
              <a:rPr kumimoji="0" sz="16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600" b="0" i="1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1966" y="4704334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50873" y="4704334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69934" y="4704334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51757" y="2267204"/>
            <a:ext cx="2266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1803" y="2267204"/>
            <a:ext cx="244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09434" y="2267204"/>
            <a:ext cx="96964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820" algn="l"/>
              </a:tabLst>
              <a:defRPr/>
            </a:pPr>
            <a:r>
              <a:rPr kumimoji="0" sz="1600" b="0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me	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</a:t>
            </a:r>
            <a:r>
              <a:rPr kumimoji="0" sz="1600" b="0" i="1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21867" y="2267204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86738" y="2267204"/>
            <a:ext cx="1014094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43865" algn="l"/>
              </a:tabLst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pie	</a:t>
            </a:r>
            <a:r>
              <a:rPr kumimoji="0" sz="1600" b="0" i="1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&lt;END&gt;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72078" y="305422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4463" y="1553717"/>
            <a:ext cx="2317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Target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(output)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85082" y="1924050"/>
            <a:ext cx="4098290" cy="271780"/>
          </a:xfrm>
          <a:custGeom>
            <a:avLst/>
            <a:gdLst/>
            <a:ahLst/>
            <a:cxnLst/>
            <a:rect l="l" t="t" r="r" b="b"/>
            <a:pathLst>
              <a:path w="4098290" h="271780">
                <a:moveTo>
                  <a:pt x="0" y="271272"/>
                </a:moveTo>
                <a:lnTo>
                  <a:pt x="8338" y="218467"/>
                </a:lnTo>
                <a:lnTo>
                  <a:pt x="31083" y="175355"/>
                </a:lnTo>
                <a:lnTo>
                  <a:pt x="64829" y="146292"/>
                </a:lnTo>
                <a:lnTo>
                  <a:pt x="106171" y="135636"/>
                </a:lnTo>
                <a:lnTo>
                  <a:pt x="1942845" y="135636"/>
                </a:lnTo>
                <a:lnTo>
                  <a:pt x="1984188" y="124979"/>
                </a:lnTo>
                <a:lnTo>
                  <a:pt x="2017934" y="95916"/>
                </a:lnTo>
                <a:lnTo>
                  <a:pt x="2040679" y="52804"/>
                </a:lnTo>
                <a:lnTo>
                  <a:pt x="2049017" y="0"/>
                </a:lnTo>
                <a:lnTo>
                  <a:pt x="2057356" y="52804"/>
                </a:lnTo>
                <a:lnTo>
                  <a:pt x="2080101" y="95916"/>
                </a:lnTo>
                <a:lnTo>
                  <a:pt x="2113847" y="124979"/>
                </a:lnTo>
                <a:lnTo>
                  <a:pt x="2155190" y="135636"/>
                </a:lnTo>
                <a:lnTo>
                  <a:pt x="3991864" y="135636"/>
                </a:lnTo>
                <a:lnTo>
                  <a:pt x="4033206" y="146292"/>
                </a:lnTo>
                <a:lnTo>
                  <a:pt x="4066952" y="175355"/>
                </a:lnTo>
                <a:lnTo>
                  <a:pt x="4089697" y="218467"/>
                </a:lnTo>
                <a:lnTo>
                  <a:pt x="4098036" y="271272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12885" y="3306317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4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2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6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4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1641" y="991946"/>
            <a:ext cx="15932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Encoding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1121" y="1541145"/>
            <a:ext cx="2295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needs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capture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1" u="none" strike="noStrike" kern="1200" cap="none" spc="-2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all  </a:t>
            </a:r>
            <a:r>
              <a:rPr kumimoji="0" sz="1800" b="0" i="1" u="none" strike="noStrike" kern="1200" cap="none" spc="-3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information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about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Information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bottleneck!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81860" y="2711195"/>
            <a:ext cx="883285" cy="400685"/>
          </a:xfrm>
          <a:custGeom>
            <a:avLst/>
            <a:gdLst/>
            <a:ahLst/>
            <a:cxnLst/>
            <a:rect l="l" t="t" r="r" b="b"/>
            <a:pathLst>
              <a:path w="883285" h="400685">
                <a:moveTo>
                  <a:pt x="770485" y="365348"/>
                </a:moveTo>
                <a:lnTo>
                  <a:pt x="755522" y="400303"/>
                </a:lnTo>
                <a:lnTo>
                  <a:pt x="883031" y="392811"/>
                </a:lnTo>
                <a:lnTo>
                  <a:pt x="866155" y="372871"/>
                </a:lnTo>
                <a:lnTo>
                  <a:pt x="788034" y="372871"/>
                </a:lnTo>
                <a:lnTo>
                  <a:pt x="770485" y="365348"/>
                </a:lnTo>
                <a:close/>
              </a:path>
              <a:path w="883285" h="400685">
                <a:moveTo>
                  <a:pt x="785486" y="330303"/>
                </a:moveTo>
                <a:lnTo>
                  <a:pt x="770485" y="365348"/>
                </a:lnTo>
                <a:lnTo>
                  <a:pt x="788034" y="372871"/>
                </a:lnTo>
                <a:lnTo>
                  <a:pt x="803020" y="337819"/>
                </a:lnTo>
                <a:lnTo>
                  <a:pt x="785486" y="330303"/>
                </a:lnTo>
                <a:close/>
              </a:path>
              <a:path w="883285" h="400685">
                <a:moveTo>
                  <a:pt x="800481" y="295275"/>
                </a:moveTo>
                <a:lnTo>
                  <a:pt x="785486" y="330303"/>
                </a:lnTo>
                <a:lnTo>
                  <a:pt x="803020" y="337819"/>
                </a:lnTo>
                <a:lnTo>
                  <a:pt x="788034" y="372871"/>
                </a:lnTo>
                <a:lnTo>
                  <a:pt x="866155" y="372871"/>
                </a:lnTo>
                <a:lnTo>
                  <a:pt x="800481" y="295275"/>
                </a:lnTo>
                <a:close/>
              </a:path>
              <a:path w="883285" h="400685">
                <a:moveTo>
                  <a:pt x="14986" y="0"/>
                </a:moveTo>
                <a:lnTo>
                  <a:pt x="0" y="35051"/>
                </a:lnTo>
                <a:lnTo>
                  <a:pt x="770485" y="365348"/>
                </a:lnTo>
                <a:lnTo>
                  <a:pt x="785486" y="330303"/>
                </a:lnTo>
                <a:lnTo>
                  <a:pt x="14986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4E9C6E-E37B-4675-A395-2642D8783AF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1657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312784" cy="1659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Attention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provides a solution to the bottleneck problem.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/>
              <a:defRPr/>
            </a:pPr>
            <a:endParaRPr kumimoji="0" sz="35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Core idea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on each step of the decoder, use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direct connection to  the encoder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focus on a particular part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the source sequence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4983607"/>
            <a:ext cx="83191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First we will show via diagram (no equations), then we will show with equations</a:t>
            </a:r>
          </a:p>
        </p:txBody>
      </p:sp>
      <p:sp>
        <p:nvSpPr>
          <p:cNvPr id="5" name="object 5"/>
          <p:cNvSpPr/>
          <p:nvPr/>
        </p:nvSpPr>
        <p:spPr>
          <a:xfrm>
            <a:off x="3506890" y="3244795"/>
            <a:ext cx="1939785" cy="1503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7C03F-C35C-42E3-8F87-3301DE7132E8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980" y="2015235"/>
            <a:ext cx="3404870" cy="3677920"/>
            <a:chOff x="982980" y="2015235"/>
            <a:chExt cx="3404870" cy="3677920"/>
          </a:xfrm>
        </p:grpSpPr>
        <p:sp>
          <p:nvSpPr>
            <p:cNvPr id="4" name="object 4"/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6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627881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133094" y="2015235"/>
              <a:ext cx="1242060" cy="1506220"/>
            </a:xfrm>
            <a:custGeom>
              <a:avLst/>
              <a:gdLst/>
              <a:ahLst/>
              <a:cxnLst/>
              <a:rect l="l" t="t" r="r" b="b"/>
              <a:pathLst>
                <a:path w="1242060" h="1506220">
                  <a:moveTo>
                    <a:pt x="18999" y="1423162"/>
                  </a:moveTo>
                  <a:lnTo>
                    <a:pt x="0" y="1506219"/>
                  </a:lnTo>
                  <a:lnTo>
                    <a:pt x="77838" y="1471549"/>
                  </a:lnTo>
                  <a:lnTo>
                    <a:pt x="67954" y="1463421"/>
                  </a:lnTo>
                  <a:lnTo>
                    <a:pt x="47993" y="1463421"/>
                  </a:lnTo>
                  <a:lnTo>
                    <a:pt x="32702" y="1450848"/>
                  </a:lnTo>
                  <a:lnTo>
                    <a:pt x="40759" y="1441056"/>
                  </a:lnTo>
                  <a:lnTo>
                    <a:pt x="18999" y="1423162"/>
                  </a:lnTo>
                  <a:close/>
                </a:path>
                <a:path w="1242060" h="1506220">
                  <a:moveTo>
                    <a:pt x="40759" y="1441056"/>
                  </a:moveTo>
                  <a:lnTo>
                    <a:pt x="32702" y="1450848"/>
                  </a:lnTo>
                  <a:lnTo>
                    <a:pt x="47993" y="1463421"/>
                  </a:lnTo>
                  <a:lnTo>
                    <a:pt x="56050" y="1453631"/>
                  </a:lnTo>
                  <a:lnTo>
                    <a:pt x="40759" y="1441056"/>
                  </a:lnTo>
                  <a:close/>
                </a:path>
                <a:path w="1242060" h="1506220">
                  <a:moveTo>
                    <a:pt x="56050" y="1453631"/>
                  </a:moveTo>
                  <a:lnTo>
                    <a:pt x="47993" y="1463421"/>
                  </a:lnTo>
                  <a:lnTo>
                    <a:pt x="67954" y="1463421"/>
                  </a:lnTo>
                  <a:lnTo>
                    <a:pt x="56050" y="1453631"/>
                  </a:lnTo>
                  <a:close/>
                </a:path>
                <a:path w="1242060" h="1506220">
                  <a:moveTo>
                    <a:pt x="1226566" y="0"/>
                  </a:moveTo>
                  <a:lnTo>
                    <a:pt x="40759" y="1441056"/>
                  </a:lnTo>
                  <a:lnTo>
                    <a:pt x="56050" y="1453631"/>
                  </a:lnTo>
                  <a:lnTo>
                    <a:pt x="1241933" y="12700"/>
                  </a:lnTo>
                  <a:lnTo>
                    <a:pt x="1226566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A9163-1AE8-44FD-A9D5-704E3B5BC6B2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980" y="2017776"/>
            <a:ext cx="3404870" cy="3675379"/>
            <a:chOff x="982980" y="2017776"/>
            <a:chExt cx="3404870" cy="3675379"/>
          </a:xfrm>
        </p:grpSpPr>
        <p:sp>
          <p:nvSpPr>
            <p:cNvPr id="4" name="object 4"/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800" y="4536948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6" y="4303014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6" y="3511296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800" y="3511296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78860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732534" y="2017776"/>
              <a:ext cx="645160" cy="1503680"/>
            </a:xfrm>
            <a:custGeom>
              <a:avLst/>
              <a:gdLst/>
              <a:ahLst/>
              <a:cxnLst/>
              <a:rect l="l" t="t" r="r" b="b"/>
              <a:pathLst>
                <a:path w="645160" h="1503679">
                  <a:moveTo>
                    <a:pt x="0" y="1418716"/>
                  </a:moveTo>
                  <a:lnTo>
                    <a:pt x="5588" y="1503679"/>
                  </a:lnTo>
                  <a:lnTo>
                    <a:pt x="69343" y="1448943"/>
                  </a:lnTo>
                  <a:lnTo>
                    <a:pt x="39370" y="1448943"/>
                  </a:lnTo>
                  <a:lnTo>
                    <a:pt x="21082" y="1441323"/>
                  </a:lnTo>
                  <a:lnTo>
                    <a:pt x="25995" y="1429622"/>
                  </a:lnTo>
                  <a:lnTo>
                    <a:pt x="0" y="1418716"/>
                  </a:lnTo>
                  <a:close/>
                </a:path>
                <a:path w="645160" h="1503679">
                  <a:moveTo>
                    <a:pt x="25995" y="1429622"/>
                  </a:moveTo>
                  <a:lnTo>
                    <a:pt x="21082" y="1441323"/>
                  </a:lnTo>
                  <a:lnTo>
                    <a:pt x="39370" y="1448943"/>
                  </a:lnTo>
                  <a:lnTo>
                    <a:pt x="44264" y="1437287"/>
                  </a:lnTo>
                  <a:lnTo>
                    <a:pt x="25995" y="1429622"/>
                  </a:lnTo>
                  <a:close/>
                </a:path>
                <a:path w="645160" h="1503679">
                  <a:moveTo>
                    <a:pt x="44264" y="1437287"/>
                  </a:moveTo>
                  <a:lnTo>
                    <a:pt x="39370" y="1448943"/>
                  </a:lnTo>
                  <a:lnTo>
                    <a:pt x="69343" y="1448943"/>
                  </a:lnTo>
                  <a:lnTo>
                    <a:pt x="70231" y="1448181"/>
                  </a:lnTo>
                  <a:lnTo>
                    <a:pt x="44264" y="1437287"/>
                  </a:lnTo>
                  <a:close/>
                </a:path>
                <a:path w="645160" h="1503679">
                  <a:moveTo>
                    <a:pt x="626364" y="0"/>
                  </a:moveTo>
                  <a:lnTo>
                    <a:pt x="25995" y="1429622"/>
                  </a:lnTo>
                  <a:lnTo>
                    <a:pt x="44264" y="1437287"/>
                  </a:lnTo>
                  <a:lnTo>
                    <a:pt x="644652" y="7620"/>
                  </a:lnTo>
                  <a:lnTo>
                    <a:pt x="626364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1802AA-1C10-4D2E-949C-2BB11F9D46D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980" y="2021458"/>
            <a:ext cx="3404870" cy="3671570"/>
            <a:chOff x="982980" y="2021458"/>
            <a:chExt cx="3404870" cy="3671570"/>
          </a:xfrm>
        </p:grpSpPr>
        <p:sp>
          <p:nvSpPr>
            <p:cNvPr id="4" name="object 4"/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800" y="4536948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304796" y="2021458"/>
              <a:ext cx="76200" cy="1500505"/>
            </a:xfrm>
            <a:custGeom>
              <a:avLst/>
              <a:gdLst/>
              <a:ahLst/>
              <a:cxnLst/>
              <a:rect l="l" t="t" r="r" b="b"/>
              <a:pathLst>
                <a:path w="76200" h="1500504">
                  <a:moveTo>
                    <a:pt x="0" y="1423162"/>
                  </a:moveTo>
                  <a:lnTo>
                    <a:pt x="36830" y="1499996"/>
                  </a:lnTo>
                  <a:lnTo>
                    <a:pt x="69847" y="1436624"/>
                  </a:lnTo>
                  <a:lnTo>
                    <a:pt x="47879" y="1436624"/>
                  </a:lnTo>
                  <a:lnTo>
                    <a:pt x="28067" y="1436369"/>
                  </a:lnTo>
                  <a:lnTo>
                    <a:pt x="28283" y="1423633"/>
                  </a:lnTo>
                  <a:lnTo>
                    <a:pt x="0" y="1423162"/>
                  </a:lnTo>
                  <a:close/>
                </a:path>
                <a:path w="76200" h="1500504">
                  <a:moveTo>
                    <a:pt x="28283" y="1423633"/>
                  </a:moveTo>
                  <a:lnTo>
                    <a:pt x="28067" y="1436369"/>
                  </a:lnTo>
                  <a:lnTo>
                    <a:pt x="47879" y="1436624"/>
                  </a:lnTo>
                  <a:lnTo>
                    <a:pt x="48093" y="1423963"/>
                  </a:lnTo>
                  <a:lnTo>
                    <a:pt x="28283" y="1423633"/>
                  </a:lnTo>
                  <a:close/>
                </a:path>
                <a:path w="76200" h="1500504">
                  <a:moveTo>
                    <a:pt x="48093" y="1423963"/>
                  </a:moveTo>
                  <a:lnTo>
                    <a:pt x="47879" y="1436624"/>
                  </a:lnTo>
                  <a:lnTo>
                    <a:pt x="69847" y="1436624"/>
                  </a:lnTo>
                  <a:lnTo>
                    <a:pt x="76200" y="1424431"/>
                  </a:lnTo>
                  <a:lnTo>
                    <a:pt x="48093" y="1423963"/>
                  </a:lnTo>
                  <a:close/>
                </a:path>
                <a:path w="76200" h="1500504">
                  <a:moveTo>
                    <a:pt x="52451" y="0"/>
                  </a:moveTo>
                  <a:lnTo>
                    <a:pt x="28283" y="1423633"/>
                  </a:lnTo>
                  <a:lnTo>
                    <a:pt x="48093" y="1423963"/>
                  </a:lnTo>
                  <a:lnTo>
                    <a:pt x="72262" y="253"/>
                  </a:lnTo>
                  <a:lnTo>
                    <a:pt x="52451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E53B4A-9258-4729-9BB7-702C248A2233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980" y="2018029"/>
            <a:ext cx="3404870" cy="3675379"/>
            <a:chOff x="982980" y="2018029"/>
            <a:chExt cx="3404870" cy="3675379"/>
          </a:xfrm>
        </p:grpSpPr>
        <p:sp>
          <p:nvSpPr>
            <p:cNvPr id="4" name="object 4"/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358263" y="2018029"/>
              <a:ext cx="596265" cy="1503680"/>
            </a:xfrm>
            <a:custGeom>
              <a:avLst/>
              <a:gdLst/>
              <a:ahLst/>
              <a:cxnLst/>
              <a:rect l="l" t="t" r="r" b="b"/>
              <a:pathLst>
                <a:path w="596264" h="1503679">
                  <a:moveTo>
                    <a:pt x="551410" y="1435891"/>
                  </a:moveTo>
                  <a:lnTo>
                    <a:pt x="525144" y="1446022"/>
                  </a:lnTo>
                  <a:lnTo>
                    <a:pt x="588137" y="1503426"/>
                  </a:lnTo>
                  <a:lnTo>
                    <a:pt x="593466" y="1447800"/>
                  </a:lnTo>
                  <a:lnTo>
                    <a:pt x="556006" y="1447800"/>
                  </a:lnTo>
                  <a:lnTo>
                    <a:pt x="551410" y="1435891"/>
                  </a:lnTo>
                  <a:close/>
                </a:path>
                <a:path w="596264" h="1503679">
                  <a:moveTo>
                    <a:pt x="569871" y="1428770"/>
                  </a:moveTo>
                  <a:lnTo>
                    <a:pt x="551410" y="1435891"/>
                  </a:lnTo>
                  <a:lnTo>
                    <a:pt x="556006" y="1447800"/>
                  </a:lnTo>
                  <a:lnTo>
                    <a:pt x="574420" y="1440561"/>
                  </a:lnTo>
                  <a:lnTo>
                    <a:pt x="569871" y="1428770"/>
                  </a:lnTo>
                  <a:close/>
                </a:path>
                <a:path w="596264" h="1503679">
                  <a:moveTo>
                    <a:pt x="596264" y="1418590"/>
                  </a:moveTo>
                  <a:lnTo>
                    <a:pt x="569871" y="1428770"/>
                  </a:lnTo>
                  <a:lnTo>
                    <a:pt x="574420" y="1440561"/>
                  </a:lnTo>
                  <a:lnTo>
                    <a:pt x="556006" y="1447800"/>
                  </a:lnTo>
                  <a:lnTo>
                    <a:pt x="593466" y="1447800"/>
                  </a:lnTo>
                  <a:lnTo>
                    <a:pt x="596264" y="1418590"/>
                  </a:lnTo>
                  <a:close/>
                </a:path>
                <a:path w="596264" h="1503679">
                  <a:moveTo>
                    <a:pt x="18542" y="0"/>
                  </a:moveTo>
                  <a:lnTo>
                    <a:pt x="0" y="7112"/>
                  </a:lnTo>
                  <a:lnTo>
                    <a:pt x="551410" y="1435891"/>
                  </a:lnTo>
                  <a:lnTo>
                    <a:pt x="569871" y="1428770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3273" y="1670050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product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6E49A-F50D-41B0-BBF6-6A044573123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980" y="2282951"/>
            <a:ext cx="3404870" cy="3409950"/>
            <a:chOff x="982980" y="2282951"/>
            <a:chExt cx="3404870" cy="3409950"/>
          </a:xfrm>
        </p:grpSpPr>
        <p:sp>
          <p:nvSpPr>
            <p:cNvPr id="4" name="object 4"/>
            <p:cNvSpPr/>
            <p:nvPr/>
          </p:nvSpPr>
          <p:spPr>
            <a:xfrm>
              <a:off x="1066800" y="4367783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800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4875275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6" y="3511295"/>
              <a:ext cx="2796539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800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2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12085" y="1399794"/>
            <a:ext cx="3401695" cy="860491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170" marR="325755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timestep,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we’re 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mostly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focusing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first 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hidden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”he”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259586" y="1848611"/>
            <a:ext cx="958850" cy="483234"/>
          </a:xfrm>
          <a:custGeom>
            <a:avLst/>
            <a:gdLst/>
            <a:ahLst/>
            <a:cxnLst/>
            <a:rect l="l" t="t" r="r" b="b"/>
            <a:pathLst>
              <a:path w="958850" h="483235">
                <a:moveTo>
                  <a:pt x="58673" y="405129"/>
                </a:moveTo>
                <a:lnTo>
                  <a:pt x="0" y="482473"/>
                </a:lnTo>
                <a:lnTo>
                  <a:pt x="97154" y="482980"/>
                </a:lnTo>
                <a:lnTo>
                  <a:pt x="87487" y="463423"/>
                </a:lnTo>
                <a:lnTo>
                  <a:pt x="71373" y="463423"/>
                </a:lnTo>
                <a:lnTo>
                  <a:pt x="58546" y="437514"/>
                </a:lnTo>
                <a:lnTo>
                  <a:pt x="71519" y="431118"/>
                </a:lnTo>
                <a:lnTo>
                  <a:pt x="58673" y="405129"/>
                </a:lnTo>
                <a:close/>
              </a:path>
              <a:path w="958850" h="483235">
                <a:moveTo>
                  <a:pt x="71519" y="431118"/>
                </a:moveTo>
                <a:lnTo>
                  <a:pt x="58546" y="437514"/>
                </a:lnTo>
                <a:lnTo>
                  <a:pt x="71373" y="463423"/>
                </a:lnTo>
                <a:lnTo>
                  <a:pt x="84330" y="457034"/>
                </a:lnTo>
                <a:lnTo>
                  <a:pt x="71519" y="431118"/>
                </a:lnTo>
                <a:close/>
              </a:path>
              <a:path w="958850" h="483235">
                <a:moveTo>
                  <a:pt x="84330" y="457034"/>
                </a:moveTo>
                <a:lnTo>
                  <a:pt x="71373" y="463423"/>
                </a:lnTo>
                <a:lnTo>
                  <a:pt x="87487" y="463423"/>
                </a:lnTo>
                <a:lnTo>
                  <a:pt x="84330" y="457034"/>
                </a:lnTo>
                <a:close/>
              </a:path>
              <a:path w="958850" h="483235">
                <a:moveTo>
                  <a:pt x="945895" y="0"/>
                </a:moveTo>
                <a:lnTo>
                  <a:pt x="71519" y="431118"/>
                </a:lnTo>
                <a:lnTo>
                  <a:pt x="84330" y="457034"/>
                </a:lnTo>
                <a:lnTo>
                  <a:pt x="958722" y="25908"/>
                </a:lnTo>
                <a:lnTo>
                  <a:pt x="945895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93" y="1905855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96334" y="2759201"/>
            <a:ext cx="3145790" cy="585416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15900" marR="113030" lvl="0" indent="-96520" algn="l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9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Take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softmax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turn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</a:t>
            </a:r>
            <a:r>
              <a:rPr kumimoji="0" sz="1800" b="0" i="0" u="none" strike="noStrike" kern="1200" cap="none" spc="-30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into 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probability</a:t>
            </a:r>
            <a:r>
              <a:rPr kumimoji="0" sz="1800" b="0" i="0" u="none" strike="noStrike" kern="1200" cap="none" spc="-114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25190" y="3039745"/>
            <a:ext cx="772160" cy="86995"/>
          </a:xfrm>
          <a:custGeom>
            <a:avLst/>
            <a:gdLst/>
            <a:ahLst/>
            <a:cxnLst/>
            <a:rect l="l" t="t" r="r" b="b"/>
            <a:pathLst>
              <a:path w="772160" h="86994">
                <a:moveTo>
                  <a:pt x="86868" y="0"/>
                </a:moveTo>
                <a:lnTo>
                  <a:pt x="0" y="43560"/>
                </a:lnTo>
                <a:lnTo>
                  <a:pt x="86868" y="86867"/>
                </a:lnTo>
                <a:lnTo>
                  <a:pt x="86868" y="57912"/>
                </a:lnTo>
                <a:lnTo>
                  <a:pt x="72389" y="57912"/>
                </a:lnTo>
                <a:lnTo>
                  <a:pt x="72389" y="28955"/>
                </a:lnTo>
                <a:lnTo>
                  <a:pt x="86868" y="28937"/>
                </a:lnTo>
                <a:lnTo>
                  <a:pt x="86868" y="0"/>
                </a:lnTo>
                <a:close/>
              </a:path>
              <a:path w="772160" h="86994">
                <a:moveTo>
                  <a:pt x="86868" y="28937"/>
                </a:moveTo>
                <a:lnTo>
                  <a:pt x="72389" y="28955"/>
                </a:lnTo>
                <a:lnTo>
                  <a:pt x="72389" y="57912"/>
                </a:lnTo>
                <a:lnTo>
                  <a:pt x="86868" y="57893"/>
                </a:lnTo>
                <a:lnTo>
                  <a:pt x="86868" y="28937"/>
                </a:lnTo>
                <a:close/>
              </a:path>
              <a:path w="772160" h="86994">
                <a:moveTo>
                  <a:pt x="86868" y="57893"/>
                </a:moveTo>
                <a:lnTo>
                  <a:pt x="72389" y="57912"/>
                </a:lnTo>
                <a:lnTo>
                  <a:pt x="86868" y="57912"/>
                </a:lnTo>
                <a:close/>
              </a:path>
              <a:path w="772160" h="86994">
                <a:moveTo>
                  <a:pt x="772160" y="28066"/>
                </a:moveTo>
                <a:lnTo>
                  <a:pt x="86868" y="28937"/>
                </a:lnTo>
                <a:lnTo>
                  <a:pt x="86868" y="57893"/>
                </a:lnTo>
                <a:lnTo>
                  <a:pt x="772160" y="57022"/>
                </a:lnTo>
                <a:lnTo>
                  <a:pt x="772160" y="2806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3E080D-C7AA-4C00-869D-A9227FCE33B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8661" y="1095755"/>
            <a:ext cx="3409315" cy="4597400"/>
            <a:chOff x="978661" y="1095755"/>
            <a:chExt cx="3409315" cy="4597400"/>
          </a:xfrm>
        </p:grpSpPr>
        <p:sp>
          <p:nvSpPr>
            <p:cNvPr id="4" name="object 4"/>
            <p:cNvSpPr/>
            <p:nvPr/>
          </p:nvSpPr>
          <p:spPr>
            <a:xfrm>
              <a:off x="1066799" y="4367784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799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799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5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799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671827" y="3511295"/>
              <a:ext cx="132588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275331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360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132471" y="1095755"/>
              <a:ext cx="1821548" cy="16257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93" y="1905855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2392" y="1173607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69714" y="1239774"/>
            <a:ext cx="4121150" cy="2032000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 marR="413384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Use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 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take</a:t>
            </a:r>
            <a:r>
              <a:rPr kumimoji="0" sz="1800" b="0" i="0" u="none" strike="noStrike" kern="1200" cap="none" spc="-3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1800" b="0" i="0" u="none" strike="noStrike" kern="1200" cap="none" spc="-3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 </a:t>
            </a:r>
            <a:r>
              <a:rPr kumimoji="0" sz="1800" b="1" i="0" u="none" strike="noStrike" kern="1200" cap="none" spc="-10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weighted </a:t>
            </a:r>
            <a:r>
              <a:rPr kumimoji="0" sz="1800" b="1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sum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hidden 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states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90170" marR="328295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mostly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contains 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information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from the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hidden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states</a:t>
            </a:r>
            <a:r>
              <a:rPr kumimoji="0" sz="18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received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high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417570" y="1365503"/>
            <a:ext cx="1156335" cy="86995"/>
          </a:xfrm>
          <a:custGeom>
            <a:avLst/>
            <a:gdLst/>
            <a:ahLst/>
            <a:cxnLst/>
            <a:rect l="l" t="t" r="r" b="b"/>
            <a:pathLst>
              <a:path w="1156335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1156335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1156335" h="86994">
                <a:moveTo>
                  <a:pt x="1155827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1155827" y="57912"/>
                </a:lnTo>
                <a:lnTo>
                  <a:pt x="1155827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DB6A1F-C5D3-44EE-9E21-D9CD43999354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8661" y="1095755"/>
            <a:ext cx="3409315" cy="4597400"/>
            <a:chOff x="978661" y="1095755"/>
            <a:chExt cx="3409315" cy="4597400"/>
          </a:xfrm>
        </p:grpSpPr>
        <p:sp>
          <p:nvSpPr>
            <p:cNvPr id="4" name="object 4"/>
            <p:cNvSpPr/>
            <p:nvPr/>
          </p:nvSpPr>
          <p:spPr>
            <a:xfrm>
              <a:off x="1066799" y="4367784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799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799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5" y="4283963"/>
              <a:ext cx="2796539" cy="14028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799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671827" y="3511295"/>
              <a:ext cx="132588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275331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880360" y="3511295"/>
              <a:ext cx="132587" cy="1264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132471" y="1095755"/>
              <a:ext cx="1821548" cy="16257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65626" y="5714796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93" y="1905855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2392" y="1173607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85409" y="1616202"/>
            <a:ext cx="3427476" cy="861132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90170" marR="130810" lvl="0" indent="0" algn="l" defTabSz="914400" rtl="0" eaLnBrk="1" fontAlgn="auto" latinLnBrk="0" hangingPunct="1">
              <a:lnSpc>
                <a:spcPct val="100299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Concatenate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output 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hidden state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 then use to compute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𝑦</a:t>
            </a:r>
            <a:r>
              <a:rPr kumimoji="0" sz="1950" b="0" i="0" u="none" strike="noStrike" kern="1200" cap="none" normalizeH="0" baseline="-1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</a:t>
            </a:r>
            <a:r>
              <a:rPr kumimoji="0" lang="en-US" sz="1950" b="0" i="0" u="none" strike="noStrike" kern="1200" cap="none" normalizeH="0" baseline="-1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800" b="0" i="0" u="none" strike="noStrike" kern="1200" cap="none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as before</a:t>
            </a:r>
            <a:endParaRPr kumimoji="0" sz="18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84370" y="2034539"/>
            <a:ext cx="700405" cy="86995"/>
          </a:xfrm>
          <a:custGeom>
            <a:avLst/>
            <a:gdLst/>
            <a:ahLst/>
            <a:cxnLst/>
            <a:rect l="l" t="t" r="r" b="b"/>
            <a:pathLst>
              <a:path w="700404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700404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700404" h="86994">
                <a:moveTo>
                  <a:pt x="699896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699896" y="57912"/>
                </a:lnTo>
                <a:lnTo>
                  <a:pt x="699896" y="28956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299081" y="1778634"/>
            <a:ext cx="2002155" cy="2515870"/>
          </a:xfrm>
          <a:custGeom>
            <a:avLst/>
            <a:gdLst/>
            <a:ahLst/>
            <a:cxnLst/>
            <a:rect l="l" t="t" r="r" b="b"/>
            <a:pathLst>
              <a:path w="2002154" h="2515870">
                <a:moveTo>
                  <a:pt x="1713992" y="264160"/>
                </a:moveTo>
                <a:lnTo>
                  <a:pt x="1627632" y="194945"/>
                </a:lnTo>
                <a:lnTo>
                  <a:pt x="1621409" y="195707"/>
                </a:lnTo>
                <a:lnTo>
                  <a:pt x="1617980" y="199898"/>
                </a:lnTo>
                <a:lnTo>
                  <a:pt x="1614551" y="204216"/>
                </a:lnTo>
                <a:lnTo>
                  <a:pt x="1615313" y="210439"/>
                </a:lnTo>
                <a:lnTo>
                  <a:pt x="1619504" y="213868"/>
                </a:lnTo>
                <a:lnTo>
                  <a:pt x="1659699" y="246062"/>
                </a:lnTo>
                <a:lnTo>
                  <a:pt x="2794" y="0"/>
                </a:lnTo>
                <a:lnTo>
                  <a:pt x="0" y="19558"/>
                </a:lnTo>
                <a:lnTo>
                  <a:pt x="1656765" y="265747"/>
                </a:lnTo>
                <a:lnTo>
                  <a:pt x="1603883" y="286893"/>
                </a:lnTo>
                <a:lnTo>
                  <a:pt x="1601470" y="292735"/>
                </a:lnTo>
                <a:lnTo>
                  <a:pt x="1605534" y="302895"/>
                </a:lnTo>
                <a:lnTo>
                  <a:pt x="1611249" y="305308"/>
                </a:lnTo>
                <a:lnTo>
                  <a:pt x="1696542" y="271145"/>
                </a:lnTo>
                <a:lnTo>
                  <a:pt x="1713992" y="264160"/>
                </a:lnTo>
                <a:close/>
              </a:path>
              <a:path w="2002154" h="2515870">
                <a:moveTo>
                  <a:pt x="2001774" y="609727"/>
                </a:moveTo>
                <a:lnTo>
                  <a:pt x="1998980" y="605028"/>
                </a:lnTo>
                <a:lnTo>
                  <a:pt x="1957425" y="533781"/>
                </a:lnTo>
                <a:lnTo>
                  <a:pt x="1946021" y="514223"/>
                </a:lnTo>
                <a:lnTo>
                  <a:pt x="1893062" y="605028"/>
                </a:lnTo>
                <a:lnTo>
                  <a:pt x="1890268" y="609727"/>
                </a:lnTo>
                <a:lnTo>
                  <a:pt x="1891792" y="615823"/>
                </a:lnTo>
                <a:lnTo>
                  <a:pt x="1896618" y="618617"/>
                </a:lnTo>
                <a:lnTo>
                  <a:pt x="1901317" y="621411"/>
                </a:lnTo>
                <a:lnTo>
                  <a:pt x="1907413" y="619760"/>
                </a:lnTo>
                <a:lnTo>
                  <a:pt x="1910080" y="615061"/>
                </a:lnTo>
                <a:lnTo>
                  <a:pt x="1936102" y="570433"/>
                </a:lnTo>
                <a:lnTo>
                  <a:pt x="1936115" y="533781"/>
                </a:lnTo>
                <a:lnTo>
                  <a:pt x="1936115" y="570433"/>
                </a:lnTo>
                <a:lnTo>
                  <a:pt x="1936115" y="2515362"/>
                </a:lnTo>
                <a:lnTo>
                  <a:pt x="1955927" y="2515362"/>
                </a:lnTo>
                <a:lnTo>
                  <a:pt x="1955927" y="570433"/>
                </a:lnTo>
                <a:lnTo>
                  <a:pt x="1981962" y="615061"/>
                </a:lnTo>
                <a:lnTo>
                  <a:pt x="1984629" y="619760"/>
                </a:lnTo>
                <a:lnTo>
                  <a:pt x="1990725" y="621411"/>
                </a:lnTo>
                <a:lnTo>
                  <a:pt x="1995424" y="618617"/>
                </a:lnTo>
                <a:lnTo>
                  <a:pt x="2000250" y="615823"/>
                </a:lnTo>
                <a:lnTo>
                  <a:pt x="2001774" y="60972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00448" y="1929764"/>
            <a:ext cx="2654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𝑦</a:t>
            </a:r>
            <a:r>
              <a:rPr kumimoji="0" sz="1725" b="0" i="0" u="none" strike="noStrike" kern="1200" cap="none" normalizeH="0" baseline="-14492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</a:t>
            </a:r>
          </a:p>
        </p:txBody>
      </p:sp>
      <p:sp>
        <p:nvSpPr>
          <p:cNvPr id="46" name="object 46"/>
          <p:cNvSpPr/>
          <p:nvPr/>
        </p:nvSpPr>
        <p:spPr>
          <a:xfrm>
            <a:off x="4197350" y="1562861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5480" y="39261"/>
                </a:moveTo>
                <a:lnTo>
                  <a:pt x="45720" y="56146"/>
                </a:lnTo>
                <a:lnTo>
                  <a:pt x="46736" y="346963"/>
                </a:lnTo>
                <a:lnTo>
                  <a:pt x="66548" y="346837"/>
                </a:lnTo>
                <a:lnTo>
                  <a:pt x="65533" y="56319"/>
                </a:lnTo>
                <a:lnTo>
                  <a:pt x="55480" y="39261"/>
                </a:lnTo>
                <a:close/>
              </a:path>
              <a:path w="111760" h="347344">
                <a:moveTo>
                  <a:pt x="55372" y="0"/>
                </a:moveTo>
                <a:lnTo>
                  <a:pt x="2666" y="91059"/>
                </a:lnTo>
                <a:lnTo>
                  <a:pt x="0" y="95758"/>
                </a:lnTo>
                <a:lnTo>
                  <a:pt x="1524" y="101853"/>
                </a:lnTo>
                <a:lnTo>
                  <a:pt x="6350" y="104521"/>
                </a:lnTo>
                <a:lnTo>
                  <a:pt x="11049" y="107314"/>
                </a:lnTo>
                <a:lnTo>
                  <a:pt x="17145" y="105663"/>
                </a:lnTo>
                <a:lnTo>
                  <a:pt x="19812" y="100964"/>
                </a:lnTo>
                <a:lnTo>
                  <a:pt x="45620" y="56319"/>
                </a:lnTo>
                <a:lnTo>
                  <a:pt x="45592" y="19685"/>
                </a:lnTo>
                <a:lnTo>
                  <a:pt x="66876" y="19558"/>
                </a:lnTo>
                <a:lnTo>
                  <a:pt x="55372" y="0"/>
                </a:lnTo>
                <a:close/>
              </a:path>
              <a:path w="111760" h="347344">
                <a:moveTo>
                  <a:pt x="66876" y="19558"/>
                </a:moveTo>
                <a:lnTo>
                  <a:pt x="65404" y="19558"/>
                </a:lnTo>
                <a:lnTo>
                  <a:pt x="65533" y="56319"/>
                </a:lnTo>
                <a:lnTo>
                  <a:pt x="91694" y="100711"/>
                </a:lnTo>
                <a:lnTo>
                  <a:pt x="94361" y="105410"/>
                </a:lnTo>
                <a:lnTo>
                  <a:pt x="100457" y="106934"/>
                </a:lnTo>
                <a:lnTo>
                  <a:pt x="105155" y="104139"/>
                </a:lnTo>
                <a:lnTo>
                  <a:pt x="109854" y="101473"/>
                </a:lnTo>
                <a:lnTo>
                  <a:pt x="111505" y="95376"/>
                </a:lnTo>
                <a:lnTo>
                  <a:pt x="108712" y="90677"/>
                </a:lnTo>
                <a:lnTo>
                  <a:pt x="66876" y="19558"/>
                </a:lnTo>
                <a:close/>
              </a:path>
              <a:path w="111760" h="347344">
                <a:moveTo>
                  <a:pt x="65422" y="24511"/>
                </a:moveTo>
                <a:lnTo>
                  <a:pt x="64008" y="24511"/>
                </a:lnTo>
                <a:lnTo>
                  <a:pt x="55480" y="39261"/>
                </a:lnTo>
                <a:lnTo>
                  <a:pt x="65533" y="56319"/>
                </a:lnTo>
                <a:lnTo>
                  <a:pt x="65422" y="24511"/>
                </a:lnTo>
                <a:close/>
              </a:path>
              <a:path w="111760" h="347344">
                <a:moveTo>
                  <a:pt x="65404" y="19558"/>
                </a:moveTo>
                <a:lnTo>
                  <a:pt x="45592" y="19685"/>
                </a:lnTo>
                <a:lnTo>
                  <a:pt x="45720" y="56146"/>
                </a:lnTo>
                <a:lnTo>
                  <a:pt x="55480" y="39261"/>
                </a:lnTo>
                <a:lnTo>
                  <a:pt x="46862" y="24637"/>
                </a:lnTo>
                <a:lnTo>
                  <a:pt x="65422" y="24511"/>
                </a:lnTo>
                <a:lnTo>
                  <a:pt x="65404" y="19558"/>
                </a:lnTo>
                <a:close/>
              </a:path>
              <a:path w="111760" h="347344">
                <a:moveTo>
                  <a:pt x="64008" y="24511"/>
                </a:moveTo>
                <a:lnTo>
                  <a:pt x="46862" y="24637"/>
                </a:lnTo>
                <a:lnTo>
                  <a:pt x="55480" y="39261"/>
                </a:lnTo>
                <a:lnTo>
                  <a:pt x="64008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39946" y="1243965"/>
            <a:ext cx="2254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005436-CD66-476E-87B2-B91EF531B047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6394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Sequence-to-sequence </a:t>
            </a:r>
            <a:r>
              <a:rPr spc="-160" dirty="0"/>
              <a:t>with</a:t>
            </a:r>
            <a:r>
              <a:rPr spc="-345" dirty="0"/>
              <a:t> </a:t>
            </a:r>
            <a:r>
              <a:rPr spc="-16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8661" y="1095755"/>
            <a:ext cx="4006850" cy="4597400"/>
            <a:chOff x="978661" y="1095755"/>
            <a:chExt cx="4006850" cy="4597400"/>
          </a:xfrm>
        </p:grpSpPr>
        <p:sp>
          <p:nvSpPr>
            <p:cNvPr id="4" name="object 4"/>
            <p:cNvSpPr/>
            <p:nvPr/>
          </p:nvSpPr>
          <p:spPr>
            <a:xfrm>
              <a:off x="1066799" y="4367784"/>
              <a:ext cx="126492" cy="1325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66799" y="4536947"/>
              <a:ext cx="126492" cy="132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66799" y="4706111"/>
              <a:ext cx="126492" cy="132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4875276"/>
              <a:ext cx="126492" cy="1310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591055" y="3511295"/>
              <a:ext cx="3254375" cy="21755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077252" y="3627882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066799" y="3511295"/>
              <a:ext cx="132587" cy="1264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72667" y="3547998"/>
              <a:ext cx="3671570" cy="756285"/>
            </a:xfrm>
            <a:custGeom>
              <a:avLst/>
              <a:gdLst/>
              <a:ahLst/>
              <a:cxnLst/>
              <a:rect l="l" t="t" r="r" b="b"/>
              <a:pathLst>
                <a:path w="3671570" h="756285">
                  <a:moveTo>
                    <a:pt x="3671239" y="736219"/>
                  </a:moveTo>
                  <a:lnTo>
                    <a:pt x="1281988" y="32931"/>
                  </a:lnTo>
                  <a:lnTo>
                    <a:pt x="1323898" y="22606"/>
                  </a:lnTo>
                  <a:lnTo>
                    <a:pt x="1337487" y="19304"/>
                  </a:lnTo>
                  <a:lnTo>
                    <a:pt x="1340789" y="13843"/>
                  </a:lnTo>
                  <a:lnTo>
                    <a:pt x="1339392" y="8636"/>
                  </a:lnTo>
                  <a:lnTo>
                    <a:pt x="1338122" y="3302"/>
                  </a:lnTo>
                  <a:lnTo>
                    <a:pt x="1332788" y="0"/>
                  </a:lnTo>
                  <a:lnTo>
                    <a:pt x="1327454" y="1409"/>
                  </a:lnTo>
                  <a:lnTo>
                    <a:pt x="1225346" y="26543"/>
                  </a:lnTo>
                  <a:lnTo>
                    <a:pt x="1301292" y="107061"/>
                  </a:lnTo>
                  <a:lnTo>
                    <a:pt x="1307515" y="107188"/>
                  </a:lnTo>
                  <a:lnTo>
                    <a:pt x="1315516" y="99695"/>
                  </a:lnTo>
                  <a:lnTo>
                    <a:pt x="1315643" y="93472"/>
                  </a:lnTo>
                  <a:lnTo>
                    <a:pt x="1311960" y="89408"/>
                  </a:lnTo>
                  <a:lnTo>
                    <a:pt x="1276515" y="51892"/>
                  </a:lnTo>
                  <a:lnTo>
                    <a:pt x="3388842" y="673785"/>
                  </a:lnTo>
                  <a:lnTo>
                    <a:pt x="662139" y="67170"/>
                  </a:lnTo>
                  <a:lnTo>
                    <a:pt x="687057" y="59182"/>
                  </a:lnTo>
                  <a:lnTo>
                    <a:pt x="716457" y="49796"/>
                  </a:lnTo>
                  <a:lnTo>
                    <a:pt x="719378" y="44208"/>
                  </a:lnTo>
                  <a:lnTo>
                    <a:pt x="716076" y="33782"/>
                  </a:lnTo>
                  <a:lnTo>
                    <a:pt x="710488" y="30988"/>
                  </a:lnTo>
                  <a:lnTo>
                    <a:pt x="605078" y="64643"/>
                  </a:lnTo>
                  <a:lnTo>
                    <a:pt x="682167" y="136144"/>
                  </a:lnTo>
                  <a:lnTo>
                    <a:pt x="686231" y="139827"/>
                  </a:lnTo>
                  <a:lnTo>
                    <a:pt x="692454" y="139573"/>
                  </a:lnTo>
                  <a:lnTo>
                    <a:pt x="699947" y="131572"/>
                  </a:lnTo>
                  <a:lnTo>
                    <a:pt x="699693" y="125349"/>
                  </a:lnTo>
                  <a:lnTo>
                    <a:pt x="695629" y="121539"/>
                  </a:lnTo>
                  <a:lnTo>
                    <a:pt x="657974" y="86626"/>
                  </a:lnTo>
                  <a:lnTo>
                    <a:pt x="3119678" y="634288"/>
                  </a:lnTo>
                  <a:lnTo>
                    <a:pt x="57289" y="65163"/>
                  </a:lnTo>
                  <a:lnTo>
                    <a:pt x="76034" y="58432"/>
                  </a:lnTo>
                  <a:lnTo>
                    <a:pt x="105714" y="47752"/>
                  </a:lnTo>
                  <a:lnTo>
                    <a:pt x="110921" y="45974"/>
                  </a:lnTo>
                  <a:lnTo>
                    <a:pt x="113588" y="40271"/>
                  </a:lnTo>
                  <a:lnTo>
                    <a:pt x="111683" y="35052"/>
                  </a:lnTo>
                  <a:lnTo>
                    <a:pt x="109905" y="29984"/>
                  </a:lnTo>
                  <a:lnTo>
                    <a:pt x="104190" y="27305"/>
                  </a:lnTo>
                  <a:lnTo>
                    <a:pt x="98983" y="29095"/>
                  </a:lnTo>
                  <a:lnTo>
                    <a:pt x="0" y="64643"/>
                  </a:lnTo>
                  <a:lnTo>
                    <a:pt x="83807" y="136906"/>
                  </a:lnTo>
                  <a:lnTo>
                    <a:pt x="90055" y="136525"/>
                  </a:lnTo>
                  <a:lnTo>
                    <a:pt x="97205" y="128143"/>
                  </a:lnTo>
                  <a:lnTo>
                    <a:pt x="96748" y="121920"/>
                  </a:lnTo>
                  <a:lnTo>
                    <a:pt x="53581" y="84696"/>
                  </a:lnTo>
                  <a:lnTo>
                    <a:pt x="3666540" y="756031"/>
                  </a:lnTo>
                  <a:lnTo>
                    <a:pt x="3666921" y="756031"/>
                  </a:lnTo>
                  <a:lnTo>
                    <a:pt x="3671239" y="736600"/>
                  </a:lnTo>
                  <a:lnTo>
                    <a:pt x="3671239" y="73621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82311" y="4358640"/>
              <a:ext cx="126491" cy="132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782311" y="4527803"/>
              <a:ext cx="126491" cy="1325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4696967"/>
              <a:ext cx="126491" cy="1325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82311" y="4866132"/>
              <a:ext cx="126491" cy="1325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708397" y="4293870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49"/>
                  </a:lnTo>
                  <a:lnTo>
                    <a:pt x="266700" y="735837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7"/>
                  </a:lnTo>
                  <a:lnTo>
                    <a:pt x="44450" y="780287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7"/>
                  </a:lnTo>
                  <a:lnTo>
                    <a:pt x="0" y="44449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785233" y="5074158"/>
              <a:ext cx="111760" cy="609600"/>
            </a:xfrm>
            <a:custGeom>
              <a:avLst/>
              <a:gdLst/>
              <a:ahLst/>
              <a:cxnLst/>
              <a:rect l="l" t="t" r="r" b="b"/>
              <a:pathLst>
                <a:path w="111760" h="60960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609600"/>
                  </a:lnTo>
                  <a:lnTo>
                    <a:pt x="65658" y="609600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609600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609600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609600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609600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609600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1895856" y="0"/>
                  </a:lnTo>
                </a:path>
                <a:path w="2308860" h="5080">
                  <a:moveTo>
                    <a:pt x="2031492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057655" y="1095755"/>
              <a:ext cx="1967484" cy="24255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193" y="4292367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2217" y="6095238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793"/>
                </a:lnTo>
                <a:lnTo>
                  <a:pt x="2404268" y="95907"/>
                </a:lnTo>
                <a:lnTo>
                  <a:pt x="2370522" y="124976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5"/>
                </a:lnTo>
                <a:lnTo>
                  <a:pt x="1248759" y="175364"/>
                </a:lnTo>
                <a:lnTo>
                  <a:pt x="1226014" y="218478"/>
                </a:lnTo>
                <a:lnTo>
                  <a:pt x="1217676" y="271272"/>
                </a:lnTo>
                <a:lnTo>
                  <a:pt x="1209337" y="218478"/>
                </a:lnTo>
                <a:lnTo>
                  <a:pt x="1186592" y="175364"/>
                </a:lnTo>
                <a:lnTo>
                  <a:pt x="1152846" y="146295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6"/>
                </a:lnTo>
                <a:lnTo>
                  <a:pt x="31089" y="95907"/>
                </a:lnTo>
                <a:lnTo>
                  <a:pt x="8341" y="52793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7981" y="430301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65626" y="5714796"/>
            <a:ext cx="10979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</a:t>
            </a:r>
            <a:r>
              <a:rPr kumimoji="0" sz="1600" b="0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</a:t>
            </a:r>
            <a:r>
              <a:rPr kumimoji="0" sz="1600" b="0" i="1" u="none" strike="noStrike" kern="1200" cap="none" spc="-3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600" b="0" i="1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</a:t>
            </a:r>
            <a:r>
              <a:rPr kumimoji="0" sz="1600" b="0" i="1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600" b="0" i="1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	</a:t>
            </a:r>
            <a:r>
              <a:rPr kumimoji="0" sz="16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1966" y="5724245"/>
            <a:ext cx="1200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50873" y="5724245"/>
            <a:ext cx="1301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9934" y="5724245"/>
            <a:ext cx="11150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109" algn="l"/>
              </a:tabLst>
              <a:defRPr/>
            </a:pPr>
            <a:r>
              <a:rPr kumimoji="0" sz="16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m’	</a:t>
            </a:r>
            <a:r>
              <a:rPr kumimoji="0" sz="16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entarté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72078" y="4074033"/>
            <a:ext cx="237886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612885" y="432587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193" y="3167697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3409" y="3275838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193" y="1905855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5601" y="214350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82392" y="1173607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tt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99208" y="1778634"/>
            <a:ext cx="2596515" cy="2516505"/>
          </a:xfrm>
          <a:custGeom>
            <a:avLst/>
            <a:gdLst/>
            <a:ahLst/>
            <a:cxnLst/>
            <a:rect l="l" t="t" r="r" b="b"/>
            <a:pathLst>
              <a:path w="2596515" h="2516504">
                <a:moveTo>
                  <a:pt x="2311146" y="299466"/>
                </a:moveTo>
                <a:lnTo>
                  <a:pt x="2223262" y="232283"/>
                </a:lnTo>
                <a:lnTo>
                  <a:pt x="2217039" y="233172"/>
                </a:lnTo>
                <a:lnTo>
                  <a:pt x="2213737" y="237490"/>
                </a:lnTo>
                <a:lnTo>
                  <a:pt x="2210308" y="241808"/>
                </a:lnTo>
                <a:lnTo>
                  <a:pt x="2211197" y="248031"/>
                </a:lnTo>
                <a:lnTo>
                  <a:pt x="2256574" y="282727"/>
                </a:lnTo>
                <a:lnTo>
                  <a:pt x="2540" y="0"/>
                </a:lnTo>
                <a:lnTo>
                  <a:pt x="0" y="19558"/>
                </a:lnTo>
                <a:lnTo>
                  <a:pt x="2253907" y="302387"/>
                </a:lnTo>
                <a:lnTo>
                  <a:pt x="2201545" y="324739"/>
                </a:lnTo>
                <a:lnTo>
                  <a:pt x="2199259" y="330581"/>
                </a:lnTo>
                <a:lnTo>
                  <a:pt x="2201418" y="335534"/>
                </a:lnTo>
                <a:lnTo>
                  <a:pt x="2203577" y="340614"/>
                </a:lnTo>
                <a:lnTo>
                  <a:pt x="2209292" y="342900"/>
                </a:lnTo>
                <a:lnTo>
                  <a:pt x="2293569" y="306959"/>
                </a:lnTo>
                <a:lnTo>
                  <a:pt x="2311146" y="299466"/>
                </a:lnTo>
                <a:close/>
              </a:path>
              <a:path w="2596515" h="2516504">
                <a:moveTo>
                  <a:pt x="2596134" y="565531"/>
                </a:moveTo>
                <a:lnTo>
                  <a:pt x="2593340" y="560832"/>
                </a:lnTo>
                <a:lnTo>
                  <a:pt x="2551684" y="489585"/>
                </a:lnTo>
                <a:lnTo>
                  <a:pt x="2540254" y="470027"/>
                </a:lnTo>
                <a:lnTo>
                  <a:pt x="2487295" y="560959"/>
                </a:lnTo>
                <a:lnTo>
                  <a:pt x="2484628" y="565658"/>
                </a:lnTo>
                <a:lnTo>
                  <a:pt x="2486152" y="571627"/>
                </a:lnTo>
                <a:lnTo>
                  <a:pt x="2490851" y="574421"/>
                </a:lnTo>
                <a:lnTo>
                  <a:pt x="2495677" y="577215"/>
                </a:lnTo>
                <a:lnTo>
                  <a:pt x="2501646" y="575564"/>
                </a:lnTo>
                <a:lnTo>
                  <a:pt x="2504503" y="570738"/>
                </a:lnTo>
                <a:lnTo>
                  <a:pt x="2530373" y="526402"/>
                </a:lnTo>
                <a:lnTo>
                  <a:pt x="2530449" y="526262"/>
                </a:lnTo>
                <a:lnTo>
                  <a:pt x="2530424" y="577215"/>
                </a:lnTo>
                <a:lnTo>
                  <a:pt x="2532126" y="2516251"/>
                </a:lnTo>
                <a:lnTo>
                  <a:pt x="2551938" y="2516251"/>
                </a:lnTo>
                <a:lnTo>
                  <a:pt x="2550185" y="526237"/>
                </a:lnTo>
                <a:lnTo>
                  <a:pt x="2550160" y="494665"/>
                </a:lnTo>
                <a:lnTo>
                  <a:pt x="2550160" y="489585"/>
                </a:lnTo>
                <a:lnTo>
                  <a:pt x="2550274" y="526402"/>
                </a:lnTo>
                <a:lnTo>
                  <a:pt x="2576258" y="570865"/>
                </a:lnTo>
                <a:lnTo>
                  <a:pt x="2578989" y="575564"/>
                </a:lnTo>
                <a:lnTo>
                  <a:pt x="2585085" y="577088"/>
                </a:lnTo>
                <a:lnTo>
                  <a:pt x="2589784" y="574294"/>
                </a:lnTo>
                <a:lnTo>
                  <a:pt x="2594483" y="571627"/>
                </a:lnTo>
                <a:lnTo>
                  <a:pt x="2596134" y="5655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82616" y="1929460"/>
            <a:ext cx="2705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𝑦</a:t>
            </a:r>
            <a:r>
              <a:rPr kumimoji="0" sz="1725" b="0" i="0" u="none" strike="noStrike" kern="1200" cap="none" normalizeH="0" baseline="-1690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2</a:t>
            </a:r>
          </a:p>
        </p:txBody>
      </p:sp>
      <p:sp>
        <p:nvSpPr>
          <p:cNvPr id="39" name="object 39"/>
          <p:cNvSpPr/>
          <p:nvPr/>
        </p:nvSpPr>
        <p:spPr>
          <a:xfrm>
            <a:off x="4786629" y="1562861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6325" y="39160"/>
                </a:moveTo>
                <a:lnTo>
                  <a:pt x="46198" y="56066"/>
                </a:lnTo>
                <a:lnTo>
                  <a:pt x="42925" y="347090"/>
                </a:lnTo>
                <a:lnTo>
                  <a:pt x="62737" y="347345"/>
                </a:lnTo>
                <a:lnTo>
                  <a:pt x="66010" y="56216"/>
                </a:lnTo>
                <a:lnTo>
                  <a:pt x="56325" y="39160"/>
                </a:lnTo>
                <a:close/>
              </a:path>
              <a:path w="111760" h="347344">
                <a:moveTo>
                  <a:pt x="67879" y="19558"/>
                </a:moveTo>
                <a:lnTo>
                  <a:pt x="46609" y="19558"/>
                </a:lnTo>
                <a:lnTo>
                  <a:pt x="66421" y="19685"/>
                </a:lnTo>
                <a:lnTo>
                  <a:pt x="66010" y="56216"/>
                </a:lnTo>
                <a:lnTo>
                  <a:pt x="94234" y="105917"/>
                </a:lnTo>
                <a:lnTo>
                  <a:pt x="100330" y="107568"/>
                </a:lnTo>
                <a:lnTo>
                  <a:pt x="105029" y="104901"/>
                </a:lnTo>
                <a:lnTo>
                  <a:pt x="109855" y="102235"/>
                </a:lnTo>
                <a:lnTo>
                  <a:pt x="111506" y="96138"/>
                </a:lnTo>
                <a:lnTo>
                  <a:pt x="108712" y="91439"/>
                </a:lnTo>
                <a:lnTo>
                  <a:pt x="67879" y="19558"/>
                </a:lnTo>
                <a:close/>
              </a:path>
              <a:path w="111760" h="347344">
                <a:moveTo>
                  <a:pt x="56769" y="0"/>
                </a:moveTo>
                <a:lnTo>
                  <a:pt x="2794" y="90170"/>
                </a:lnTo>
                <a:lnTo>
                  <a:pt x="0" y="94868"/>
                </a:lnTo>
                <a:lnTo>
                  <a:pt x="1524" y="100964"/>
                </a:lnTo>
                <a:lnTo>
                  <a:pt x="6096" y="103759"/>
                </a:lnTo>
                <a:lnTo>
                  <a:pt x="10795" y="106552"/>
                </a:lnTo>
                <a:lnTo>
                  <a:pt x="16891" y="105028"/>
                </a:lnTo>
                <a:lnTo>
                  <a:pt x="19685" y="100329"/>
                </a:lnTo>
                <a:lnTo>
                  <a:pt x="46198" y="56066"/>
                </a:lnTo>
                <a:lnTo>
                  <a:pt x="46609" y="19558"/>
                </a:lnTo>
                <a:lnTo>
                  <a:pt x="67879" y="19558"/>
                </a:lnTo>
                <a:lnTo>
                  <a:pt x="56769" y="0"/>
                </a:lnTo>
                <a:close/>
              </a:path>
              <a:path w="111760" h="347344">
                <a:moveTo>
                  <a:pt x="66366" y="24511"/>
                </a:moveTo>
                <a:lnTo>
                  <a:pt x="48006" y="24511"/>
                </a:lnTo>
                <a:lnTo>
                  <a:pt x="65024" y="24637"/>
                </a:lnTo>
                <a:lnTo>
                  <a:pt x="56325" y="39160"/>
                </a:lnTo>
                <a:lnTo>
                  <a:pt x="66010" y="56216"/>
                </a:lnTo>
                <a:lnTo>
                  <a:pt x="66366" y="24511"/>
                </a:lnTo>
                <a:close/>
              </a:path>
              <a:path w="111760" h="347344">
                <a:moveTo>
                  <a:pt x="46609" y="19558"/>
                </a:moveTo>
                <a:lnTo>
                  <a:pt x="46198" y="56066"/>
                </a:lnTo>
                <a:lnTo>
                  <a:pt x="56325" y="39160"/>
                </a:lnTo>
                <a:lnTo>
                  <a:pt x="48006" y="24511"/>
                </a:lnTo>
                <a:lnTo>
                  <a:pt x="66366" y="24511"/>
                </a:lnTo>
                <a:lnTo>
                  <a:pt x="66421" y="19685"/>
                </a:lnTo>
                <a:lnTo>
                  <a:pt x="46609" y="19558"/>
                </a:lnTo>
                <a:close/>
              </a:path>
              <a:path w="111760" h="347344">
                <a:moveTo>
                  <a:pt x="48006" y="24511"/>
                </a:moveTo>
                <a:lnTo>
                  <a:pt x="56325" y="39160"/>
                </a:lnTo>
                <a:lnTo>
                  <a:pt x="65024" y="24637"/>
                </a:lnTo>
                <a:lnTo>
                  <a:pt x="48006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21097" y="1243965"/>
            <a:ext cx="2444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hit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71921" y="4485894"/>
            <a:ext cx="2613660" cy="1416413"/>
          </a:xfrm>
          <a:prstGeom prst="rect">
            <a:avLst/>
          </a:prstGeom>
          <a:ln w="28955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 marR="103505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Sometimes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take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output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from</a:t>
            </a:r>
            <a:r>
              <a:rPr kumimoji="0" sz="1800" b="0" i="0" u="none" strike="noStrike" kern="1200" cap="none" spc="-29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previous step,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also 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feed </a:t>
            </a:r>
            <a:r>
              <a:rPr kumimoji="0" sz="1800" b="0" i="0" u="none" strike="noStrike" kern="1200" cap="none" spc="5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it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into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(along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usual 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decoder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input).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69585" y="5492241"/>
            <a:ext cx="413384" cy="420370"/>
          </a:xfrm>
          <a:custGeom>
            <a:avLst/>
            <a:gdLst/>
            <a:ahLst/>
            <a:cxnLst/>
            <a:rect l="l" t="t" r="r" b="b"/>
            <a:pathLst>
              <a:path w="413385" h="420370">
                <a:moveTo>
                  <a:pt x="29844" y="327634"/>
                </a:moveTo>
                <a:lnTo>
                  <a:pt x="0" y="420039"/>
                </a:lnTo>
                <a:lnTo>
                  <a:pt x="91821" y="388505"/>
                </a:lnTo>
                <a:lnTo>
                  <a:pt x="81683" y="378548"/>
                </a:lnTo>
                <a:lnTo>
                  <a:pt x="61087" y="378548"/>
                </a:lnTo>
                <a:lnTo>
                  <a:pt x="40386" y="358254"/>
                </a:lnTo>
                <a:lnTo>
                  <a:pt x="50518" y="347939"/>
                </a:lnTo>
                <a:lnTo>
                  <a:pt x="29844" y="327634"/>
                </a:lnTo>
                <a:close/>
              </a:path>
              <a:path w="413385" h="420370">
                <a:moveTo>
                  <a:pt x="50518" y="347939"/>
                </a:moveTo>
                <a:lnTo>
                  <a:pt x="40386" y="358254"/>
                </a:lnTo>
                <a:lnTo>
                  <a:pt x="61087" y="378548"/>
                </a:lnTo>
                <a:lnTo>
                  <a:pt x="71201" y="368253"/>
                </a:lnTo>
                <a:lnTo>
                  <a:pt x="50518" y="347939"/>
                </a:lnTo>
                <a:close/>
              </a:path>
              <a:path w="413385" h="420370">
                <a:moveTo>
                  <a:pt x="71201" y="368253"/>
                </a:moveTo>
                <a:lnTo>
                  <a:pt x="61087" y="378548"/>
                </a:lnTo>
                <a:lnTo>
                  <a:pt x="81683" y="378548"/>
                </a:lnTo>
                <a:lnTo>
                  <a:pt x="71201" y="368253"/>
                </a:lnTo>
                <a:close/>
              </a:path>
              <a:path w="413385" h="420370">
                <a:moveTo>
                  <a:pt x="392302" y="0"/>
                </a:moveTo>
                <a:lnTo>
                  <a:pt x="50518" y="347939"/>
                </a:lnTo>
                <a:lnTo>
                  <a:pt x="71201" y="368253"/>
                </a:lnTo>
                <a:lnTo>
                  <a:pt x="413003" y="20320"/>
                </a:lnTo>
                <a:lnTo>
                  <a:pt x="392302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95552" y="6411188"/>
            <a:ext cx="2230755" cy="23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Source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sentence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E48A4A-555F-4AD6-AA2A-FB43AE2987BD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39" y="249377"/>
            <a:ext cx="496417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Attention: in 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48735"/>
            <a:ext cx="5466715" cy="112530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have encoder hidden states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On timestep </a:t>
            </a:r>
            <a:r>
              <a:rPr kumimoji="0" sz="20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 we have decoder hidden</a:t>
            </a:r>
            <a:r>
              <a:rPr kumimoji="0" lang="en-US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state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375094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get the attention scores	for this step: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2815539"/>
            <a:ext cx="5781507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take softmax to get the attention distribution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probability distribution and sums to 1)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8367" y="2815539"/>
            <a:ext cx="247739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this step (this is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540" y="4157217"/>
            <a:ext cx="8288512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1582420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use	</a:t>
            </a:r>
            <a:r>
              <a:rPr kumimoji="0" lang="en-US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 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 take a weighted sum of the encoder hidden states to get </a:t>
            </a:r>
            <a:r>
              <a:rPr kumimoji="0" lang="en-US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55600" marR="190500" lvl="0" indent="-34290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1217930" algn="l"/>
                <a:tab pos="537146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Finally we concatenate the attention output</a:t>
            </a:r>
            <a:r>
              <a:rPr kumimoji="0" lang="en-US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    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with the decoder hidden state</a:t>
            </a:r>
            <a:r>
              <a:rPr lang="en-US" sz="2000" dirty="0">
                <a:solidFill>
                  <a:prstClr val="black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and proceed as in the non-attention seq2seq model</a:t>
            </a:r>
          </a:p>
        </p:txBody>
      </p:sp>
      <p:sp>
        <p:nvSpPr>
          <p:cNvPr id="7" name="object 7"/>
          <p:cNvSpPr/>
          <p:nvPr/>
        </p:nvSpPr>
        <p:spPr>
          <a:xfrm>
            <a:off x="5337602" y="1486688"/>
            <a:ext cx="787777" cy="2543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1674" y="1071571"/>
            <a:ext cx="1923288" cy="377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9875" y="2329498"/>
            <a:ext cx="3789118" cy="3581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9650" y="1802273"/>
            <a:ext cx="384048" cy="3779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47395" y="3613605"/>
            <a:ext cx="3096101" cy="362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95518" y="2822994"/>
            <a:ext cx="273609" cy="2708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56582" y="4689362"/>
            <a:ext cx="2195299" cy="78274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79940" y="4093464"/>
            <a:ext cx="394715" cy="478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78266" y="4589150"/>
            <a:ext cx="241679" cy="1790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61674" y="6315056"/>
            <a:ext cx="1388385" cy="2791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39510" y="5582051"/>
            <a:ext cx="327660" cy="2956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60341" y="5821679"/>
            <a:ext cx="289559" cy="3188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12409B-E5CB-4178-BA50-1696FF2FE46E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362802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Attention is </a:t>
            </a:r>
            <a:r>
              <a:rPr dirty="0">
                <a:solidFill>
                  <a:srgbClr val="00AF50"/>
                </a:solidFill>
              </a:rPr>
              <a:t>great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28701"/>
            <a:ext cx="8632641" cy="4991751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significantly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improves NMT performance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It’s very useful to allow decoder to focus on certain parts of the source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solves the bottleneck problem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allows decoder to look directly at source; bypass bottleneck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helps with vanishing gradient problem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Provides shortcut to faraway states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Attention provides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some interpretability</a:t>
            </a:r>
            <a:endParaRPr kumimoji="0" sz="2400" b="0" i="0" u="none" strike="noStrike" kern="1200" cap="none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698500" marR="2386330" lvl="1" indent="-229235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By inspecting attention distribution, we can see  what the decoder was focusing on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get (soft) 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alignment for free</a:t>
            </a: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!</a:t>
            </a:r>
          </a:p>
          <a:p>
            <a:pPr marL="698500" marR="2480945" lvl="1" indent="-229235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This is cool because we never explicitly trained  an alignment system</a:t>
            </a:r>
          </a:p>
          <a:p>
            <a:pPr marL="698500" marR="0" lvl="1" indent="-229235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698500" algn="l"/>
                <a:tab pos="699135" algn="l"/>
              </a:tabLst>
              <a:defRPr/>
            </a:pPr>
            <a:r>
              <a:rPr kumimoji="0" sz="20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network just learned alignment by itself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0371" y="4396485"/>
            <a:ext cx="1778635" cy="1245235"/>
            <a:chOff x="7040371" y="4396485"/>
            <a:chExt cx="1778635" cy="1245235"/>
          </a:xfrm>
        </p:grpSpPr>
        <p:sp>
          <p:nvSpPr>
            <p:cNvPr id="5" name="object 5"/>
            <p:cNvSpPr/>
            <p:nvPr/>
          </p:nvSpPr>
          <p:spPr>
            <a:xfrm>
              <a:off x="7046721" y="4402835"/>
              <a:ext cx="294640" cy="308610"/>
            </a:xfrm>
            <a:custGeom>
              <a:avLst/>
              <a:gdLst/>
              <a:ahLst/>
              <a:cxnLst/>
              <a:rect l="l" t="t" r="r" b="b"/>
              <a:pathLst>
                <a:path w="294640" h="308610">
                  <a:moveTo>
                    <a:pt x="294271" y="0"/>
                  </a:moveTo>
                  <a:lnTo>
                    <a:pt x="0" y="0"/>
                  </a:lnTo>
                  <a:lnTo>
                    <a:pt x="0" y="308101"/>
                  </a:lnTo>
                  <a:lnTo>
                    <a:pt x="294271" y="308101"/>
                  </a:lnTo>
                  <a:lnTo>
                    <a:pt x="294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046722" y="4402835"/>
              <a:ext cx="1765935" cy="1232535"/>
            </a:xfrm>
            <a:custGeom>
              <a:avLst/>
              <a:gdLst/>
              <a:ahLst/>
              <a:cxnLst/>
              <a:rect l="l" t="t" r="r" b="b"/>
              <a:pathLst>
                <a:path w="1765934" h="1232535">
                  <a:moveTo>
                    <a:pt x="1765566" y="0"/>
                  </a:moveTo>
                  <a:lnTo>
                    <a:pt x="1765566" y="0"/>
                  </a:lnTo>
                  <a:lnTo>
                    <a:pt x="588518" y="0"/>
                  </a:lnTo>
                  <a:lnTo>
                    <a:pt x="588518" y="308102"/>
                  </a:lnTo>
                  <a:lnTo>
                    <a:pt x="588518" y="616204"/>
                  </a:lnTo>
                  <a:lnTo>
                    <a:pt x="294271" y="616204"/>
                  </a:lnTo>
                  <a:lnTo>
                    <a:pt x="294271" y="308102"/>
                  </a:lnTo>
                  <a:lnTo>
                    <a:pt x="588518" y="308102"/>
                  </a:lnTo>
                  <a:lnTo>
                    <a:pt x="588518" y="0"/>
                  </a:lnTo>
                  <a:lnTo>
                    <a:pt x="294259" y="0"/>
                  </a:lnTo>
                  <a:lnTo>
                    <a:pt x="294259" y="308102"/>
                  </a:lnTo>
                  <a:lnTo>
                    <a:pt x="0" y="308102"/>
                  </a:lnTo>
                  <a:lnTo>
                    <a:pt x="0" y="616204"/>
                  </a:lnTo>
                  <a:lnTo>
                    <a:pt x="0" y="924280"/>
                  </a:lnTo>
                  <a:lnTo>
                    <a:pt x="0" y="1232382"/>
                  </a:lnTo>
                  <a:lnTo>
                    <a:pt x="294271" y="1232382"/>
                  </a:lnTo>
                  <a:lnTo>
                    <a:pt x="294271" y="924306"/>
                  </a:lnTo>
                  <a:lnTo>
                    <a:pt x="588530" y="924306"/>
                  </a:lnTo>
                  <a:lnTo>
                    <a:pt x="588530" y="616204"/>
                  </a:lnTo>
                  <a:lnTo>
                    <a:pt x="882777" y="616204"/>
                  </a:lnTo>
                  <a:lnTo>
                    <a:pt x="882777" y="924306"/>
                  </a:lnTo>
                  <a:lnTo>
                    <a:pt x="1177036" y="924306"/>
                  </a:lnTo>
                  <a:lnTo>
                    <a:pt x="1471295" y="924306"/>
                  </a:lnTo>
                  <a:lnTo>
                    <a:pt x="1765566" y="924306"/>
                  </a:lnTo>
                  <a:lnTo>
                    <a:pt x="1765566" y="616204"/>
                  </a:lnTo>
                  <a:lnTo>
                    <a:pt x="1765566" y="308102"/>
                  </a:lnTo>
                  <a:lnTo>
                    <a:pt x="176556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929499" y="5327116"/>
              <a:ext cx="883285" cy="308610"/>
            </a:xfrm>
            <a:custGeom>
              <a:avLst/>
              <a:gdLst/>
              <a:ahLst/>
              <a:cxnLst/>
              <a:rect l="l" t="t" r="r" b="b"/>
              <a:pathLst>
                <a:path w="883284" h="308610">
                  <a:moveTo>
                    <a:pt x="882789" y="0"/>
                  </a:moveTo>
                  <a:lnTo>
                    <a:pt x="882789" y="0"/>
                  </a:lnTo>
                  <a:lnTo>
                    <a:pt x="0" y="0"/>
                  </a:lnTo>
                  <a:lnTo>
                    <a:pt x="0" y="308102"/>
                  </a:lnTo>
                  <a:lnTo>
                    <a:pt x="882789" y="308102"/>
                  </a:lnTo>
                  <a:lnTo>
                    <a:pt x="8827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040371" y="4396485"/>
              <a:ext cx="1778635" cy="1245235"/>
            </a:xfrm>
            <a:custGeom>
              <a:avLst/>
              <a:gdLst/>
              <a:ahLst/>
              <a:cxnLst/>
              <a:rect l="l" t="t" r="r" b="b"/>
              <a:pathLst>
                <a:path w="1778634" h="1245235">
                  <a:moveTo>
                    <a:pt x="6350" y="0"/>
                  </a:moveTo>
                  <a:lnTo>
                    <a:pt x="6350" y="1245082"/>
                  </a:lnTo>
                </a:path>
                <a:path w="1778634" h="1245235">
                  <a:moveTo>
                    <a:pt x="300608" y="0"/>
                  </a:moveTo>
                  <a:lnTo>
                    <a:pt x="300608" y="1245082"/>
                  </a:lnTo>
                </a:path>
                <a:path w="1778634" h="1245235">
                  <a:moveTo>
                    <a:pt x="594868" y="0"/>
                  </a:moveTo>
                  <a:lnTo>
                    <a:pt x="594868" y="1245082"/>
                  </a:lnTo>
                </a:path>
                <a:path w="1778634" h="1245235">
                  <a:moveTo>
                    <a:pt x="889126" y="0"/>
                  </a:moveTo>
                  <a:lnTo>
                    <a:pt x="889126" y="1245082"/>
                  </a:lnTo>
                </a:path>
                <a:path w="1778634" h="1245235">
                  <a:moveTo>
                    <a:pt x="1183385" y="0"/>
                  </a:moveTo>
                  <a:lnTo>
                    <a:pt x="1183385" y="1245082"/>
                  </a:lnTo>
                </a:path>
                <a:path w="1778634" h="1245235">
                  <a:moveTo>
                    <a:pt x="1477645" y="0"/>
                  </a:moveTo>
                  <a:lnTo>
                    <a:pt x="1477645" y="1245082"/>
                  </a:lnTo>
                </a:path>
                <a:path w="1778634" h="1245235">
                  <a:moveTo>
                    <a:pt x="0" y="6350"/>
                  </a:moveTo>
                  <a:lnTo>
                    <a:pt x="1778253" y="6350"/>
                  </a:lnTo>
                </a:path>
                <a:path w="1778634" h="1245235">
                  <a:moveTo>
                    <a:pt x="0" y="314451"/>
                  </a:moveTo>
                  <a:lnTo>
                    <a:pt x="1778253" y="314451"/>
                  </a:lnTo>
                </a:path>
                <a:path w="1778634" h="1245235">
                  <a:moveTo>
                    <a:pt x="0" y="622553"/>
                  </a:moveTo>
                  <a:lnTo>
                    <a:pt x="1778253" y="622553"/>
                  </a:lnTo>
                </a:path>
                <a:path w="1778634" h="1245235">
                  <a:moveTo>
                    <a:pt x="0" y="930655"/>
                  </a:moveTo>
                  <a:lnTo>
                    <a:pt x="1778253" y="930655"/>
                  </a:lnTo>
                </a:path>
                <a:path w="1778634" h="1245235">
                  <a:moveTo>
                    <a:pt x="1771903" y="0"/>
                  </a:moveTo>
                  <a:lnTo>
                    <a:pt x="1771903" y="1245082"/>
                  </a:lnTo>
                </a:path>
                <a:path w="1778634" h="1245235">
                  <a:moveTo>
                    <a:pt x="0" y="1238732"/>
                  </a:moveTo>
                  <a:lnTo>
                    <a:pt x="1778253" y="123873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endParaRPr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589384"/>
              </p:ext>
            </p:extLst>
          </p:nvPr>
        </p:nvGraphicFramePr>
        <p:xfrm>
          <a:off x="6380479" y="4102832"/>
          <a:ext cx="2439668" cy="153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0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900" spc="-5" dirty="0">
                          <a:latin typeface="Garamond" panose="02020404030301010803" pitchFamily="18" charset="0"/>
                          <a:cs typeface="Arial"/>
                        </a:rPr>
                        <a:t>he</a:t>
                      </a:r>
                      <a:endParaRPr sz="9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 vert="vert27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5" dirty="0">
                          <a:latin typeface="Garamond" panose="02020404030301010803" pitchFamily="18" charset="0"/>
                          <a:cs typeface="Arial"/>
                        </a:rPr>
                        <a:t>hit</a:t>
                      </a:r>
                      <a:endParaRPr sz="9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58419" marB="0" vert="vert27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me</a:t>
                      </a:r>
                    </a:p>
                  </a:txBody>
                  <a:tcPr marL="0" marR="0" marT="59055" marB="0" vert="vert27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900" spc="-20" dirty="0">
                          <a:latin typeface="Garamond" panose="02020404030301010803" pitchFamily="18" charset="0"/>
                          <a:cs typeface="Arial"/>
                        </a:rPr>
                        <a:t>w</a:t>
                      </a: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ith</a:t>
                      </a:r>
                    </a:p>
                  </a:txBody>
                  <a:tcPr marL="0" marR="0" marT="59054" marB="0" vert="vert27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a</a:t>
                      </a:r>
                    </a:p>
                  </a:txBody>
                  <a:tcPr marL="0" marR="0" marT="47625" marB="0" vert="vert27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spc="-5" dirty="0">
                          <a:latin typeface="Garamond" panose="02020404030301010803" pitchFamily="18" charset="0"/>
                          <a:cs typeface="Arial"/>
                        </a:rPr>
                        <a:t>pie</a:t>
                      </a:r>
                      <a:endParaRPr sz="9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47625" marB="0" vert="vert2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01">
                <a:tc>
                  <a:txBody>
                    <a:bodyPr/>
                    <a:lstStyle/>
                    <a:p>
                      <a:pPr marR="34861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-5" dirty="0">
                          <a:latin typeface="Garamond" panose="02020404030301010803" pitchFamily="18" charset="0"/>
                          <a:cs typeface="Arial"/>
                        </a:rPr>
                        <a:t>il</a:t>
                      </a:r>
                      <a:endParaRPr sz="9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01">
                <a:tc>
                  <a:txBody>
                    <a:bodyPr/>
                    <a:lstStyle/>
                    <a:p>
                      <a:pPr marR="34925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a</a:t>
                      </a: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01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5" dirty="0">
                          <a:latin typeface="Garamond" panose="02020404030301010803" pitchFamily="18" charset="0"/>
                          <a:cs typeface="Arial"/>
                        </a:rPr>
                        <a:t>m’</a:t>
                      </a:r>
                      <a:endParaRPr sz="9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426">
                <a:tc>
                  <a:txBody>
                    <a:bodyPr/>
                    <a:lstStyle/>
                    <a:p>
                      <a:pPr marR="34925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ent</a:t>
                      </a:r>
                      <a:r>
                        <a:rPr sz="900" spc="5" dirty="0">
                          <a:latin typeface="Garamond" panose="02020404030301010803" pitchFamily="18" charset="0"/>
                          <a:cs typeface="Arial"/>
                        </a:rPr>
                        <a:t>a</a:t>
                      </a:r>
                      <a:r>
                        <a:rPr sz="900" dirty="0">
                          <a:latin typeface="Garamond" panose="02020404030301010803" pitchFamily="18" charset="0"/>
                          <a:cs typeface="Arial"/>
                        </a:rPr>
                        <a:t>rté</a:t>
                      </a: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2C94C1-9F52-4BFD-8D85-0D29EA4450BF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49377"/>
            <a:ext cx="86201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Attention is a </a:t>
            </a:r>
            <a:r>
              <a:rPr i="1" spc="-100" dirty="0">
                <a:cs typeface="Trebuchet MS"/>
              </a:rPr>
              <a:t>general </a:t>
            </a:r>
            <a:r>
              <a:rPr spc="-100" dirty="0"/>
              <a:t>Deep Learning technique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5661"/>
            <a:ext cx="8620125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We’ve seen that attention is a great way to improve the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sequence-to-sequence model for Machine Translation.</a:t>
            </a:r>
          </a:p>
          <a:p>
            <a:pPr marL="355600" marR="194945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heavy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ea typeface="+mn-ea"/>
                <a:cs typeface="Arial"/>
              </a:rPr>
              <a:t>However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 You can use attention in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 architectures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(not just seq2seq) and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 tasks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(not just MT)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456" y="3124200"/>
            <a:ext cx="8620125" cy="1647825"/>
          </a:xfrm>
          <a:prstGeom prst="rect">
            <a:avLst/>
          </a:prstGeom>
          <a:ln w="9144">
            <a:solidFill>
              <a:srgbClr val="7E7E7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19430" marR="0" lvl="0" indent="-343535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519430" algn="l"/>
                <a:tab pos="520065" algn="l"/>
              </a:tabLst>
              <a:defRPr/>
            </a:pPr>
            <a:r>
              <a:rPr kumimoji="0" sz="2400" b="1" i="0" u="heavy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>
                  <a:solidFill>
                    <a:srgbClr val="3986FF"/>
                  </a:solidFill>
                </a:uFill>
                <a:latin typeface="Garamond" panose="02020404030301010803" pitchFamily="18" charset="0"/>
                <a:ea typeface="+mn-ea"/>
                <a:cs typeface="Trebuchet MS"/>
              </a:rPr>
              <a:t>More general definition of attention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</a:p>
          <a:p>
            <a:pPr marL="862330" marR="90805" lvl="1" indent="-229235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3986FF"/>
              </a:buClr>
              <a:buSzTx/>
              <a:buFont typeface="Times New Roman"/>
              <a:buChar char="•"/>
              <a:tabLst>
                <a:tab pos="862965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Given a set of vector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values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 and a vector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query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,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heavy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>
                  <a:solidFill>
                    <a:srgbClr val="3986FF"/>
                  </a:solidFill>
                </a:uFill>
                <a:latin typeface="Garamond" panose="02020404030301010803" pitchFamily="18" charset="0"/>
                <a:ea typeface="+mn-ea"/>
                <a:cs typeface="Trebuchet MS"/>
              </a:rPr>
              <a:t>attention</a:t>
            </a:r>
            <a:r>
              <a:rPr kumimoji="0" sz="2400" b="1" i="0" u="none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is a  technique to compute a weighted sum of the values,  dependent on the query.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5056784"/>
            <a:ext cx="8691634" cy="12715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We sometimes say that the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query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attends to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values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.</a:t>
            </a:r>
          </a:p>
          <a:p>
            <a:pPr marL="355600" marR="5080" lvl="0" indent="-342900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5600" algn="l"/>
              </a:tabLst>
              <a:defRPr/>
            </a:pP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example, in seq2seq + attention model, each decoder  hidden state (query) </a:t>
            </a:r>
            <a:r>
              <a:rPr kumimoji="0" sz="2400" b="0" i="1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attends to </a:t>
            </a:r>
            <a:r>
              <a:rPr kumimoji="0" sz="240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all encoder hidden states  (values).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04DA8-F914-4563-B46B-FDD0534F32E0}"/>
              </a:ext>
            </a:extLst>
          </p:cNvPr>
          <p:cNvSpPr txBox="1"/>
          <p:nvPr/>
        </p:nvSpPr>
        <p:spPr>
          <a:xfrm>
            <a:off x="0" y="6581001"/>
            <a:ext cx="86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Abigail See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320447" y="1640649"/>
            <a:ext cx="4503088" cy="2567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125" y="4778301"/>
            <a:ext cx="7897495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76910" lvl="0" indent="0" algn="l" defTabSz="914400" rtl="0" eaLnBrk="1" fontAlgn="auto" latinLnBrk="0" hangingPunct="1">
              <a:lnSpc>
                <a:spcPts val="165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CVPR 2015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:</a:t>
            </a:r>
          </a:p>
          <a:p>
            <a:pPr marL="12700" marR="676910" lvl="0" indent="0" algn="l" defTabSz="914400" rtl="0" eaLnBrk="1" fontAlgn="auto" latinLnBrk="0" hangingPunct="1">
              <a:lnSpc>
                <a:spcPts val="165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Deep Visual-Semantic Alignments for Generating Image Descriptions, Karpathy and Fei-Fei  Show and Tell: A Neural Image Caption Generator, Vinyals et</a:t>
            </a:r>
            <a:r>
              <a:rPr kumimoji="0" sz="14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al.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Long-term Recurrent Convolutional Networks for Visual Recognition and Description, Donahue et al.  Learning a Recurrent Visual Representation for Image Caption Generation, Chen and</a:t>
            </a:r>
            <a:r>
              <a:rPr kumimoji="0" sz="14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0" cap="none" spc="-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Zitnick</a:t>
            </a:r>
            <a:endParaRPr kumimoji="0" lang="en-US" sz="1400" b="0" i="0" u="none" strike="noStrike" kern="0" cap="none" spc="-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81001"/>
            <a:ext cx="2091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9192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469498" y="1615275"/>
            <a:ext cx="4993089" cy="2847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9498" y="3280027"/>
            <a:ext cx="1990725" cy="942340"/>
          </a:xfrm>
          <a:custGeom>
            <a:avLst/>
            <a:gdLst/>
            <a:ahLst/>
            <a:cxnLst/>
            <a:rect l="l" t="t" r="r" b="b"/>
            <a:pathLst>
              <a:path w="1990725" h="942339">
                <a:moveTo>
                  <a:pt x="0" y="0"/>
                </a:moveTo>
                <a:lnTo>
                  <a:pt x="1990195" y="0"/>
                </a:lnTo>
                <a:lnTo>
                  <a:pt x="1990195" y="942290"/>
                </a:lnTo>
                <a:lnTo>
                  <a:pt x="0" y="942290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30267" y="1685284"/>
            <a:ext cx="2910840" cy="2817495"/>
          </a:xfrm>
          <a:custGeom>
            <a:avLst/>
            <a:gdLst/>
            <a:ahLst/>
            <a:cxnLst/>
            <a:rect l="l" t="t" r="r" b="b"/>
            <a:pathLst>
              <a:path w="2910840" h="2817495">
                <a:moveTo>
                  <a:pt x="0" y="0"/>
                </a:moveTo>
                <a:lnTo>
                  <a:pt x="2910294" y="0"/>
                </a:lnTo>
                <a:lnTo>
                  <a:pt x="2910294" y="2817284"/>
                </a:lnTo>
                <a:lnTo>
                  <a:pt x="0" y="2817284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1874" y="4594661"/>
            <a:ext cx="546036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Convolutional Neural</a:t>
            </a:r>
            <a:r>
              <a:rPr kumimoji="0" sz="3000" b="1" i="0" u="none" strike="noStrike" kern="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1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Network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8324" y="987660"/>
            <a:ext cx="8867350" cy="618469"/>
          </a:xfrm>
          <a:prstGeom prst="rect">
            <a:avLst/>
          </a:prstGeom>
        </p:spPr>
        <p:txBody>
          <a:bodyPr vert="horz" wrap="square" lIns="0" tIns="155288" rIns="0" bIns="0" rtlCol="0">
            <a:spAutoFit/>
          </a:bodyPr>
          <a:lstStyle/>
          <a:p>
            <a:pPr marL="3463290"/>
            <a:r>
              <a:rPr sz="3000" b="1" spc="-5" dirty="0">
                <a:solidFill>
                  <a:srgbClr val="38751C"/>
                </a:solidFill>
              </a:rPr>
              <a:t>Recurrent Neural</a:t>
            </a:r>
            <a:r>
              <a:rPr sz="3000" b="1" spc="-20" dirty="0">
                <a:solidFill>
                  <a:srgbClr val="38751C"/>
                </a:solidFill>
              </a:rPr>
              <a:t> </a:t>
            </a:r>
            <a:r>
              <a:rPr sz="3000" b="1" spc="-5" dirty="0">
                <a:solidFill>
                  <a:srgbClr val="38751C"/>
                </a:solidFill>
              </a:rPr>
              <a:t>Network</a:t>
            </a:r>
            <a:endParaRPr sz="30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7066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9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84072" y="5650478"/>
            <a:ext cx="81534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68212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8" name="object 18"/>
          <p:cNvSpPr/>
          <p:nvPr/>
        </p:nvSpPr>
        <p:spPr>
          <a:xfrm>
            <a:off x="1276888" y="4058568"/>
            <a:ext cx="1612265" cy="1267460"/>
          </a:xfrm>
          <a:custGeom>
            <a:avLst/>
            <a:gdLst/>
            <a:ahLst/>
            <a:cxnLst/>
            <a:rect l="l" t="t" r="r" b="b"/>
            <a:pathLst>
              <a:path w="1612264" h="1267460">
                <a:moveTo>
                  <a:pt x="0" y="1267397"/>
                </a:moveTo>
                <a:lnTo>
                  <a:pt x="54072" y="1265861"/>
                </a:lnTo>
                <a:lnTo>
                  <a:pt x="106026" y="1261338"/>
                </a:lnTo>
                <a:lnTo>
                  <a:pt x="155950" y="1253951"/>
                </a:lnTo>
                <a:lnTo>
                  <a:pt x="203933" y="1243825"/>
                </a:lnTo>
                <a:lnTo>
                  <a:pt x="250062" y="1231084"/>
                </a:lnTo>
                <a:lnTo>
                  <a:pt x="294426" y="1215853"/>
                </a:lnTo>
                <a:lnTo>
                  <a:pt x="337113" y="1198257"/>
                </a:lnTo>
                <a:lnTo>
                  <a:pt x="378212" y="1178419"/>
                </a:lnTo>
                <a:lnTo>
                  <a:pt x="417810" y="1156466"/>
                </a:lnTo>
                <a:lnTo>
                  <a:pt x="455996" y="1132520"/>
                </a:lnTo>
                <a:lnTo>
                  <a:pt x="492858" y="1106706"/>
                </a:lnTo>
                <a:lnTo>
                  <a:pt x="528485" y="1079150"/>
                </a:lnTo>
                <a:lnTo>
                  <a:pt x="562964" y="1049975"/>
                </a:lnTo>
                <a:lnTo>
                  <a:pt x="596384" y="1019306"/>
                </a:lnTo>
                <a:lnTo>
                  <a:pt x="628834" y="987267"/>
                </a:lnTo>
                <a:lnTo>
                  <a:pt x="660400" y="953984"/>
                </a:lnTo>
                <a:lnTo>
                  <a:pt x="691173" y="919579"/>
                </a:lnTo>
                <a:lnTo>
                  <a:pt x="721239" y="884179"/>
                </a:lnTo>
                <a:lnTo>
                  <a:pt x="750688" y="847908"/>
                </a:lnTo>
                <a:lnTo>
                  <a:pt x="779607" y="810889"/>
                </a:lnTo>
                <a:lnTo>
                  <a:pt x="808084" y="773248"/>
                </a:lnTo>
                <a:lnTo>
                  <a:pt x="836209" y="735109"/>
                </a:lnTo>
                <a:lnTo>
                  <a:pt x="864069" y="696596"/>
                </a:lnTo>
                <a:lnTo>
                  <a:pt x="891752" y="657834"/>
                </a:lnTo>
                <a:lnTo>
                  <a:pt x="919348" y="618948"/>
                </a:lnTo>
                <a:lnTo>
                  <a:pt x="948094" y="578446"/>
                </a:lnTo>
                <a:lnTo>
                  <a:pt x="976939" y="538084"/>
                </a:lnTo>
                <a:lnTo>
                  <a:pt x="1005985" y="498003"/>
                </a:lnTo>
                <a:lnTo>
                  <a:pt x="1035330" y="458343"/>
                </a:lnTo>
                <a:lnTo>
                  <a:pt x="1065073" y="419246"/>
                </a:lnTo>
                <a:lnTo>
                  <a:pt x="1095316" y="380852"/>
                </a:lnTo>
                <a:lnTo>
                  <a:pt x="1126157" y="343302"/>
                </a:lnTo>
                <a:lnTo>
                  <a:pt x="1157697" y="306738"/>
                </a:lnTo>
                <a:lnTo>
                  <a:pt x="1190034" y="271299"/>
                </a:lnTo>
                <a:lnTo>
                  <a:pt x="1223269" y="237128"/>
                </a:lnTo>
                <a:lnTo>
                  <a:pt x="1257502" y="204364"/>
                </a:lnTo>
                <a:lnTo>
                  <a:pt x="1292832" y="173149"/>
                </a:lnTo>
                <a:lnTo>
                  <a:pt x="1329359" y="143618"/>
                </a:lnTo>
                <a:lnTo>
                  <a:pt x="1367182" y="115919"/>
                </a:lnTo>
                <a:lnTo>
                  <a:pt x="1406400" y="90190"/>
                </a:lnTo>
                <a:lnTo>
                  <a:pt x="1447115" y="66572"/>
                </a:lnTo>
                <a:lnTo>
                  <a:pt x="1489425" y="45203"/>
                </a:lnTo>
                <a:lnTo>
                  <a:pt x="1533431" y="26224"/>
                </a:lnTo>
                <a:lnTo>
                  <a:pt x="1585104" y="7926"/>
                </a:lnTo>
                <a:lnTo>
                  <a:pt x="1608831" y="874"/>
                </a:lnTo>
                <a:lnTo>
                  <a:pt x="1611831" y="24"/>
                </a:lnTo>
                <a:lnTo>
                  <a:pt x="1612006" y="0"/>
                </a:lnTo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80770" y="3996144"/>
            <a:ext cx="179705" cy="125095"/>
          </a:xfrm>
          <a:custGeom>
            <a:avLst/>
            <a:gdLst/>
            <a:ahLst/>
            <a:cxnLst/>
            <a:rect l="l" t="t" r="r" b="b"/>
            <a:pathLst>
              <a:path w="179705" h="125095">
                <a:moveTo>
                  <a:pt x="16249" y="124824"/>
                </a:moveTo>
                <a:lnTo>
                  <a:pt x="179574" y="40124"/>
                </a:lnTo>
                <a:lnTo>
                  <a:pt x="0" y="0"/>
                </a:lnTo>
                <a:lnTo>
                  <a:pt x="16249" y="124824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4072" y="5650478"/>
            <a:ext cx="81534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2634" y="1069155"/>
            <a:ext cx="10795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test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image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72244" y="3112240"/>
            <a:ext cx="350329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before: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 =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tanh(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2200" b="0" i="0" u="none" strike="noStrike" kern="0" cap="none" spc="0" normalizeH="0" baseline="-2500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*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2200" b="0" i="0" u="none" strike="noStrike" kern="0" cap="none" spc="-5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hh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*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72244" y="4293335"/>
            <a:ext cx="475297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now: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 =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tanh(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2200" b="0" i="0" u="none" strike="noStrike" kern="0" cap="none" spc="0" normalizeH="0" baseline="-2500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*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 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</a:t>
            </a:r>
            <a:r>
              <a:rPr kumimoji="0" sz="2200" b="0" i="0" u="none" strike="noStrike" kern="0" cap="none" spc="-5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hh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* h </a:t>
            </a:r>
            <a:r>
              <a:rPr kumimoji="0" sz="2200" b="1" i="0" u="none" strike="noStrike" kern="0" cap="none" spc="-5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+ W</a:t>
            </a:r>
            <a:r>
              <a:rPr kumimoji="0" sz="2200" b="1" i="0" u="none" strike="noStrike" kern="0" cap="none" spc="-5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ih</a:t>
            </a:r>
            <a:r>
              <a:rPr kumimoji="0" sz="2200" b="1" i="0" u="none" strike="noStrike" kern="0" cap="none" spc="-5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*</a:t>
            </a:r>
            <a:r>
              <a:rPr kumimoji="0" sz="2200" b="1" i="0" u="none" strike="noStrike" kern="0" cap="none" spc="-35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)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472" y="5423201"/>
            <a:ext cx="3535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im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0042" y="4097044"/>
            <a:ext cx="53721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Wih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29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7628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7" name="object 17"/>
          <p:cNvSpPr/>
          <p:nvPr/>
        </p:nvSpPr>
        <p:spPr>
          <a:xfrm>
            <a:off x="1276887" y="4036118"/>
            <a:ext cx="1724660" cy="1290320"/>
          </a:xfrm>
          <a:custGeom>
            <a:avLst/>
            <a:gdLst/>
            <a:ahLst/>
            <a:cxnLst/>
            <a:rect l="l" t="t" r="r" b="b"/>
            <a:pathLst>
              <a:path w="1724660" h="1290320">
                <a:moveTo>
                  <a:pt x="0" y="1289847"/>
                </a:moveTo>
                <a:lnTo>
                  <a:pt x="54072" y="1288311"/>
                </a:lnTo>
                <a:lnTo>
                  <a:pt x="106026" y="1283788"/>
                </a:lnTo>
                <a:lnTo>
                  <a:pt x="155950" y="1276401"/>
                </a:lnTo>
                <a:lnTo>
                  <a:pt x="203933" y="1266274"/>
                </a:lnTo>
                <a:lnTo>
                  <a:pt x="250062" y="1253534"/>
                </a:lnTo>
                <a:lnTo>
                  <a:pt x="294426" y="1238303"/>
                </a:lnTo>
                <a:lnTo>
                  <a:pt x="337113" y="1220707"/>
                </a:lnTo>
                <a:lnTo>
                  <a:pt x="378212" y="1200869"/>
                </a:lnTo>
                <a:lnTo>
                  <a:pt x="417810" y="1178915"/>
                </a:lnTo>
                <a:lnTo>
                  <a:pt x="455996" y="1154970"/>
                </a:lnTo>
                <a:lnTo>
                  <a:pt x="492858" y="1129156"/>
                </a:lnTo>
                <a:lnTo>
                  <a:pt x="528485" y="1101600"/>
                </a:lnTo>
                <a:lnTo>
                  <a:pt x="562964" y="1072425"/>
                </a:lnTo>
                <a:lnTo>
                  <a:pt x="596384" y="1041756"/>
                </a:lnTo>
                <a:lnTo>
                  <a:pt x="628834" y="1009717"/>
                </a:lnTo>
                <a:lnTo>
                  <a:pt x="660400" y="976433"/>
                </a:lnTo>
                <a:lnTo>
                  <a:pt x="691173" y="942029"/>
                </a:lnTo>
                <a:lnTo>
                  <a:pt x="721239" y="906629"/>
                </a:lnTo>
                <a:lnTo>
                  <a:pt x="750688" y="870358"/>
                </a:lnTo>
                <a:lnTo>
                  <a:pt x="779607" y="833339"/>
                </a:lnTo>
                <a:lnTo>
                  <a:pt x="808084" y="795698"/>
                </a:lnTo>
                <a:lnTo>
                  <a:pt x="836209" y="757559"/>
                </a:lnTo>
                <a:lnTo>
                  <a:pt x="864069" y="719046"/>
                </a:lnTo>
                <a:lnTo>
                  <a:pt x="891752" y="680284"/>
                </a:lnTo>
                <a:lnTo>
                  <a:pt x="919348" y="641398"/>
                </a:lnTo>
                <a:lnTo>
                  <a:pt x="948094" y="600896"/>
                </a:lnTo>
                <a:lnTo>
                  <a:pt x="976939" y="560534"/>
                </a:lnTo>
                <a:lnTo>
                  <a:pt x="1005985" y="520453"/>
                </a:lnTo>
                <a:lnTo>
                  <a:pt x="1035330" y="480793"/>
                </a:lnTo>
                <a:lnTo>
                  <a:pt x="1065073" y="441696"/>
                </a:lnTo>
                <a:lnTo>
                  <a:pt x="1095316" y="403302"/>
                </a:lnTo>
                <a:lnTo>
                  <a:pt x="1126157" y="365752"/>
                </a:lnTo>
                <a:lnTo>
                  <a:pt x="1157697" y="329188"/>
                </a:lnTo>
                <a:lnTo>
                  <a:pt x="1190034" y="293749"/>
                </a:lnTo>
                <a:lnTo>
                  <a:pt x="1223269" y="259578"/>
                </a:lnTo>
                <a:lnTo>
                  <a:pt x="1257502" y="226814"/>
                </a:lnTo>
                <a:lnTo>
                  <a:pt x="1292832" y="195599"/>
                </a:lnTo>
                <a:lnTo>
                  <a:pt x="1329359" y="166068"/>
                </a:lnTo>
                <a:lnTo>
                  <a:pt x="1367182" y="138369"/>
                </a:lnTo>
                <a:lnTo>
                  <a:pt x="1406400" y="112640"/>
                </a:lnTo>
                <a:lnTo>
                  <a:pt x="1447115" y="89022"/>
                </a:lnTo>
                <a:lnTo>
                  <a:pt x="1489425" y="67653"/>
                </a:lnTo>
                <a:lnTo>
                  <a:pt x="1533431" y="48674"/>
                </a:lnTo>
                <a:lnTo>
                  <a:pt x="1602847" y="25015"/>
                </a:lnTo>
                <a:lnTo>
                  <a:pt x="1676631" y="7524"/>
                </a:lnTo>
                <a:lnTo>
                  <a:pt x="1715281" y="1249"/>
                </a:lnTo>
                <a:lnTo>
                  <a:pt x="1724606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99570" y="4004719"/>
            <a:ext cx="88265" cy="62865"/>
          </a:xfrm>
          <a:custGeom>
            <a:avLst/>
            <a:gdLst/>
            <a:ahLst/>
            <a:cxnLst/>
            <a:rect l="l" t="t" r="r" b="b"/>
            <a:pathLst>
              <a:path w="88264" h="62864">
                <a:moveTo>
                  <a:pt x="3874" y="62799"/>
                </a:moveTo>
                <a:lnTo>
                  <a:pt x="88224" y="26074"/>
                </a:lnTo>
                <a:lnTo>
                  <a:pt x="0" y="0"/>
                </a:lnTo>
                <a:lnTo>
                  <a:pt x="3874" y="62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20" name="object 20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83993" y="2959146"/>
            <a:ext cx="969010" cy="2248535"/>
          </a:xfrm>
          <a:custGeom>
            <a:avLst/>
            <a:gdLst/>
            <a:ahLst/>
            <a:cxnLst/>
            <a:rect l="l" t="t" r="r" b="b"/>
            <a:pathLst>
              <a:path w="969010" h="2248535">
                <a:moveTo>
                  <a:pt x="0" y="0"/>
                </a:moveTo>
                <a:lnTo>
                  <a:pt x="40380" y="1409"/>
                </a:lnTo>
                <a:lnTo>
                  <a:pt x="80298" y="5583"/>
                </a:lnTo>
                <a:lnTo>
                  <a:pt x="119723" y="12440"/>
                </a:lnTo>
                <a:lnTo>
                  <a:pt x="158627" y="21899"/>
                </a:lnTo>
                <a:lnTo>
                  <a:pt x="196980" y="33878"/>
                </a:lnTo>
                <a:lnTo>
                  <a:pt x="234754" y="48297"/>
                </a:lnTo>
                <a:lnTo>
                  <a:pt x="271919" y="65074"/>
                </a:lnTo>
                <a:lnTo>
                  <a:pt x="308446" y="84128"/>
                </a:lnTo>
                <a:lnTo>
                  <a:pt x="344307" y="105377"/>
                </a:lnTo>
                <a:lnTo>
                  <a:pt x="379472" y="128739"/>
                </a:lnTo>
                <a:lnTo>
                  <a:pt x="413911" y="154135"/>
                </a:lnTo>
                <a:lnTo>
                  <a:pt x="447597" y="181482"/>
                </a:lnTo>
                <a:lnTo>
                  <a:pt x="480500" y="210699"/>
                </a:lnTo>
                <a:lnTo>
                  <a:pt x="512590" y="241705"/>
                </a:lnTo>
                <a:lnTo>
                  <a:pt x="543840" y="274419"/>
                </a:lnTo>
                <a:lnTo>
                  <a:pt x="574219" y="308759"/>
                </a:lnTo>
                <a:lnTo>
                  <a:pt x="603699" y="344643"/>
                </a:lnTo>
                <a:lnTo>
                  <a:pt x="632250" y="381991"/>
                </a:lnTo>
                <a:lnTo>
                  <a:pt x="659843" y="420722"/>
                </a:lnTo>
                <a:lnTo>
                  <a:pt x="686451" y="460753"/>
                </a:lnTo>
                <a:lnTo>
                  <a:pt x="712042" y="502004"/>
                </a:lnTo>
                <a:lnTo>
                  <a:pt x="736589" y="544393"/>
                </a:lnTo>
                <a:lnTo>
                  <a:pt x="760062" y="587840"/>
                </a:lnTo>
                <a:lnTo>
                  <a:pt x="782432" y="632262"/>
                </a:lnTo>
                <a:lnTo>
                  <a:pt x="803670" y="677578"/>
                </a:lnTo>
                <a:lnTo>
                  <a:pt x="823747" y="723708"/>
                </a:lnTo>
                <a:lnTo>
                  <a:pt x="842634" y="770569"/>
                </a:lnTo>
                <a:lnTo>
                  <a:pt x="860302" y="818081"/>
                </a:lnTo>
                <a:lnTo>
                  <a:pt x="876721" y="866162"/>
                </a:lnTo>
                <a:lnTo>
                  <a:pt x="891864" y="914731"/>
                </a:lnTo>
                <a:lnTo>
                  <a:pt x="905699" y="963706"/>
                </a:lnTo>
                <a:lnTo>
                  <a:pt x="918200" y="1013007"/>
                </a:lnTo>
                <a:lnTo>
                  <a:pt x="929336" y="1062551"/>
                </a:lnTo>
                <a:lnTo>
                  <a:pt x="939078" y="1112259"/>
                </a:lnTo>
                <a:lnTo>
                  <a:pt x="947398" y="1162047"/>
                </a:lnTo>
                <a:lnTo>
                  <a:pt x="954852" y="1216502"/>
                </a:lnTo>
                <a:lnTo>
                  <a:pt x="960640" y="1270851"/>
                </a:lnTo>
                <a:lnTo>
                  <a:pt x="964832" y="1324986"/>
                </a:lnTo>
                <a:lnTo>
                  <a:pt x="967500" y="1378801"/>
                </a:lnTo>
                <a:lnTo>
                  <a:pt x="968712" y="1432191"/>
                </a:lnTo>
                <a:lnTo>
                  <a:pt x="968540" y="1485048"/>
                </a:lnTo>
                <a:lnTo>
                  <a:pt x="967055" y="1537267"/>
                </a:lnTo>
                <a:lnTo>
                  <a:pt x="964326" y="1588740"/>
                </a:lnTo>
                <a:lnTo>
                  <a:pt x="960424" y="1639362"/>
                </a:lnTo>
                <a:lnTo>
                  <a:pt x="955420" y="1689027"/>
                </a:lnTo>
                <a:lnTo>
                  <a:pt x="949385" y="1737627"/>
                </a:lnTo>
                <a:lnTo>
                  <a:pt x="942388" y="1785057"/>
                </a:lnTo>
                <a:lnTo>
                  <a:pt x="934500" y="1831210"/>
                </a:lnTo>
                <a:lnTo>
                  <a:pt x="925792" y="1875980"/>
                </a:lnTo>
                <a:lnTo>
                  <a:pt x="916335" y="1919261"/>
                </a:lnTo>
                <a:lnTo>
                  <a:pt x="906198" y="1960946"/>
                </a:lnTo>
                <a:lnTo>
                  <a:pt x="891747" y="2013864"/>
                </a:lnTo>
                <a:lnTo>
                  <a:pt x="876380" y="2063502"/>
                </a:lnTo>
                <a:lnTo>
                  <a:pt x="860267" y="2109608"/>
                </a:lnTo>
                <a:lnTo>
                  <a:pt x="843574" y="2151930"/>
                </a:lnTo>
                <a:lnTo>
                  <a:pt x="826470" y="2190218"/>
                </a:lnTo>
                <a:lnTo>
                  <a:pt x="809123" y="2224220"/>
                </a:lnTo>
                <a:lnTo>
                  <a:pt x="796048" y="2246770"/>
                </a:lnTo>
                <a:lnTo>
                  <a:pt x="794948" y="224852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14067" y="5184066"/>
            <a:ext cx="85725" cy="81280"/>
          </a:xfrm>
          <a:custGeom>
            <a:avLst/>
            <a:gdLst/>
            <a:ahLst/>
            <a:cxnLst/>
            <a:rect l="l" t="t" r="r" b="b"/>
            <a:pathLst>
              <a:path w="85725" h="81279">
                <a:moveTo>
                  <a:pt x="44074" y="0"/>
                </a:moveTo>
                <a:lnTo>
                  <a:pt x="0" y="80749"/>
                </a:lnTo>
                <a:lnTo>
                  <a:pt x="85674" y="47224"/>
                </a:lnTo>
                <a:lnTo>
                  <a:pt x="44074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99638" y="3597748"/>
            <a:ext cx="10922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sample!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44920" y="5231393"/>
            <a:ext cx="238125" cy="10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straw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84072" y="5671504"/>
            <a:ext cx="815340" cy="194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0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31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9996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7" name="object 17"/>
          <p:cNvSpPr/>
          <p:nvPr/>
        </p:nvSpPr>
        <p:spPr>
          <a:xfrm>
            <a:off x="1276887" y="4036118"/>
            <a:ext cx="1724660" cy="1290320"/>
          </a:xfrm>
          <a:custGeom>
            <a:avLst/>
            <a:gdLst/>
            <a:ahLst/>
            <a:cxnLst/>
            <a:rect l="l" t="t" r="r" b="b"/>
            <a:pathLst>
              <a:path w="1724660" h="1290320">
                <a:moveTo>
                  <a:pt x="0" y="1289847"/>
                </a:moveTo>
                <a:lnTo>
                  <a:pt x="54072" y="1288311"/>
                </a:lnTo>
                <a:lnTo>
                  <a:pt x="106026" y="1283788"/>
                </a:lnTo>
                <a:lnTo>
                  <a:pt x="155950" y="1276401"/>
                </a:lnTo>
                <a:lnTo>
                  <a:pt x="203933" y="1266274"/>
                </a:lnTo>
                <a:lnTo>
                  <a:pt x="250062" y="1253534"/>
                </a:lnTo>
                <a:lnTo>
                  <a:pt x="294426" y="1238303"/>
                </a:lnTo>
                <a:lnTo>
                  <a:pt x="337113" y="1220707"/>
                </a:lnTo>
                <a:lnTo>
                  <a:pt x="378212" y="1200869"/>
                </a:lnTo>
                <a:lnTo>
                  <a:pt x="417810" y="1178915"/>
                </a:lnTo>
                <a:lnTo>
                  <a:pt x="455996" y="1154970"/>
                </a:lnTo>
                <a:lnTo>
                  <a:pt x="492858" y="1129156"/>
                </a:lnTo>
                <a:lnTo>
                  <a:pt x="528485" y="1101600"/>
                </a:lnTo>
                <a:lnTo>
                  <a:pt x="562964" y="1072425"/>
                </a:lnTo>
                <a:lnTo>
                  <a:pt x="596384" y="1041756"/>
                </a:lnTo>
                <a:lnTo>
                  <a:pt x="628834" y="1009717"/>
                </a:lnTo>
                <a:lnTo>
                  <a:pt x="660400" y="976433"/>
                </a:lnTo>
                <a:lnTo>
                  <a:pt x="691173" y="942029"/>
                </a:lnTo>
                <a:lnTo>
                  <a:pt x="721239" y="906629"/>
                </a:lnTo>
                <a:lnTo>
                  <a:pt x="750688" y="870358"/>
                </a:lnTo>
                <a:lnTo>
                  <a:pt x="779607" y="833339"/>
                </a:lnTo>
                <a:lnTo>
                  <a:pt x="808084" y="795698"/>
                </a:lnTo>
                <a:lnTo>
                  <a:pt x="836209" y="757559"/>
                </a:lnTo>
                <a:lnTo>
                  <a:pt x="864069" y="719046"/>
                </a:lnTo>
                <a:lnTo>
                  <a:pt x="891752" y="680284"/>
                </a:lnTo>
                <a:lnTo>
                  <a:pt x="919348" y="641398"/>
                </a:lnTo>
                <a:lnTo>
                  <a:pt x="948094" y="600896"/>
                </a:lnTo>
                <a:lnTo>
                  <a:pt x="976939" y="560534"/>
                </a:lnTo>
                <a:lnTo>
                  <a:pt x="1005985" y="520453"/>
                </a:lnTo>
                <a:lnTo>
                  <a:pt x="1035330" y="480793"/>
                </a:lnTo>
                <a:lnTo>
                  <a:pt x="1065073" y="441696"/>
                </a:lnTo>
                <a:lnTo>
                  <a:pt x="1095316" y="403302"/>
                </a:lnTo>
                <a:lnTo>
                  <a:pt x="1126157" y="365752"/>
                </a:lnTo>
                <a:lnTo>
                  <a:pt x="1157697" y="329188"/>
                </a:lnTo>
                <a:lnTo>
                  <a:pt x="1190034" y="293749"/>
                </a:lnTo>
                <a:lnTo>
                  <a:pt x="1223269" y="259578"/>
                </a:lnTo>
                <a:lnTo>
                  <a:pt x="1257502" y="226814"/>
                </a:lnTo>
                <a:lnTo>
                  <a:pt x="1292832" y="195599"/>
                </a:lnTo>
                <a:lnTo>
                  <a:pt x="1329359" y="166068"/>
                </a:lnTo>
                <a:lnTo>
                  <a:pt x="1367182" y="138369"/>
                </a:lnTo>
                <a:lnTo>
                  <a:pt x="1406400" y="112640"/>
                </a:lnTo>
                <a:lnTo>
                  <a:pt x="1447115" y="89022"/>
                </a:lnTo>
                <a:lnTo>
                  <a:pt x="1489425" y="67653"/>
                </a:lnTo>
                <a:lnTo>
                  <a:pt x="1533431" y="48674"/>
                </a:lnTo>
                <a:lnTo>
                  <a:pt x="1602847" y="25015"/>
                </a:lnTo>
                <a:lnTo>
                  <a:pt x="1676631" y="7524"/>
                </a:lnTo>
                <a:lnTo>
                  <a:pt x="1715281" y="1249"/>
                </a:lnTo>
                <a:lnTo>
                  <a:pt x="1724606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99570" y="4004719"/>
            <a:ext cx="88265" cy="62865"/>
          </a:xfrm>
          <a:custGeom>
            <a:avLst/>
            <a:gdLst/>
            <a:ahLst/>
            <a:cxnLst/>
            <a:rect l="l" t="t" r="r" b="b"/>
            <a:pathLst>
              <a:path w="88264" h="62864">
                <a:moveTo>
                  <a:pt x="3874" y="62799"/>
                </a:moveTo>
                <a:lnTo>
                  <a:pt x="88224" y="26074"/>
                </a:lnTo>
                <a:lnTo>
                  <a:pt x="0" y="0"/>
                </a:lnTo>
                <a:lnTo>
                  <a:pt x="3874" y="62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20" name="object 20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3843" y="402906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8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58743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57266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25792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59787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h1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57266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25792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3043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844920" y="5231393"/>
            <a:ext cx="2381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straw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84072" y="5671504"/>
            <a:ext cx="815340" cy="194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38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0478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7" name="object 17"/>
          <p:cNvSpPr/>
          <p:nvPr/>
        </p:nvSpPr>
        <p:spPr>
          <a:xfrm>
            <a:off x="1276887" y="4036118"/>
            <a:ext cx="1724660" cy="1290320"/>
          </a:xfrm>
          <a:custGeom>
            <a:avLst/>
            <a:gdLst/>
            <a:ahLst/>
            <a:cxnLst/>
            <a:rect l="l" t="t" r="r" b="b"/>
            <a:pathLst>
              <a:path w="1724660" h="1290320">
                <a:moveTo>
                  <a:pt x="0" y="1289847"/>
                </a:moveTo>
                <a:lnTo>
                  <a:pt x="54072" y="1288311"/>
                </a:lnTo>
                <a:lnTo>
                  <a:pt x="106026" y="1283788"/>
                </a:lnTo>
                <a:lnTo>
                  <a:pt x="155950" y="1276401"/>
                </a:lnTo>
                <a:lnTo>
                  <a:pt x="203933" y="1266274"/>
                </a:lnTo>
                <a:lnTo>
                  <a:pt x="250062" y="1253534"/>
                </a:lnTo>
                <a:lnTo>
                  <a:pt x="294426" y="1238303"/>
                </a:lnTo>
                <a:lnTo>
                  <a:pt x="337113" y="1220707"/>
                </a:lnTo>
                <a:lnTo>
                  <a:pt x="378212" y="1200869"/>
                </a:lnTo>
                <a:lnTo>
                  <a:pt x="417810" y="1178915"/>
                </a:lnTo>
                <a:lnTo>
                  <a:pt x="455996" y="1154970"/>
                </a:lnTo>
                <a:lnTo>
                  <a:pt x="492858" y="1129156"/>
                </a:lnTo>
                <a:lnTo>
                  <a:pt x="528485" y="1101600"/>
                </a:lnTo>
                <a:lnTo>
                  <a:pt x="562964" y="1072425"/>
                </a:lnTo>
                <a:lnTo>
                  <a:pt x="596384" y="1041756"/>
                </a:lnTo>
                <a:lnTo>
                  <a:pt x="628834" y="1009717"/>
                </a:lnTo>
                <a:lnTo>
                  <a:pt x="660400" y="976433"/>
                </a:lnTo>
                <a:lnTo>
                  <a:pt x="691173" y="942029"/>
                </a:lnTo>
                <a:lnTo>
                  <a:pt x="721239" y="906629"/>
                </a:lnTo>
                <a:lnTo>
                  <a:pt x="750688" y="870358"/>
                </a:lnTo>
                <a:lnTo>
                  <a:pt x="779607" y="833339"/>
                </a:lnTo>
                <a:lnTo>
                  <a:pt x="808084" y="795698"/>
                </a:lnTo>
                <a:lnTo>
                  <a:pt x="836209" y="757559"/>
                </a:lnTo>
                <a:lnTo>
                  <a:pt x="864069" y="719046"/>
                </a:lnTo>
                <a:lnTo>
                  <a:pt x="891752" y="680284"/>
                </a:lnTo>
                <a:lnTo>
                  <a:pt x="919348" y="641398"/>
                </a:lnTo>
                <a:lnTo>
                  <a:pt x="948094" y="600896"/>
                </a:lnTo>
                <a:lnTo>
                  <a:pt x="976939" y="560534"/>
                </a:lnTo>
                <a:lnTo>
                  <a:pt x="1005985" y="520453"/>
                </a:lnTo>
                <a:lnTo>
                  <a:pt x="1035330" y="480793"/>
                </a:lnTo>
                <a:lnTo>
                  <a:pt x="1065073" y="441696"/>
                </a:lnTo>
                <a:lnTo>
                  <a:pt x="1095316" y="403302"/>
                </a:lnTo>
                <a:lnTo>
                  <a:pt x="1126157" y="365752"/>
                </a:lnTo>
                <a:lnTo>
                  <a:pt x="1157697" y="329188"/>
                </a:lnTo>
                <a:lnTo>
                  <a:pt x="1190034" y="293749"/>
                </a:lnTo>
                <a:lnTo>
                  <a:pt x="1223269" y="259578"/>
                </a:lnTo>
                <a:lnTo>
                  <a:pt x="1257502" y="226814"/>
                </a:lnTo>
                <a:lnTo>
                  <a:pt x="1292832" y="195599"/>
                </a:lnTo>
                <a:lnTo>
                  <a:pt x="1329359" y="166068"/>
                </a:lnTo>
                <a:lnTo>
                  <a:pt x="1367182" y="138369"/>
                </a:lnTo>
                <a:lnTo>
                  <a:pt x="1406400" y="112640"/>
                </a:lnTo>
                <a:lnTo>
                  <a:pt x="1447115" y="89022"/>
                </a:lnTo>
                <a:lnTo>
                  <a:pt x="1489425" y="67653"/>
                </a:lnTo>
                <a:lnTo>
                  <a:pt x="1533431" y="48674"/>
                </a:lnTo>
                <a:lnTo>
                  <a:pt x="1602847" y="25015"/>
                </a:lnTo>
                <a:lnTo>
                  <a:pt x="1676631" y="7524"/>
                </a:lnTo>
                <a:lnTo>
                  <a:pt x="1715281" y="1249"/>
                </a:lnTo>
                <a:lnTo>
                  <a:pt x="1724606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99570" y="4004719"/>
            <a:ext cx="88265" cy="62865"/>
          </a:xfrm>
          <a:custGeom>
            <a:avLst/>
            <a:gdLst/>
            <a:ahLst/>
            <a:cxnLst/>
            <a:rect l="l" t="t" r="r" b="b"/>
            <a:pathLst>
              <a:path w="88264" h="62864">
                <a:moveTo>
                  <a:pt x="3874" y="62799"/>
                </a:moveTo>
                <a:lnTo>
                  <a:pt x="88224" y="26074"/>
                </a:lnTo>
                <a:lnTo>
                  <a:pt x="0" y="0"/>
                </a:lnTo>
                <a:lnTo>
                  <a:pt x="3874" y="62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20" name="object 20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3843" y="402906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8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58743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57266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25792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59787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h1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57266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25792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3043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y1</a:t>
            </a:r>
          </a:p>
        </p:txBody>
      </p:sp>
      <p:sp>
        <p:nvSpPr>
          <p:cNvPr id="33" name="object 33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141442" y="2959145"/>
            <a:ext cx="998855" cy="2249170"/>
          </a:xfrm>
          <a:custGeom>
            <a:avLst/>
            <a:gdLst/>
            <a:ahLst/>
            <a:cxnLst/>
            <a:rect l="l" t="t" r="r" b="b"/>
            <a:pathLst>
              <a:path w="998854" h="2249170">
                <a:moveTo>
                  <a:pt x="0" y="0"/>
                </a:moveTo>
                <a:lnTo>
                  <a:pt x="41586" y="1409"/>
                </a:lnTo>
                <a:lnTo>
                  <a:pt x="82692" y="5583"/>
                </a:lnTo>
                <a:lnTo>
                  <a:pt x="123287" y="12440"/>
                </a:lnTo>
                <a:lnTo>
                  <a:pt x="163342" y="21899"/>
                </a:lnTo>
                <a:lnTo>
                  <a:pt x="202826" y="33878"/>
                </a:lnTo>
                <a:lnTo>
                  <a:pt x="241711" y="48297"/>
                </a:lnTo>
                <a:lnTo>
                  <a:pt x="279967" y="65074"/>
                </a:lnTo>
                <a:lnTo>
                  <a:pt x="317564" y="84128"/>
                </a:lnTo>
                <a:lnTo>
                  <a:pt x="354474" y="105377"/>
                </a:lnTo>
                <a:lnTo>
                  <a:pt x="390665" y="128739"/>
                </a:lnTo>
                <a:lnTo>
                  <a:pt x="426109" y="154135"/>
                </a:lnTo>
                <a:lnTo>
                  <a:pt x="460776" y="181482"/>
                </a:lnTo>
                <a:lnTo>
                  <a:pt x="494637" y="210699"/>
                </a:lnTo>
                <a:lnTo>
                  <a:pt x="527662" y="241705"/>
                </a:lnTo>
                <a:lnTo>
                  <a:pt x="559821" y="274419"/>
                </a:lnTo>
                <a:lnTo>
                  <a:pt x="591086" y="308759"/>
                </a:lnTo>
                <a:lnTo>
                  <a:pt x="621425" y="344643"/>
                </a:lnTo>
                <a:lnTo>
                  <a:pt x="650810" y="381991"/>
                </a:lnTo>
                <a:lnTo>
                  <a:pt x="679212" y="420722"/>
                </a:lnTo>
                <a:lnTo>
                  <a:pt x="706600" y="460753"/>
                </a:lnTo>
                <a:lnTo>
                  <a:pt x="732945" y="502004"/>
                </a:lnTo>
                <a:lnTo>
                  <a:pt x="758218" y="544393"/>
                </a:lnTo>
                <a:lnTo>
                  <a:pt x="782389" y="587840"/>
                </a:lnTo>
                <a:lnTo>
                  <a:pt x="805428" y="632262"/>
                </a:lnTo>
                <a:lnTo>
                  <a:pt x="827307" y="677578"/>
                </a:lnTo>
                <a:lnTo>
                  <a:pt x="847994" y="723708"/>
                </a:lnTo>
                <a:lnTo>
                  <a:pt x="867461" y="770569"/>
                </a:lnTo>
                <a:lnTo>
                  <a:pt x="885679" y="818081"/>
                </a:lnTo>
                <a:lnTo>
                  <a:pt x="902617" y="866162"/>
                </a:lnTo>
                <a:lnTo>
                  <a:pt x="918246" y="914731"/>
                </a:lnTo>
                <a:lnTo>
                  <a:pt x="932536" y="963706"/>
                </a:lnTo>
                <a:lnTo>
                  <a:pt x="945459" y="1013007"/>
                </a:lnTo>
                <a:lnTo>
                  <a:pt x="956984" y="1062551"/>
                </a:lnTo>
                <a:lnTo>
                  <a:pt x="967081" y="1112259"/>
                </a:lnTo>
                <a:lnTo>
                  <a:pt x="975723" y="1162047"/>
                </a:lnTo>
                <a:lnTo>
                  <a:pt x="983494" y="1216502"/>
                </a:lnTo>
                <a:lnTo>
                  <a:pt x="989559" y="1270851"/>
                </a:lnTo>
                <a:lnTo>
                  <a:pt x="993991" y="1324986"/>
                </a:lnTo>
                <a:lnTo>
                  <a:pt x="996862" y="1378801"/>
                </a:lnTo>
                <a:lnTo>
                  <a:pt x="998245" y="1432191"/>
                </a:lnTo>
                <a:lnTo>
                  <a:pt x="998211" y="1485048"/>
                </a:lnTo>
                <a:lnTo>
                  <a:pt x="996834" y="1537267"/>
                </a:lnTo>
                <a:lnTo>
                  <a:pt x="994185" y="1588740"/>
                </a:lnTo>
                <a:lnTo>
                  <a:pt x="990338" y="1639362"/>
                </a:lnTo>
                <a:lnTo>
                  <a:pt x="985364" y="1689027"/>
                </a:lnTo>
                <a:lnTo>
                  <a:pt x="979336" y="1737627"/>
                </a:lnTo>
                <a:lnTo>
                  <a:pt x="972326" y="1785057"/>
                </a:lnTo>
                <a:lnTo>
                  <a:pt x="964408" y="1831210"/>
                </a:lnTo>
                <a:lnTo>
                  <a:pt x="955653" y="1875980"/>
                </a:lnTo>
                <a:lnTo>
                  <a:pt x="946134" y="1919261"/>
                </a:lnTo>
                <a:lnTo>
                  <a:pt x="935923" y="1960946"/>
                </a:lnTo>
                <a:lnTo>
                  <a:pt x="921364" y="2013864"/>
                </a:lnTo>
                <a:lnTo>
                  <a:pt x="905876" y="2063502"/>
                </a:lnTo>
                <a:lnTo>
                  <a:pt x="889632" y="2109608"/>
                </a:lnTo>
                <a:lnTo>
                  <a:pt x="872802" y="2151930"/>
                </a:lnTo>
                <a:lnTo>
                  <a:pt x="855559" y="2190218"/>
                </a:lnTo>
                <a:lnTo>
                  <a:pt x="838073" y="2224220"/>
                </a:lnTo>
                <a:lnTo>
                  <a:pt x="824898" y="2246770"/>
                </a:lnTo>
                <a:lnTo>
                  <a:pt x="823648" y="2248745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00090" y="5184242"/>
            <a:ext cx="86360" cy="80645"/>
          </a:xfrm>
          <a:custGeom>
            <a:avLst/>
            <a:gdLst/>
            <a:ahLst/>
            <a:cxnLst/>
            <a:rect l="l" t="t" r="r" b="b"/>
            <a:pathLst>
              <a:path w="86360" h="80645">
                <a:moveTo>
                  <a:pt x="44274" y="0"/>
                </a:moveTo>
                <a:lnTo>
                  <a:pt x="0" y="80649"/>
                </a:lnTo>
                <a:lnTo>
                  <a:pt x="85749" y="47324"/>
                </a:lnTo>
                <a:lnTo>
                  <a:pt x="44274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00486" y="3643906"/>
            <a:ext cx="10922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sample!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44920" y="5231393"/>
            <a:ext cx="2381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straw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5101" y="5231393"/>
            <a:ext cx="1492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hat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84072" y="5671504"/>
            <a:ext cx="815340" cy="194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3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44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45654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7" name="object 17"/>
          <p:cNvSpPr/>
          <p:nvPr/>
        </p:nvSpPr>
        <p:spPr>
          <a:xfrm>
            <a:off x="1276887" y="4036118"/>
            <a:ext cx="1724660" cy="1290320"/>
          </a:xfrm>
          <a:custGeom>
            <a:avLst/>
            <a:gdLst/>
            <a:ahLst/>
            <a:cxnLst/>
            <a:rect l="l" t="t" r="r" b="b"/>
            <a:pathLst>
              <a:path w="1724660" h="1290320">
                <a:moveTo>
                  <a:pt x="0" y="1289847"/>
                </a:moveTo>
                <a:lnTo>
                  <a:pt x="54072" y="1288311"/>
                </a:lnTo>
                <a:lnTo>
                  <a:pt x="106026" y="1283788"/>
                </a:lnTo>
                <a:lnTo>
                  <a:pt x="155950" y="1276401"/>
                </a:lnTo>
                <a:lnTo>
                  <a:pt x="203933" y="1266274"/>
                </a:lnTo>
                <a:lnTo>
                  <a:pt x="250062" y="1253534"/>
                </a:lnTo>
                <a:lnTo>
                  <a:pt x="294426" y="1238303"/>
                </a:lnTo>
                <a:lnTo>
                  <a:pt x="337113" y="1220707"/>
                </a:lnTo>
                <a:lnTo>
                  <a:pt x="378212" y="1200869"/>
                </a:lnTo>
                <a:lnTo>
                  <a:pt x="417810" y="1178915"/>
                </a:lnTo>
                <a:lnTo>
                  <a:pt x="455996" y="1154970"/>
                </a:lnTo>
                <a:lnTo>
                  <a:pt x="492858" y="1129156"/>
                </a:lnTo>
                <a:lnTo>
                  <a:pt x="528485" y="1101600"/>
                </a:lnTo>
                <a:lnTo>
                  <a:pt x="562964" y="1072425"/>
                </a:lnTo>
                <a:lnTo>
                  <a:pt x="596384" y="1041756"/>
                </a:lnTo>
                <a:lnTo>
                  <a:pt x="628834" y="1009717"/>
                </a:lnTo>
                <a:lnTo>
                  <a:pt x="660400" y="976433"/>
                </a:lnTo>
                <a:lnTo>
                  <a:pt x="691173" y="942029"/>
                </a:lnTo>
                <a:lnTo>
                  <a:pt x="721239" y="906629"/>
                </a:lnTo>
                <a:lnTo>
                  <a:pt x="750688" y="870358"/>
                </a:lnTo>
                <a:lnTo>
                  <a:pt x="779607" y="833339"/>
                </a:lnTo>
                <a:lnTo>
                  <a:pt x="808084" y="795698"/>
                </a:lnTo>
                <a:lnTo>
                  <a:pt x="836209" y="757559"/>
                </a:lnTo>
                <a:lnTo>
                  <a:pt x="864069" y="719046"/>
                </a:lnTo>
                <a:lnTo>
                  <a:pt x="891752" y="680284"/>
                </a:lnTo>
                <a:lnTo>
                  <a:pt x="919348" y="641398"/>
                </a:lnTo>
                <a:lnTo>
                  <a:pt x="948094" y="600896"/>
                </a:lnTo>
                <a:lnTo>
                  <a:pt x="976939" y="560534"/>
                </a:lnTo>
                <a:lnTo>
                  <a:pt x="1005985" y="520453"/>
                </a:lnTo>
                <a:lnTo>
                  <a:pt x="1035330" y="480793"/>
                </a:lnTo>
                <a:lnTo>
                  <a:pt x="1065073" y="441696"/>
                </a:lnTo>
                <a:lnTo>
                  <a:pt x="1095316" y="403302"/>
                </a:lnTo>
                <a:lnTo>
                  <a:pt x="1126157" y="365752"/>
                </a:lnTo>
                <a:lnTo>
                  <a:pt x="1157697" y="329188"/>
                </a:lnTo>
                <a:lnTo>
                  <a:pt x="1190034" y="293749"/>
                </a:lnTo>
                <a:lnTo>
                  <a:pt x="1223269" y="259578"/>
                </a:lnTo>
                <a:lnTo>
                  <a:pt x="1257502" y="226814"/>
                </a:lnTo>
                <a:lnTo>
                  <a:pt x="1292832" y="195599"/>
                </a:lnTo>
                <a:lnTo>
                  <a:pt x="1329359" y="166068"/>
                </a:lnTo>
                <a:lnTo>
                  <a:pt x="1367182" y="138369"/>
                </a:lnTo>
                <a:lnTo>
                  <a:pt x="1406400" y="112640"/>
                </a:lnTo>
                <a:lnTo>
                  <a:pt x="1447115" y="89022"/>
                </a:lnTo>
                <a:lnTo>
                  <a:pt x="1489425" y="67653"/>
                </a:lnTo>
                <a:lnTo>
                  <a:pt x="1533431" y="48674"/>
                </a:lnTo>
                <a:lnTo>
                  <a:pt x="1602847" y="25015"/>
                </a:lnTo>
                <a:lnTo>
                  <a:pt x="1676631" y="7524"/>
                </a:lnTo>
                <a:lnTo>
                  <a:pt x="1715281" y="1249"/>
                </a:lnTo>
                <a:lnTo>
                  <a:pt x="1724606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99570" y="4004719"/>
            <a:ext cx="88265" cy="62865"/>
          </a:xfrm>
          <a:custGeom>
            <a:avLst/>
            <a:gdLst/>
            <a:ahLst/>
            <a:cxnLst/>
            <a:rect l="l" t="t" r="r" b="b"/>
            <a:pathLst>
              <a:path w="88264" h="62864">
                <a:moveTo>
                  <a:pt x="3874" y="62799"/>
                </a:moveTo>
                <a:lnTo>
                  <a:pt x="88224" y="26074"/>
                </a:lnTo>
                <a:lnTo>
                  <a:pt x="0" y="0"/>
                </a:lnTo>
                <a:lnTo>
                  <a:pt x="3874" y="62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20" name="object 20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3843" y="402906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8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58743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57266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25792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59787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h1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57266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25792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3043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y1</a:t>
            </a:r>
          </a:p>
        </p:txBody>
      </p:sp>
      <p:sp>
        <p:nvSpPr>
          <p:cNvPr id="33" name="object 33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141617" y="402906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5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16217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0517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30517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17249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h2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14715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83265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30517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y2</a:t>
            </a:r>
          </a:p>
        </p:txBody>
      </p:sp>
      <p:sp>
        <p:nvSpPr>
          <p:cNvPr id="43" name="object 43"/>
          <p:cNvSpPr/>
          <p:nvPr/>
        </p:nvSpPr>
        <p:spPr>
          <a:xfrm>
            <a:off x="4614715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83265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44920" y="5231393"/>
            <a:ext cx="2381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straw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75101" y="5231393"/>
            <a:ext cx="1492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hat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84072" y="5671504"/>
            <a:ext cx="815340" cy="194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0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51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834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974" y="962249"/>
            <a:ext cx="961148" cy="493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70316" y="1114650"/>
            <a:ext cx="1885946" cy="1333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97" y="1135974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2807694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62930"/>
                </a:moveTo>
                <a:lnTo>
                  <a:pt x="0" y="31465"/>
                </a:lnTo>
                <a:lnTo>
                  <a:pt x="86449" y="0"/>
                </a:lnTo>
                <a:lnTo>
                  <a:pt x="86449" y="6293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6648" y="1104509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4" h="63500">
                <a:moveTo>
                  <a:pt x="86449" y="0"/>
                </a:moveTo>
                <a:lnTo>
                  <a:pt x="0" y="31465"/>
                </a:lnTo>
                <a:lnTo>
                  <a:pt x="86449" y="62930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5594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325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h0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9793" y="45279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8318" y="44415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9793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8318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594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y0</a:t>
            </a:r>
          </a:p>
        </p:txBody>
      </p:sp>
      <p:sp>
        <p:nvSpPr>
          <p:cNvPr id="17" name="object 17"/>
          <p:cNvSpPr/>
          <p:nvPr/>
        </p:nvSpPr>
        <p:spPr>
          <a:xfrm>
            <a:off x="1276887" y="4036118"/>
            <a:ext cx="1724660" cy="1290320"/>
          </a:xfrm>
          <a:custGeom>
            <a:avLst/>
            <a:gdLst/>
            <a:ahLst/>
            <a:cxnLst/>
            <a:rect l="l" t="t" r="r" b="b"/>
            <a:pathLst>
              <a:path w="1724660" h="1290320">
                <a:moveTo>
                  <a:pt x="0" y="1289847"/>
                </a:moveTo>
                <a:lnTo>
                  <a:pt x="54072" y="1288311"/>
                </a:lnTo>
                <a:lnTo>
                  <a:pt x="106026" y="1283788"/>
                </a:lnTo>
                <a:lnTo>
                  <a:pt x="155950" y="1276401"/>
                </a:lnTo>
                <a:lnTo>
                  <a:pt x="203933" y="1266274"/>
                </a:lnTo>
                <a:lnTo>
                  <a:pt x="250062" y="1253534"/>
                </a:lnTo>
                <a:lnTo>
                  <a:pt x="294426" y="1238303"/>
                </a:lnTo>
                <a:lnTo>
                  <a:pt x="337113" y="1220707"/>
                </a:lnTo>
                <a:lnTo>
                  <a:pt x="378212" y="1200869"/>
                </a:lnTo>
                <a:lnTo>
                  <a:pt x="417810" y="1178915"/>
                </a:lnTo>
                <a:lnTo>
                  <a:pt x="455996" y="1154970"/>
                </a:lnTo>
                <a:lnTo>
                  <a:pt x="492858" y="1129156"/>
                </a:lnTo>
                <a:lnTo>
                  <a:pt x="528485" y="1101600"/>
                </a:lnTo>
                <a:lnTo>
                  <a:pt x="562964" y="1072425"/>
                </a:lnTo>
                <a:lnTo>
                  <a:pt x="596384" y="1041756"/>
                </a:lnTo>
                <a:lnTo>
                  <a:pt x="628834" y="1009717"/>
                </a:lnTo>
                <a:lnTo>
                  <a:pt x="660400" y="976433"/>
                </a:lnTo>
                <a:lnTo>
                  <a:pt x="691173" y="942029"/>
                </a:lnTo>
                <a:lnTo>
                  <a:pt x="721239" y="906629"/>
                </a:lnTo>
                <a:lnTo>
                  <a:pt x="750688" y="870358"/>
                </a:lnTo>
                <a:lnTo>
                  <a:pt x="779607" y="833339"/>
                </a:lnTo>
                <a:lnTo>
                  <a:pt x="808084" y="795698"/>
                </a:lnTo>
                <a:lnTo>
                  <a:pt x="836209" y="757559"/>
                </a:lnTo>
                <a:lnTo>
                  <a:pt x="864069" y="719046"/>
                </a:lnTo>
                <a:lnTo>
                  <a:pt x="891752" y="680284"/>
                </a:lnTo>
                <a:lnTo>
                  <a:pt x="919348" y="641398"/>
                </a:lnTo>
                <a:lnTo>
                  <a:pt x="948094" y="600896"/>
                </a:lnTo>
                <a:lnTo>
                  <a:pt x="976939" y="560534"/>
                </a:lnTo>
                <a:lnTo>
                  <a:pt x="1005985" y="520453"/>
                </a:lnTo>
                <a:lnTo>
                  <a:pt x="1035330" y="480793"/>
                </a:lnTo>
                <a:lnTo>
                  <a:pt x="1065073" y="441696"/>
                </a:lnTo>
                <a:lnTo>
                  <a:pt x="1095316" y="403302"/>
                </a:lnTo>
                <a:lnTo>
                  <a:pt x="1126157" y="365752"/>
                </a:lnTo>
                <a:lnTo>
                  <a:pt x="1157697" y="329188"/>
                </a:lnTo>
                <a:lnTo>
                  <a:pt x="1190034" y="293749"/>
                </a:lnTo>
                <a:lnTo>
                  <a:pt x="1223269" y="259578"/>
                </a:lnTo>
                <a:lnTo>
                  <a:pt x="1257502" y="226814"/>
                </a:lnTo>
                <a:lnTo>
                  <a:pt x="1292832" y="195599"/>
                </a:lnTo>
                <a:lnTo>
                  <a:pt x="1329359" y="166068"/>
                </a:lnTo>
                <a:lnTo>
                  <a:pt x="1367182" y="138369"/>
                </a:lnTo>
                <a:lnTo>
                  <a:pt x="1406400" y="112640"/>
                </a:lnTo>
                <a:lnTo>
                  <a:pt x="1447115" y="89022"/>
                </a:lnTo>
                <a:lnTo>
                  <a:pt x="1489425" y="67653"/>
                </a:lnTo>
                <a:lnTo>
                  <a:pt x="1533431" y="48674"/>
                </a:lnTo>
                <a:lnTo>
                  <a:pt x="1602847" y="25015"/>
                </a:lnTo>
                <a:lnTo>
                  <a:pt x="1676631" y="7524"/>
                </a:lnTo>
                <a:lnTo>
                  <a:pt x="1715281" y="1249"/>
                </a:lnTo>
                <a:lnTo>
                  <a:pt x="1724606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99570" y="4004719"/>
            <a:ext cx="88265" cy="62865"/>
          </a:xfrm>
          <a:custGeom>
            <a:avLst/>
            <a:gdLst/>
            <a:ahLst/>
            <a:cxnLst/>
            <a:rect l="l" t="t" r="r" b="b"/>
            <a:pathLst>
              <a:path w="88264" h="62864">
                <a:moveTo>
                  <a:pt x="3874" y="62799"/>
                </a:moveTo>
                <a:lnTo>
                  <a:pt x="88224" y="26074"/>
                </a:lnTo>
                <a:lnTo>
                  <a:pt x="0" y="0"/>
                </a:lnTo>
                <a:lnTo>
                  <a:pt x="3874" y="62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8324" y="987659"/>
            <a:ext cx="8867350" cy="392210"/>
          </a:xfrm>
          <a:prstGeom prst="rect">
            <a:avLst/>
          </a:prstGeom>
        </p:spPr>
        <p:txBody>
          <a:bodyPr vert="horz" wrap="square" lIns="0" tIns="114097" rIns="0" bIns="0" rtlCol="0">
            <a:spAutoFit/>
          </a:bodyPr>
          <a:lstStyle/>
          <a:p>
            <a:pPr marL="6146800"/>
            <a:r>
              <a:rPr sz="1800" spc="-5" dirty="0">
                <a:solidFill>
                  <a:srgbClr val="0000FF"/>
                </a:solidFill>
              </a:rPr>
              <a:t>test</a:t>
            </a:r>
            <a:r>
              <a:rPr sz="1800" spc="-65" dirty="0">
                <a:solidFill>
                  <a:srgbClr val="0000FF"/>
                </a:solidFill>
              </a:rPr>
              <a:t> </a:t>
            </a:r>
            <a:r>
              <a:rPr sz="1800" spc="-5" dirty="0">
                <a:solidFill>
                  <a:srgbClr val="0000FF"/>
                </a:solidFill>
              </a:rPr>
              <a:t>image</a:t>
            </a:r>
            <a:endParaRPr sz="1800" dirty="0"/>
          </a:p>
        </p:txBody>
      </p:sp>
      <p:sp>
        <p:nvSpPr>
          <p:cNvPr id="20" name="object 20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4268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2674" y="5424740"/>
            <a:ext cx="1123950" cy="521970"/>
          </a:xfrm>
          <a:custGeom>
            <a:avLst/>
            <a:gdLst/>
            <a:ahLst/>
            <a:cxnLst/>
            <a:rect l="l" t="t" r="r" b="b"/>
            <a:pathLst>
              <a:path w="1123950" h="521970">
                <a:moveTo>
                  <a:pt x="0" y="0"/>
                </a:moveTo>
                <a:lnTo>
                  <a:pt x="1123797" y="0"/>
                </a:lnTo>
                <a:lnTo>
                  <a:pt x="1123797" y="521398"/>
                </a:lnTo>
                <a:lnTo>
                  <a:pt x="0" y="52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3843" y="402906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8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58743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57266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25792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73043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59787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h1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57266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25792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3043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y1</a:t>
            </a:r>
          </a:p>
        </p:txBody>
      </p:sp>
      <p:sp>
        <p:nvSpPr>
          <p:cNvPr id="33" name="object 33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20067" y="4898566"/>
            <a:ext cx="459105" cy="769620"/>
          </a:xfrm>
          <a:custGeom>
            <a:avLst/>
            <a:gdLst/>
            <a:ahLst/>
            <a:cxnLst/>
            <a:rect l="l" t="t" r="r" b="b"/>
            <a:pathLst>
              <a:path w="459104" h="769620">
                <a:moveTo>
                  <a:pt x="0" y="0"/>
                </a:moveTo>
                <a:lnTo>
                  <a:pt x="458999" y="0"/>
                </a:lnTo>
                <a:lnTo>
                  <a:pt x="4589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141617" y="402906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599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16217" y="399761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4"/>
                </a:moveTo>
                <a:lnTo>
                  <a:pt x="86449" y="31449"/>
                </a:lnTo>
                <a:lnTo>
                  <a:pt x="0" y="0"/>
                </a:lnTo>
                <a:lnTo>
                  <a:pt x="0" y="62924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0517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30517" y="3644469"/>
            <a:ext cx="368935" cy="769620"/>
          </a:xfrm>
          <a:custGeom>
            <a:avLst/>
            <a:gdLst/>
            <a:ahLst/>
            <a:cxnLst/>
            <a:rect l="l" t="t" r="r" b="b"/>
            <a:pathLst>
              <a:path w="368935" h="769620">
                <a:moveTo>
                  <a:pt x="0" y="0"/>
                </a:moveTo>
                <a:lnTo>
                  <a:pt x="368399" y="0"/>
                </a:lnTo>
                <a:lnTo>
                  <a:pt x="368399" y="769198"/>
                </a:lnTo>
                <a:lnTo>
                  <a:pt x="0" y="769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17249" y="3932494"/>
            <a:ext cx="194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h2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14715" y="3338479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30598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83265" y="3252031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4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30517" y="2694096"/>
            <a:ext cx="368935" cy="351378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y2</a:t>
            </a:r>
          </a:p>
        </p:txBody>
      </p:sp>
      <p:sp>
        <p:nvSpPr>
          <p:cNvPr id="43" name="object 43"/>
          <p:cNvSpPr/>
          <p:nvPr/>
        </p:nvSpPr>
        <p:spPr>
          <a:xfrm>
            <a:off x="4614715" y="4528067"/>
            <a:ext cx="0" cy="370840"/>
          </a:xfrm>
          <a:custGeom>
            <a:avLst/>
            <a:gdLst/>
            <a:ahLst/>
            <a:cxnLst/>
            <a:rect l="l" t="t" r="r" b="b"/>
            <a:pathLst>
              <a:path h="370839">
                <a:moveTo>
                  <a:pt x="0" y="370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83265" y="4441618"/>
            <a:ext cx="63500" cy="86995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24" y="86449"/>
                </a:moveTo>
                <a:lnTo>
                  <a:pt x="31449" y="0"/>
                </a:lnTo>
                <a:lnTo>
                  <a:pt x="0" y="86449"/>
                </a:lnTo>
                <a:lnTo>
                  <a:pt x="62924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798916" y="2959146"/>
            <a:ext cx="862965" cy="436245"/>
          </a:xfrm>
          <a:custGeom>
            <a:avLst/>
            <a:gdLst/>
            <a:ahLst/>
            <a:cxnLst/>
            <a:rect l="l" t="t" r="r" b="b"/>
            <a:pathLst>
              <a:path w="862964" h="436244">
                <a:moveTo>
                  <a:pt x="0" y="0"/>
                </a:moveTo>
                <a:lnTo>
                  <a:pt x="862473" y="435949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47213" y="3366994"/>
            <a:ext cx="91440" cy="67310"/>
          </a:xfrm>
          <a:custGeom>
            <a:avLst/>
            <a:gdLst/>
            <a:ahLst/>
            <a:cxnLst/>
            <a:rect l="l" t="t" r="r" b="b"/>
            <a:pathLst>
              <a:path w="91439" h="67310">
                <a:moveTo>
                  <a:pt x="0" y="56174"/>
                </a:moveTo>
                <a:lnTo>
                  <a:pt x="91349" y="67074"/>
                </a:lnTo>
                <a:lnTo>
                  <a:pt x="28374" y="0"/>
                </a:lnTo>
                <a:lnTo>
                  <a:pt x="0" y="56174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12638" y="3032202"/>
            <a:ext cx="1854200" cy="11054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sample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&lt;END&gt;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token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=&gt;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finish.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44920" y="5231393"/>
            <a:ext cx="2381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straw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75101" y="5231393"/>
            <a:ext cx="14922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hat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84072" y="5671504"/>
            <a:ext cx="815340" cy="194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0" y="6581001"/>
            <a:ext cx="2091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3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11611" y="1639614"/>
            <a:ext cx="24367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Caption generated: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“straw hat”</a:t>
            </a:r>
          </a:p>
        </p:txBody>
      </p:sp>
      <p:sp>
        <p:nvSpPr>
          <p:cNvPr id="55" name="object 9"/>
          <p:cNvSpPr txBox="1"/>
          <p:nvPr/>
        </p:nvSpPr>
        <p:spPr>
          <a:xfrm>
            <a:off x="2784072" y="4898567"/>
            <a:ext cx="751827" cy="428322"/>
          </a:xfrm>
          <a:prstGeom prst="rect">
            <a:avLst/>
          </a:prstGeom>
          <a:solidFill>
            <a:srgbClr val="F2F2F2"/>
          </a:solidFill>
          <a:ln w="19049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ts val="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x0</a:t>
            </a:r>
          </a:p>
          <a:p>
            <a:pPr marL="107314" marR="99695" lvl="0" indent="0" algn="ctr" defTabSz="914400" rtl="0" eaLnBrk="1" fontAlgn="auto" latinLnBrk="0" hangingPunct="1">
              <a:lnSpc>
                <a:spcPts val="819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&lt;START&gt;</a:t>
            </a:r>
            <a:endParaRPr kumimoji="0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5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1078576"/>
            <a:ext cx="9143981" cy="5089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1188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Andrej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1916777" y="340907"/>
            <a:ext cx="530796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Image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Captioning</a:t>
            </a:r>
            <a:endParaRPr kumimoji="0" lang="en-US" sz="36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71872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E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3844</TotalTime>
  <Words>2958</Words>
  <Application>Microsoft Macintosh PowerPoint</Application>
  <PresentationFormat>On-screen Show (4:3)</PresentationFormat>
  <Paragraphs>894</Paragraphs>
  <Slides>52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DejaVu Sans</vt:lpstr>
      <vt:lpstr>Arial</vt:lpstr>
      <vt:lpstr>Garamond</vt:lpstr>
      <vt:lpstr>Times New Roman</vt:lpstr>
      <vt:lpstr>Trebuchet MS</vt:lpstr>
      <vt:lpstr>Wingdings</vt:lpstr>
      <vt:lpstr>1_Office Theme</vt:lpstr>
      <vt:lpstr>Office Theme</vt:lpstr>
      <vt:lpstr>7_Office Theme</vt:lpstr>
      <vt:lpstr>PowerPoint Presentation</vt:lpstr>
      <vt:lpstr>Plan for this lecture</vt:lpstr>
      <vt:lpstr>Applications</vt:lpstr>
      <vt:lpstr>Neural Machine Translation</vt:lpstr>
      <vt:lpstr>Neural Machine Translation (NMT)</vt:lpstr>
      <vt:lpstr>Greedy decoding</vt:lpstr>
      <vt:lpstr>Problems with greedy decoding</vt:lpstr>
      <vt:lpstr>Exhaustive search decoding</vt:lpstr>
      <vt:lpstr>Beam search decoding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Beam search decoding: example</vt:lpstr>
      <vt:lpstr>How do we evaluate Machine Translation?</vt:lpstr>
      <vt:lpstr>MT progress over time [Edinburgh En-De WMT newstest2013 Cased BLEU; NMT 2015 from U. Montréal]</vt:lpstr>
      <vt:lpstr>NMT: the biggest success story of NLP Deep Learning</vt:lpstr>
      <vt:lpstr>So is Machine Translation solved?</vt:lpstr>
      <vt:lpstr>So is Machine Translation solved?</vt:lpstr>
      <vt:lpstr>So is Machine Translation solved?</vt:lpstr>
      <vt:lpstr>NMT research continues</vt:lpstr>
      <vt:lpstr>Sequence-to-sequence: the bottleneck problem</vt:lpstr>
      <vt:lpstr>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Attention: in equations</vt:lpstr>
      <vt:lpstr>Attention is great</vt:lpstr>
      <vt:lpstr>Attention is a general Deep Learning technique</vt:lpstr>
      <vt:lpstr>PowerPoint Presentation</vt:lpstr>
      <vt:lpstr>Recurrent Neural Network</vt:lpstr>
      <vt:lpstr>test image</vt:lpstr>
      <vt:lpstr>PowerPoint Presentation</vt:lpstr>
      <vt:lpstr>test image</vt:lpstr>
      <vt:lpstr>test image</vt:lpstr>
      <vt:lpstr>test image</vt:lpstr>
      <vt:lpstr>test image</vt:lpstr>
      <vt:lpstr>test image</vt:lpstr>
      <vt:lpstr>PowerPoint Presentation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1678: Intro to Deep Learning</dc:title>
  <dc:creator>Adriana I. Kovashka</dc:creator>
  <cp:lastModifiedBy>Fan, Heng</cp:lastModifiedBy>
  <cp:revision>389</cp:revision>
  <dcterms:created xsi:type="dcterms:W3CDTF">2015-04-17T19:15:42Z</dcterms:created>
  <dcterms:modified xsi:type="dcterms:W3CDTF">2026-03-24T13:10:49Z</dcterms:modified>
</cp:coreProperties>
</file>