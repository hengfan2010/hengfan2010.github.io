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82"/>
    <p:restoredTop sz="94599"/>
  </p:normalViewPr>
  <p:slideViewPr>
    <p:cSldViewPr snapToGrid="0" showGuides="1">
      <p:cViewPr varScale="1">
        <p:scale>
          <a:sx n="112" d="100"/>
          <a:sy n="112" d="100"/>
        </p:scale>
        <p:origin x="336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4446-6C11-4644-BFBE-BB190E2825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747E1-F507-4A79-B11D-0B149E075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0E2AF-D199-4904-939A-6F9654AA2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86CA1-F165-44BB-8709-886768BF08EC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142B8-1F3F-4024-B183-47BA0B4A7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762F9-9593-4EDD-BA53-182BD8204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FA96E-400B-4530-A019-87EEA0408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2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C4678-303F-4ABC-A324-46A625532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22B8D-AEF1-47F9-896A-E612708F2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15108-CB62-40AB-A457-69F936514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86CA1-F165-44BB-8709-886768BF08EC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74786-8BD3-49A7-8AC6-81E095C23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5D8F3-1CA0-4FEE-B5D8-F46ECA561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FA96E-400B-4530-A019-87EEA0408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04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F0AEC-7943-4538-9900-0DEE95C6D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23EF9-7B5F-4FC2-8706-BCD6BE01D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2452E-6DD3-4CAF-97C1-51AB4734B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86CA1-F165-44BB-8709-886768BF08EC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EA4D3-4C6B-46CA-B6A5-34A33CB99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EC0FA-4366-4F5E-83E0-BF5D51CC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FA96E-400B-4530-A019-87EEA0408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872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088AD-E17C-41CB-A9D3-1A52D7642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42BB5-85F0-44B2-B1DC-F29E2962C5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68B262-604C-4D3C-B762-3D1DDD68D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993ED-6AFC-404E-9B12-56ADF5FA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86CA1-F165-44BB-8709-886768BF08EC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08D21B-6011-4880-A008-787F20218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DB3F4-EFCC-4105-904B-63991B9CC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FA96E-400B-4530-A019-87EEA0408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5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638F2-85AC-48C7-8B2E-8E5E4A782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6AF4C-BE01-4E37-A5E7-C6A1E470B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5EDDB-F7F0-4904-9BE0-EBC53F657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D0F707-AEFB-4AE0-9ACF-470BA738FF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B04E00-2CA9-48B3-84E3-99A3D16751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1DF0E0-DBEE-4E83-92B5-462941096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86CA1-F165-44BB-8709-886768BF08EC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50482F-A984-48FA-ABE1-6E567C2F2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08B7A0-8EB1-4BE5-8AF5-2F721347D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FA96E-400B-4530-A019-87EEA0408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351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71F4-13AC-4CBF-8653-616E6A73A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292FE6-798E-41FC-86AE-EF3D0AE23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86CA1-F165-44BB-8709-886768BF08EC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25F5AE-9EE2-4293-89BF-D0AD55E44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F71EAF-AF41-4013-A6C2-CBABE06D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FA96E-400B-4530-A019-87EEA0408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255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25A3F1-0107-4099-BF6D-451F8EF48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86CA1-F165-44BB-8709-886768BF08EC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505E3F-9DDE-4A5D-92C7-52A181B4C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DE56E-2CF0-4795-A8E2-1986E53FF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FA96E-400B-4530-A019-87EEA0408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462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E3D76-2875-4119-8C3C-C23C70DC1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A29E7-66E2-46C7-925A-CCBBCBC6F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60F689-EEBB-45C1-BC61-87CE47A6B6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A7A05-4066-483E-81AC-A8FEE13BF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86CA1-F165-44BB-8709-886768BF08EC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7049B-118B-4166-9039-DF63AD1F4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07312-2C6C-4D11-B72E-86C12094F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FA96E-400B-4530-A019-87EEA0408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345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8645C-E14F-486A-BE4F-010A6B004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E98F84-AC42-4529-B27C-CD31C98C6A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167B1C-0A80-4BAB-A9F5-685755BC0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9A0C6-FD39-4721-96A1-EB87FB360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86CA1-F165-44BB-8709-886768BF08EC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5570D-942D-402E-B2A2-55CE8926C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C9321-4C7D-40AA-9482-86AFF2D77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FA96E-400B-4530-A019-87EEA0408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8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15D2C-DF88-4C3A-93D3-E27D12965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83D46-894F-48A1-B4FF-6E5EA8D6C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092E7-D3BE-46BA-AEA7-DEDE799F6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86CA1-F165-44BB-8709-886768BF08EC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6F984-E107-4BA6-A686-50DBD3322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77136-FD30-46D9-9BE1-D991A042C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FA96E-400B-4530-A019-87EEA0408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060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DA12D3-14BF-49C9-9DC4-202A15753C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D1484-D10F-44D6-8588-4495FFA83E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2A568-3A90-4454-A029-DE2B03F04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86CA1-F165-44BB-8709-886768BF08EC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5F498-EB6D-46AE-BE85-6B16B11FD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A8F9D-578B-49EE-84E2-C8C841C3F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FA96E-400B-4530-A019-87EEA0408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96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37D868-F7AE-43C2-A57F-4CCC4DB05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E6BF5-3C32-4204-A52A-CF938C2F1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75466-F829-4F1F-95C9-4D6DD01047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86CA1-F165-44BB-8709-886768BF08EC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4F9E6-7D21-4453-AF87-B9D5189C1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53D7A-AB94-475E-990D-D602D0CECE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3FA96E-400B-4530-A019-87EEA0408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341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F8EB3-6553-4202-8DAF-69110B10F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0961"/>
            <a:ext cx="9144000" cy="885546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Final Exam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A8242A-886C-48FA-996B-34D2EDCCF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6928" y="2328419"/>
            <a:ext cx="9898144" cy="2917597"/>
          </a:xfrm>
        </p:spPr>
        <p:txBody>
          <a:bodyPr>
            <a:normAutofit fontScale="925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10:</a:t>
            </a:r>
            <a:r>
              <a:rPr lang="en-US" altLang="zh-CN" dirty="0"/>
              <a:t>0</a:t>
            </a:r>
            <a:r>
              <a:rPr lang="en-US" dirty="0"/>
              <a:t>0 am - 12:</a:t>
            </a:r>
            <a:r>
              <a:rPr lang="en-US" altLang="zh-CN" dirty="0"/>
              <a:t>0</a:t>
            </a:r>
            <a:r>
              <a:rPr lang="en-US" dirty="0"/>
              <a:t>0 pm on May </a:t>
            </a:r>
            <a:r>
              <a:rPr lang="en-US" altLang="zh-CN" dirty="0"/>
              <a:t>7</a:t>
            </a:r>
            <a:r>
              <a:rPr lang="en-US" dirty="0"/>
              <a:t> (two hours)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E265 at Discovery Park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final exam is paper based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Max points: 100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Open book, open note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Advanced topics will not be in the final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No search on Internet; if found using Internet, you will get 0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Put all your bags (put your phones in your bag) in the front of classroom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758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F8EB3-6553-4202-8DAF-69110B10F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0961"/>
            <a:ext cx="9144000" cy="885546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Final Exam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A8242A-886C-48FA-996B-34D2EDCCF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441" y="2205871"/>
            <a:ext cx="9898144" cy="2917597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Multiple Choice Questions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en-US" dirty="0"/>
              <a:t>Machine learning basic concepts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en-US" dirty="0"/>
              <a:t>Neural network basics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en-US" dirty="0"/>
              <a:t>Network training (i.e., loss, optimization, normalization, etc)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en-US" dirty="0"/>
              <a:t>Convolutional network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en-US" dirty="0"/>
              <a:t>Recurrent network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endParaRPr lang="en-US" dirty="0"/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en-US" dirty="0"/>
              <a:t>There will be one multi-choice question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808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F8EB3-6553-4202-8DAF-69110B10F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0961"/>
            <a:ext cx="9144000" cy="885546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Final Exam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A8242A-886C-48FA-996B-34D2EDCCF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441" y="2205871"/>
            <a:ext cx="9898144" cy="2917597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Short answer questions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en-US" dirty="0"/>
              <a:t>Many explanation questions (e.g., why regularization is useful for training?)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en-US" dirty="0"/>
              <a:t>Give the gradient of loss function L with respect to parameter W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en-US" dirty="0"/>
              <a:t>Analyze a network to see if it works for a given task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en-US" dirty="0"/>
              <a:t>Analyze the role of a special design in deep networks (e.g., inception module, residual connections)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527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F8EB3-6553-4202-8DAF-69110B10F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0961"/>
            <a:ext cx="9144000" cy="885546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Final Exam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A8242A-886C-48FA-996B-34D2EDCCF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441" y="2205871"/>
            <a:ext cx="9898144" cy="4261604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Regularization in Deep Learning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en-US" dirty="0"/>
              <a:t>Commons ways to regularization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en-US" dirty="0"/>
              <a:t>Where to use regularization and why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en-US" dirty="0"/>
              <a:t>Analyze a specific regularization technique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endParaRPr lang="en-US" dirty="0"/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endParaRPr lang="en-US" dirty="0"/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endParaRPr lang="en-US" dirty="0"/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endParaRPr lang="en-US" dirty="0"/>
          </a:p>
          <a:p>
            <a:pPr lvl="1" algn="l"/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321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F8EB3-6553-4202-8DAF-69110B10F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0961"/>
            <a:ext cx="9144000" cy="885546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Final Exam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A8242A-886C-48FA-996B-34D2EDCCF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441" y="2205871"/>
            <a:ext cx="9898144" cy="4261604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Convolutional neural networks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en-US" dirty="0"/>
              <a:t>How to apply convolutional neural networks for solving a practical task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en-US" dirty="0"/>
              <a:t>How to design your input?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en-US" dirty="0"/>
              <a:t>How to solve data problem?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en-US" dirty="0"/>
              <a:t>Analyze a given network (parameters in different layers)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endParaRPr lang="en-US" dirty="0"/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endParaRPr lang="en-US" dirty="0"/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endParaRPr lang="en-US" dirty="0"/>
          </a:p>
          <a:p>
            <a:pPr lvl="1" algn="l"/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ED9AAF-C390-4206-B73E-6150DD2E8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846" y="4081705"/>
            <a:ext cx="7443743" cy="156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914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F8EB3-6553-4202-8DAF-69110B10F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0961"/>
            <a:ext cx="9144000" cy="885546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Final Exam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A8242A-886C-48FA-996B-34D2EDCCF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441" y="2205871"/>
            <a:ext cx="9898144" cy="4261604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Recurrent neural networks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en-US" dirty="0"/>
              <a:t>How to unfold RNNs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en-US" dirty="0"/>
              <a:t>Backpropagation </a:t>
            </a:r>
            <a:r>
              <a:rPr lang="en-US"/>
              <a:t>through time</a:t>
            </a:r>
            <a:endParaRPr lang="en-US" dirty="0"/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endParaRPr lang="en-US" dirty="0"/>
          </a:p>
          <a:p>
            <a:pPr lvl="1" algn="l"/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361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C6FE1-DB40-9ACA-28FA-0CA3CD438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0F39A-66B5-BBC4-8A72-649CA98994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0961"/>
            <a:ext cx="9144000" cy="885546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Final Exam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A60C9E-F25B-ADBF-9DD8-5316EF31B4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6928" y="2328419"/>
            <a:ext cx="9898144" cy="2917597"/>
          </a:xfrm>
        </p:spPr>
        <p:txBody>
          <a:bodyPr>
            <a:normAutofit fontScale="925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Try your best to answer ALL questions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Do not give empty answer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Try to handle simple questions first then the hard ones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Show your thinking process. Even if your final answer is not 100% correct, there would be some points if your thinking is correct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SPOT evaluation</a:t>
            </a:r>
            <a:r>
              <a:rPr lang="en-US" dirty="0"/>
              <a:t>: send your name and screenshot once you complete (</a:t>
            </a:r>
            <a:r>
              <a:rPr lang="en-US" dirty="0">
                <a:solidFill>
                  <a:srgbClr val="FF0000"/>
                </a:solidFill>
              </a:rPr>
              <a:t>2 points</a:t>
            </a:r>
            <a:r>
              <a:rPr lang="en-US" dirty="0"/>
              <a:t> will be given on your </a:t>
            </a:r>
            <a:r>
              <a:rPr lang="en-US" dirty="0">
                <a:solidFill>
                  <a:srgbClr val="FF0000"/>
                </a:solidFill>
              </a:rPr>
              <a:t>final grade, </a:t>
            </a:r>
            <a:r>
              <a:rPr lang="en-US" dirty="0"/>
              <a:t>i.e., </a:t>
            </a:r>
            <a:r>
              <a:rPr lang="en-US" dirty="0">
                <a:solidFill>
                  <a:srgbClr val="FF0000"/>
                </a:solidFill>
              </a:rPr>
              <a:t>your final grade + 2</a:t>
            </a:r>
            <a:r>
              <a:rPr lang="en-US" dirty="0"/>
              <a:t>); </a:t>
            </a:r>
            <a:r>
              <a:rPr lang="en-US" dirty="0">
                <a:solidFill>
                  <a:srgbClr val="FF0000"/>
                </a:solidFill>
              </a:rPr>
              <a:t>It’s open on April 15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1716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347</Words>
  <Application>Microsoft Macintosh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Office Theme</vt:lpstr>
      <vt:lpstr>Review of Final Exam</vt:lpstr>
      <vt:lpstr>Review of Final Exam</vt:lpstr>
      <vt:lpstr>Review of Final Exam</vt:lpstr>
      <vt:lpstr>Review of Final Exam</vt:lpstr>
      <vt:lpstr>Review of Final Exam</vt:lpstr>
      <vt:lpstr>Review of Final Exam</vt:lpstr>
      <vt:lpstr>Review of Final Exam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Fan, Heng</dc:creator>
  <cp:lastModifiedBy>Fan, Heng</cp:lastModifiedBy>
  <cp:revision>53</cp:revision>
  <dcterms:created xsi:type="dcterms:W3CDTF">2022-04-14T01:18:51Z</dcterms:created>
  <dcterms:modified xsi:type="dcterms:W3CDTF">2026-04-07T20:01:00Z</dcterms:modified>
</cp:coreProperties>
</file>